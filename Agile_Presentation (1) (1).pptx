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mp3" ContentType="audio/mp3"/>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73" r:id="rId5"/>
    <p:sldId id="259" r:id="rId6"/>
    <p:sldId id="260" r:id="rId7"/>
    <p:sldId id="261" r:id="rId8"/>
    <p:sldId id="258" r:id="rId9"/>
    <p:sldId id="265" r:id="rId10"/>
    <p:sldId id="266" r:id="rId11"/>
    <p:sldId id="267" r:id="rId12"/>
    <p:sldId id="269" r:id="rId13"/>
    <p:sldId id="272" r:id="rId14"/>
    <p:sldId id="271" r:id="rId15"/>
    <p:sldId id="268"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8" userDrawn="1">
          <p15:clr>
            <a:srgbClr val="A4A3A4"/>
          </p15:clr>
        </p15:guide>
        <p15:guide id="2" pos="379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1011" autoAdjust="0"/>
  </p:normalViewPr>
  <p:slideViewPr>
    <p:cSldViewPr snapToGrid="0" showGuides="1">
      <p:cViewPr varScale="1">
        <p:scale>
          <a:sx n="48" d="100"/>
          <a:sy n="48" d="100"/>
        </p:scale>
        <p:origin x="800" y="32"/>
      </p:cViewPr>
      <p:guideLst>
        <p:guide orient="horz" pos="2158"/>
        <p:guide pos="3797"/>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AA8C10-F684-47F8-91FC-13B05D75242F}"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D28D14-85C4-4868-9B52-824E09D997A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Welcome to Polyglot! This series is about Agile Methodologies, that helped thousands of software teams to deliver complex projects successfully.</a:t>
            </a:r>
            <a:endParaRPr lang="en-US" dirty="0"/>
          </a:p>
        </p:txBody>
      </p:sp>
      <p:sp>
        <p:nvSpPr>
          <p:cNvPr id="4" name="Slide Number Placeholder 3"/>
          <p:cNvSpPr>
            <a:spLocks noGrp="1"/>
          </p:cNvSpPr>
          <p:nvPr>
            <p:ph type="sldNum" sz="quarter" idx="10"/>
          </p:nvPr>
        </p:nvSpPr>
        <p:spPr/>
        <p:txBody>
          <a:bodyPr/>
          <a:lstStyle/>
          <a:p>
            <a:fld id="{5B89CB8E-1A9C-45A2-A410-1F9895BA0F68}"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13"/>
        <p:cNvGrpSpPr/>
        <p:nvPr/>
      </p:nvGrpSpPr>
      <p:grpSpPr>
        <a:xfrm>
          <a:off x="0" y="0"/>
          <a:ext cx="0" cy="0"/>
          <a:chOff x="0" y="0"/>
          <a:chExt cx="0" cy="0"/>
        </a:xfrm>
      </p:grpSpPr>
      <p:sp>
        <p:nvSpPr>
          <p:cNvPr id="2314" name="Google Shape;2314;g98a5a597f1_0_11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5" name="Google Shape;2315;g98a5a597f1_0_11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just" rtl="0">
              <a:spcBef>
                <a:spcPts val="0"/>
              </a:spcBef>
              <a:spcAft>
                <a:spcPts val="0"/>
              </a:spcAft>
            </a:pPr>
            <a:r>
              <a:rPr lang="en-US" sz="1800" b="0" i="0" u="none" strike="noStrike" dirty="0">
                <a:solidFill>
                  <a:srgbClr val="000000"/>
                </a:solidFill>
                <a:effectLst/>
                <a:latin typeface="Arial" panose="020B0604020202020204" pitchFamily="34" charset="0"/>
              </a:rPr>
              <a:t>The Waterfall model is divided into the following phases:</a:t>
            </a:r>
            <a:endParaRPr lang="en-US" sz="2800" b="0" dirty="0">
              <a:effectLst/>
            </a:endParaRPr>
          </a:p>
          <a:p>
            <a:r>
              <a:rPr lang="en-US" sz="1800" b="1" i="0" u="none" strike="noStrike" dirty="0">
                <a:solidFill>
                  <a:srgbClr val="000000"/>
                </a:solidFill>
                <a:effectLst/>
                <a:latin typeface="Arial" panose="020B0604020202020204" pitchFamily="34" charset="0"/>
              </a:rPr>
              <a:t>Requirement Analysis</a:t>
            </a:r>
            <a:r>
              <a:rPr lang="en-US" sz="1800" b="0" i="0" u="none" strike="noStrike" dirty="0">
                <a:solidFill>
                  <a:srgbClr val="000000"/>
                </a:solidFill>
                <a:effectLst/>
                <a:latin typeface="Arial" panose="020B0604020202020204" pitchFamily="34" charset="0"/>
              </a:rPr>
              <a:t> – During this stage,  the team gathers all possible system requirements and records them  in a requirement specification document.</a:t>
            </a:r>
            <a:endParaRPr lang="en-US" sz="1800" b="0" i="0" u="none" strike="noStrike" dirty="0">
              <a:solidFill>
                <a:srgbClr val="000000"/>
              </a:solidFill>
              <a:effectLst/>
              <a:latin typeface="Arial" panose="020B0604020202020204" pitchFamily="34" charset="0"/>
            </a:endParaRPr>
          </a:p>
          <a:p>
            <a:pPr algn="just" rtl="0">
              <a:spcBef>
                <a:spcPts val="0"/>
              </a:spcBef>
              <a:spcAft>
                <a:spcPts val="0"/>
              </a:spcAft>
            </a:pPr>
            <a:r>
              <a:rPr lang="en-US" sz="1800" b="1" i="0" u="none" strike="noStrike" dirty="0">
                <a:solidFill>
                  <a:srgbClr val="000000"/>
                </a:solidFill>
                <a:effectLst/>
                <a:latin typeface="Arial" panose="020B0604020202020204" pitchFamily="34" charset="0"/>
              </a:rPr>
              <a:t>System Design</a:t>
            </a:r>
            <a:r>
              <a:rPr lang="en-US" sz="1800" b="0" i="0" u="none" strike="noStrike" dirty="0">
                <a:solidFill>
                  <a:srgbClr val="000000"/>
                </a:solidFill>
                <a:effectLst/>
                <a:latin typeface="Arial" panose="020B0604020202020204" pitchFamily="34" charset="0"/>
              </a:rPr>
              <a:t> – This phase involves creating detailed technical specifications and design documents,</a:t>
            </a:r>
            <a:r>
              <a:rPr lang="en-US" sz="2800" b="0" i="0" u="none" strike="noStrike" dirty="0">
                <a:solidFill>
                  <a:schemeClr val="tx1"/>
                </a:solidFill>
                <a:effectLst/>
                <a:latin typeface="+mn-lt"/>
              </a:rPr>
              <a:t> </a:t>
            </a:r>
            <a:r>
              <a:rPr lang="en-US" sz="1800" b="0" i="0" u="none" strike="noStrike" dirty="0">
                <a:solidFill>
                  <a:srgbClr val="000000"/>
                </a:solidFill>
                <a:effectLst/>
                <a:latin typeface="Arial" panose="020B0604020202020204" pitchFamily="34" charset="0"/>
              </a:rPr>
              <a:t>Planning the programming language, for example Java, PHP, .NET or database, may also be necessary in this step.</a:t>
            </a:r>
            <a:r>
              <a:rPr lang="en-US" sz="1800" b="1" i="0" u="none" strike="noStrike" dirty="0">
                <a:solidFill>
                  <a:srgbClr val="000000"/>
                </a:solidFill>
                <a:effectLst/>
                <a:latin typeface="Arial" panose="020B0604020202020204" pitchFamily="34" charset="0"/>
              </a:rPr>
              <a:t> </a:t>
            </a:r>
            <a:endParaRPr lang="en-US" sz="1800" b="1" i="0" u="none" strike="noStrike" dirty="0">
              <a:solidFill>
                <a:srgbClr val="000000"/>
              </a:solidFill>
              <a:effectLst/>
              <a:latin typeface="Arial" panose="020B0604020202020204" pitchFamily="34" charset="0"/>
            </a:endParaRPr>
          </a:p>
          <a:p>
            <a:pPr algn="just" rtl="0">
              <a:spcBef>
                <a:spcPts val="0"/>
              </a:spcBef>
              <a:spcAft>
                <a:spcPts val="0"/>
              </a:spcAft>
            </a:pPr>
            <a:r>
              <a:rPr lang="en-US" sz="1800" b="0" i="0" u="none" strike="noStrike" dirty="0">
                <a:solidFill>
                  <a:srgbClr val="000000"/>
                </a:solidFill>
                <a:effectLst/>
                <a:latin typeface="Arial" panose="020B0604020202020204" pitchFamily="34" charset="0"/>
              </a:rPr>
              <a:t>Implementation: This phase involves writing code and integrating it with other components of the system.</a:t>
            </a:r>
            <a:endParaRPr lang="en-US" sz="2800" b="0" dirty="0">
              <a:effectLst/>
            </a:endParaRPr>
          </a:p>
          <a:p>
            <a:pPr algn="just" rtl="0">
              <a:spcBef>
                <a:spcPts val="0"/>
              </a:spcBef>
              <a:spcAft>
                <a:spcPts val="0"/>
              </a:spcAft>
            </a:pPr>
            <a:br>
              <a:rPr lang="en-US" sz="2800" b="0" dirty="0">
                <a:effectLst/>
              </a:rPr>
            </a:br>
            <a:r>
              <a:rPr lang="en-US" sz="1800" b="0" i="0" u="none" strike="noStrike" dirty="0">
                <a:solidFill>
                  <a:srgbClr val="000000"/>
                </a:solidFill>
                <a:effectLst/>
                <a:latin typeface="Arial" panose="020B0604020202020204" pitchFamily="34" charset="0"/>
              </a:rPr>
              <a:t>Testing: This phase involves verifying that the software meets the requirements and performs as expected.</a:t>
            </a:r>
            <a:endParaRPr lang="en-US" sz="2800" b="0" dirty="0">
              <a:effectLst/>
            </a:endParaRPr>
          </a:p>
          <a:p>
            <a:pPr algn="just" rtl="0">
              <a:spcBef>
                <a:spcPts val="0"/>
              </a:spcBef>
              <a:spcAft>
                <a:spcPts val="0"/>
              </a:spcAft>
            </a:pPr>
            <a:br>
              <a:rPr lang="en-US" sz="2800" b="0" dirty="0">
                <a:effectLst/>
              </a:rPr>
            </a:br>
            <a:r>
              <a:rPr lang="en-US" sz="1800" b="0" i="0" u="none" strike="noStrike" dirty="0">
                <a:solidFill>
                  <a:srgbClr val="000000"/>
                </a:solidFill>
                <a:effectLst/>
                <a:latin typeface="Arial" panose="020B0604020202020204" pitchFamily="34" charset="0"/>
              </a:rPr>
              <a:t>Deployment: This phase involves installing the software on the target system and making it available to users.</a:t>
            </a:r>
            <a:endParaRPr lang="en-US" sz="2800" b="0" dirty="0">
              <a:effectLst/>
            </a:endParaRPr>
          </a:p>
          <a:p>
            <a:pPr algn="just" rtl="0">
              <a:spcBef>
                <a:spcPts val="0"/>
              </a:spcBef>
              <a:spcAft>
                <a:spcPts val="0"/>
              </a:spcAft>
            </a:pPr>
            <a:br>
              <a:rPr lang="en-US" sz="2800" b="0" dirty="0">
                <a:effectLst/>
              </a:rPr>
            </a:br>
            <a:r>
              <a:rPr lang="en-US" sz="1800" b="0" i="0" u="none" strike="noStrike" dirty="0">
                <a:solidFill>
                  <a:srgbClr val="000000"/>
                </a:solidFill>
                <a:effectLst/>
                <a:latin typeface="Arial" panose="020B0604020202020204" pitchFamily="34" charset="0"/>
              </a:rPr>
              <a:t>Maintenance: This phase involves ongoing support and updates to the software to fix bugs, improve performance, and add new features.</a:t>
            </a:r>
            <a:endParaRPr lang="en-US" sz="2800" b="0" dirty="0">
              <a:effectLst/>
            </a:endParaRPr>
          </a:p>
          <a:p>
            <a:br>
              <a:rPr lang="en-US" sz="2800" b="0" dirty="0">
                <a:effectLst/>
              </a:rPr>
            </a:br>
            <a:br>
              <a:rPr lang="en-US" sz="2800" b="0" dirty="0">
                <a:effectLst/>
              </a:rPr>
            </a:br>
            <a:br>
              <a:rPr lang="en-US" sz="2800" dirty="0"/>
            </a:br>
            <a:endParaRPr lang="en-US" sz="1800" b="0" i="0" u="none" strike="noStrike" dirty="0">
              <a:solidFill>
                <a:srgbClr val="000000"/>
              </a:solidFill>
              <a:effectLst/>
              <a:latin typeface="Arial" panose="020B0604020202020204" pitchFamily="34" charset="0"/>
            </a:endParaRPr>
          </a:p>
          <a:p>
            <a:pPr rtl="0">
              <a:spcBef>
                <a:spcPts val="0"/>
              </a:spcBef>
              <a:spcAft>
                <a:spcPts val="0"/>
              </a:spcAft>
            </a:pPr>
            <a:endParaRPr lang="en-US" sz="1800" b="0" i="0" u="none" strike="noStrike" dirty="0">
              <a:solidFill>
                <a:srgbClr val="000000"/>
              </a:solidFill>
              <a:effectLst/>
              <a:latin typeface="Arial" panose="020B0604020202020204" pitchFamily="34" charset="0"/>
            </a:endParaRPr>
          </a:p>
          <a:p>
            <a:pPr rtl="0">
              <a:spcBef>
                <a:spcPts val="0"/>
              </a:spcBef>
              <a:spcAft>
                <a:spcPts val="0"/>
              </a:spcAft>
            </a:pPr>
            <a:endParaRPr lang="en-US" b="0" dirty="0">
              <a:effectLst/>
            </a:endParaRPr>
          </a:p>
          <a:p>
            <a:br>
              <a:rPr lang="en-US" b="0" dirty="0">
                <a:effectLst/>
              </a:rPr>
            </a:b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Agile Manifesto is a document that contains the core values and principles of agile software development. It offered an alternative to traditional software development methodologies to improve upon existing software development processes, which were more complex and contained a lot of documentation. </a:t>
            </a:r>
            <a:endParaRPr lang="en-US" dirty="0" smtClean="0"/>
          </a:p>
          <a:p>
            <a:r>
              <a:rPr lang="en-US" dirty="0" smtClean="0"/>
              <a:t>The Agile manifesto was released in February 2001 at The Lodge at Snowbird ski resort in Wasatch Mountain, Utah. A group of seventeen leading software developers known as the Agile Alliance wrote the manifesto to create a new way of managing the software development process.</a:t>
            </a:r>
            <a:endParaRPr lang="en-US" dirty="0"/>
          </a:p>
        </p:txBody>
      </p:sp>
      <p:sp>
        <p:nvSpPr>
          <p:cNvPr id="4" name="Slide Number Placeholder 3"/>
          <p:cNvSpPr>
            <a:spLocks noGrp="1"/>
          </p:cNvSpPr>
          <p:nvPr>
            <p:ph type="sldNum" sz="quarter" idx="10"/>
          </p:nvPr>
        </p:nvSpPr>
        <p:spPr/>
        <p:txBody>
          <a:bodyPr/>
          <a:lstStyle/>
          <a:p>
            <a:fld id="{5B89CB8E-1A9C-45A2-A410-1F9895BA0F68}"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smtClean="0"/>
              <a:t>Agile</a:t>
            </a:r>
            <a:r>
              <a:rPr lang="en-US" baseline="0" dirty="0" smtClean="0"/>
              <a:t> Manifesto defines </a:t>
            </a:r>
            <a:r>
              <a:rPr lang="en-US" dirty="0" smtClean="0"/>
              <a:t>four </a:t>
            </a:r>
            <a:r>
              <a:rPr lang="en-US" dirty="0"/>
              <a:t>core </a:t>
            </a:r>
            <a:r>
              <a:rPr lang="en-US" dirty="0" smtClean="0"/>
              <a:t>values&lt;break </a:t>
            </a:r>
            <a:r>
              <a:rPr lang="en-US" dirty="0"/>
              <a:t>time='0.5s' /&gt; 			</a:t>
            </a:r>
            <a:endParaRPr lang="en-US" dirty="0"/>
          </a:p>
          <a:p>
            <a:r>
              <a:rPr lang="en-US" dirty="0"/>
              <a:t>Individuals and interactions over process and tools&lt;break time='0.3s' /&gt; </a:t>
            </a:r>
            <a:endParaRPr lang="en-US" dirty="0"/>
          </a:p>
          <a:p>
            <a:r>
              <a:rPr lang="en-US" dirty="0"/>
              <a:t>Working software over comprehensive documentation&lt;break time='0.3s' /&gt; </a:t>
            </a:r>
            <a:endParaRPr lang="en-US" dirty="0"/>
          </a:p>
          <a:p>
            <a:r>
              <a:rPr lang="en-US" dirty="0"/>
              <a:t>Customer collaboration over contract negotiation&lt;break time='0.3s' /&gt; </a:t>
            </a:r>
            <a:endParaRPr lang="en-US" dirty="0"/>
          </a:p>
          <a:p>
            <a:r>
              <a:rPr lang="en-US" dirty="0"/>
              <a:t>Responding to change over following a plan&lt;break time='0.5s' /&gt; That is, while there is value in the items on the right, we value the items on the left more.</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b="0" i="0" kern="1200" dirty="0">
                <a:solidFill>
                  <a:schemeClr val="tx1"/>
                </a:solidFill>
                <a:effectLst/>
                <a:latin typeface="+mn-lt"/>
                <a:ea typeface="+mn-ea"/>
                <a:cs typeface="+mn-cs"/>
              </a:rPr>
              <a:t>Individuals and Interactions: Agile places a strong emphasis on the importance of individuals and their interactions in the development process. This value stresses the need for self-organization, cross-functional teams, and face-to-face communication.&lt;break time='0.5s' /&gt;</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b="0" i="0" kern="1200" dirty="0">
                <a:solidFill>
                  <a:schemeClr val="tx1"/>
                </a:solidFill>
                <a:effectLst/>
                <a:latin typeface="+mn-lt"/>
                <a:ea typeface="+mn-ea"/>
                <a:cs typeface="+mn-cs"/>
              </a:rPr>
              <a:t>Working Software: Agile prioritizes working software as the primary measure of progress. This value encourages the rapid delivery of functioning software that can be tested and used by customers.</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b="0" i="0" kern="1200" dirty="0">
                <a:solidFill>
                  <a:schemeClr val="tx1"/>
                </a:solidFill>
                <a:effectLst/>
                <a:latin typeface="+mn-lt"/>
                <a:ea typeface="+mn-ea"/>
                <a:cs typeface="+mn-cs"/>
              </a:rPr>
              <a:t>Customer Collaboration: Agile development requires close collaboration between the development team and the customer. This value emphasizes the importance of customer input, feedback, and active participation throughout the development process.</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b="0" i="0" kern="1200" dirty="0">
                <a:solidFill>
                  <a:schemeClr val="tx1"/>
                </a:solidFill>
                <a:effectLst/>
                <a:latin typeface="+mn-lt"/>
                <a:ea typeface="+mn-ea"/>
                <a:cs typeface="+mn-cs"/>
              </a:rPr>
              <a:t>Responding to Change: Agile is characterized by its flexibility and ability to adapt to changing requirements and priorities. This value stresses the importance of being able to respond quickly and effectively to changes, both in the requirements and in the development process itself.&lt;break time='1s' /&gt;</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b="0" i="0" kern="1200" dirty="0">
                <a:solidFill>
                  <a:schemeClr val="tx1"/>
                </a:solidFill>
                <a:effectLst/>
                <a:latin typeface="+mn-lt"/>
                <a:ea typeface="+mn-ea"/>
                <a:cs typeface="+mn-cs"/>
              </a:rPr>
              <a:t>These values are intended to guide Agile teams in making decisions and solving problems during software development process. </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sz="1200" b="0" i="0" kern="1200" dirty="0">
              <a:solidFill>
                <a:schemeClr val="tx1"/>
              </a:solidFill>
              <a:effectLst/>
              <a:latin typeface="+mn-lt"/>
              <a:ea typeface="+mn-ea"/>
              <a:cs typeface="+mn-cs"/>
            </a:endParaRPr>
          </a:p>
          <a:p>
            <a:br>
              <a:rPr lang="en-US" sz="1200" b="0" i="0" kern="1200" dirty="0">
                <a:solidFill>
                  <a:schemeClr val="tx1"/>
                </a:solidFill>
                <a:effectLst/>
                <a:latin typeface="+mn-lt"/>
                <a:ea typeface="+mn-ea"/>
                <a:cs typeface="+mn-cs"/>
              </a:rPr>
            </a:br>
            <a:endParaRPr lang="en-US" dirty="0"/>
          </a:p>
          <a:p>
            <a:endParaRPr lang="en-US" dirty="0"/>
          </a:p>
        </p:txBody>
      </p:sp>
      <p:sp>
        <p:nvSpPr>
          <p:cNvPr id="4" name="Slide Number Placeholder 3"/>
          <p:cNvSpPr>
            <a:spLocks noGrp="1"/>
          </p:cNvSpPr>
          <p:nvPr>
            <p:ph type="sldNum" sz="quarter" idx="10"/>
          </p:nvPr>
        </p:nvSpPr>
        <p:spPr/>
        <p:txBody>
          <a:bodyPr/>
          <a:lstStyle/>
          <a:p>
            <a:fld id="{5B89CB8E-1A9C-45A2-A410-1F9895BA0F68}"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Agile manifesto also defines 12 principles </a:t>
            </a:r>
            <a:r>
              <a:rPr lang="en-US" dirty="0"/>
              <a:t>: Customer satisfaction by early and continuous delivery of valuable software. Welcome changing requirements, even late in development. Agile processes harness change for the customer's competitive advantage. Deliver working software frequently, from a couple of weeks to a couple of months, with a preference to the shorter timescale. motivated individuals, Give them the environment and support they need, and trust them to get the job done.</a:t>
            </a:r>
            <a:endParaRPr lang="en-US" dirty="0"/>
          </a:p>
          <a:p>
            <a:endParaRPr lang="en-US" dirty="0"/>
          </a:p>
          <a:p>
            <a:r>
              <a:rPr lang="en-US" dirty="0"/>
              <a:t>Collaboration of businesses and developers ,Business people and developers must work together daily throughout the project. The most efficient and effective method of conveying information to and within a development team is face-to-face conversation.  Working software is the primary measure of progress. Continuous attention to technical excellence and good design enhances agility. Simplicity–the art of maximizing the amount of work not done–is essential.</a:t>
            </a:r>
            <a:endParaRPr lang="en-US" dirty="0"/>
          </a:p>
          <a:p>
            <a:endParaRPr lang="en-US" dirty="0"/>
          </a:p>
          <a:p>
            <a:r>
              <a:rPr lang="en-US" dirty="0"/>
              <a:t>The best architectures, requirements, and designs emerge from self-organizing teams. At regular intervals, the team reflects on how to become more effective, then tunes and adjusts its behavior accordingly.</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5B89CB8E-1A9C-45A2-A410-1F9895BA0F68}"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agile methodologies&lt;break time='0.5s' /&gt;Agile Methodology' is an umbrella term for a group of technical and project management methodologies. In the software development industry, we use agile for developing products and services iteratively. The collective aim of these methodologies is to be responsive to the market and customer needs by providing faster and frequent delivery of value, and minimize the risk of wastage of time, effort and money. </a:t>
            </a:r>
            <a:endParaRPr lang="en-US" dirty="0"/>
          </a:p>
          <a:p>
            <a:endParaRPr lang="en-US" dirty="0"/>
          </a:p>
          <a:p>
            <a:r>
              <a:rPr lang="en-US" dirty="0"/>
              <a:t> Lean Methodology, </a:t>
            </a:r>
            <a:r>
              <a:rPr lang="en-US" dirty="0" err="1"/>
              <a:t>eXtreme</a:t>
            </a:r>
            <a:r>
              <a:rPr lang="en-US" dirty="0"/>
              <a:t> Programming,  Scrum and Kanban are the most popular Agile Methodologies in the software industry. Agile methodologies break up the total product development into shorter, time-boxed periods, often called sprints or iterations that provide greater visibility of tasks, control on delivery and accuracy in estimates. At the end of each iteration, there is a shippable product called increment.</a:t>
            </a:r>
            <a:endParaRPr lang="en-US" dirty="0"/>
          </a:p>
        </p:txBody>
      </p:sp>
      <p:sp>
        <p:nvSpPr>
          <p:cNvPr id="4" name="Slide Number Placeholder 3"/>
          <p:cNvSpPr>
            <a:spLocks noGrp="1"/>
          </p:cNvSpPr>
          <p:nvPr>
            <p:ph type="sldNum" sz="quarter" idx="10"/>
          </p:nvPr>
        </p:nvSpPr>
        <p:spPr/>
        <p:txBody>
          <a:bodyPr/>
          <a:lstStyle/>
          <a:p>
            <a:fld id="{5B89CB8E-1A9C-45A2-A410-1F9895BA0F68}"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TextEdit="1"/>
          </p:cNvSpPr>
          <p:nvPr>
            <p:ph type="sldImg"/>
          </p:nvPr>
        </p:nvSpPr>
        <p:spPr>
          <a:xfrm>
            <a:off x="381000" y="685800"/>
            <a:ext cx="6096000" cy="3429000"/>
          </a:xfrm>
        </p:spPr>
      </p:sp>
      <p:sp>
        <p:nvSpPr>
          <p:cNvPr id="4099"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smtClean="0">
                <a:solidFill>
                  <a:schemeClr val="tx1"/>
                </a:solidFill>
                <a:effectLst/>
                <a:latin typeface="+mn-lt"/>
                <a:ea typeface="+mn-ea"/>
                <a:cs typeface="+mn-cs"/>
              </a:rPr>
              <a:t>Hai, welcome to Polyglot! Let us start our session.</a:t>
            </a:r>
            <a:endParaRPr lang="en-US" sz="1200" kern="1200" dirty="0" smtClean="0">
              <a:solidFill>
                <a:schemeClr val="tx1"/>
              </a:solidFill>
              <a:effectLst/>
              <a:latin typeface="+mn-lt"/>
              <a:ea typeface="+mn-ea"/>
              <a:cs typeface="+mn-cs"/>
            </a:endParaRPr>
          </a:p>
          <a:p>
            <a:endParaRPr lang="en-US" altLang="en-US" dirty="0">
              <a:latin typeface="Helvetica Neue" pitchFamily="2" charset="0"/>
              <a:cs typeface="Helvetica Neue" pitchFamily="2"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The Scrum is a lightweight framework used for managing and completing complex projects. It is commonly used in software development, but can also be applied to other fields. </a:t>
            </a:r>
            <a:r>
              <a:rPr lang="en-US" sz="1200" dirty="0" smtClean="0">
                <a:solidFill>
                  <a:schemeClr val="accent1"/>
                </a:solidFill>
              </a:rPr>
              <a:t>It helps teams deliver high-quality products fast and efficiently</a:t>
            </a:r>
            <a:endParaRPr lang="en-US" sz="1200" b="1" dirty="0" smtClean="0">
              <a:solidFill>
                <a:schemeClr val="accent1"/>
              </a:solidFill>
              <a:latin typeface="Helvetica Neue"/>
              <a:ea typeface="Helvetica Neue"/>
              <a:cs typeface="Helvetica Neue"/>
              <a:sym typeface="Helvetica Neue"/>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smtClean="0">
                <a:solidFill>
                  <a:schemeClr val="tx1"/>
                </a:solidFill>
                <a:effectLst/>
                <a:latin typeface="+mn-lt"/>
                <a:ea typeface="+mn-ea"/>
                <a:cs typeface="+mn-cs"/>
              </a:rPr>
              <a:t>The framework is based on the principles of transparency, inspection, and adaptation. The Scrum framework consists of the roles, events, and artifacts.</a:t>
            </a:r>
            <a:endParaRPr lang="en-US"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smtClean="0">
                <a:solidFill>
                  <a:schemeClr val="tx1"/>
                </a:solidFill>
                <a:effectLst/>
                <a:latin typeface="+mn-lt"/>
                <a:ea typeface="+mn-ea"/>
                <a:cs typeface="+mn-cs"/>
              </a:rPr>
              <a:t>The basic process of Scrum is: "The product owner </a:t>
            </a:r>
            <a:r>
              <a:rPr lang="en-US" sz="1200" kern="1200" dirty="0" err="1" smtClean="0">
                <a:solidFill>
                  <a:schemeClr val="tx1"/>
                </a:solidFill>
                <a:effectLst/>
                <a:latin typeface="+mn-lt"/>
                <a:ea typeface="+mn-ea"/>
                <a:cs typeface="+mn-cs"/>
              </a:rPr>
              <a:t>prioritises</a:t>
            </a:r>
            <a:r>
              <a:rPr lang="en-US" sz="1200" kern="1200" dirty="0" smtClean="0">
                <a:solidFill>
                  <a:schemeClr val="tx1"/>
                </a:solidFill>
                <a:effectLst/>
                <a:latin typeface="+mn-lt"/>
                <a:ea typeface="+mn-ea"/>
                <a:cs typeface="+mn-cs"/>
              </a:rPr>
              <a:t> the items in the product backlog." The team selects items from the sprint backlog to complete the sprint. Software products are developed in short cycles called sprints. The team works on completing the items during the sprint, and the team demonstrates the completed items and receives feedback at the sprint review. The team reflects on the sprint and identifies ways to improve at the sprint retrospective.</a:t>
            </a:r>
            <a:endParaRPr lang="en-US"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Also release a version of the product that includes all the features and improvements completed during the sprint, called an increment. The process is repeated with a new sprint.</a:t>
            </a:r>
            <a:endParaRPr lang="en-US"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sz="12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3E37E869-70F8-4A03-BE63-7C98C68D3FDE}"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Next, we'll talk about Kanban.</a:t>
            </a:r>
            <a:endParaRPr lang="en-US" dirty="0" smtClean="0"/>
          </a:p>
          <a:p>
            <a:endParaRPr lang="en-US" dirty="0" smtClean="0"/>
          </a:p>
          <a:p>
            <a:r>
              <a:rPr lang="en-US" dirty="0" smtClean="0"/>
              <a:t>Kanban is a method for managing and improving workflows, originally developed in the manufacturing industry in Japan. It is based on the concept of "just-in-time" production, in which work is only started when it is needed, rather than being completed in advance. Kanban originated in Toyota in the 1940s. The name </a:t>
            </a:r>
            <a:r>
              <a:rPr lang="en-US" dirty="0" err="1" smtClean="0"/>
              <a:t>kanban</a:t>
            </a:r>
            <a:r>
              <a:rPr lang="en-US" dirty="0" smtClean="0"/>
              <a:t> originated from a Japanese word.”</a:t>
            </a:r>
            <a:r>
              <a:rPr lang="en-US" dirty="0" err="1" smtClean="0"/>
              <a:t>kanban</a:t>
            </a:r>
            <a:r>
              <a:rPr lang="en-US" dirty="0" smtClean="0"/>
              <a:t>” meaning “visual board”. The Kanban method provides a transparent way of visualizing the tasks and work capacity of a team.</a:t>
            </a:r>
            <a:endParaRPr lang="en-US" dirty="0" smtClean="0"/>
          </a:p>
          <a:p>
            <a:endParaRPr lang="en-US" dirty="0" smtClean="0"/>
          </a:p>
          <a:p>
            <a:r>
              <a:rPr lang="en-US" dirty="0" smtClean="0"/>
              <a:t>In a </a:t>
            </a:r>
            <a:r>
              <a:rPr lang="en-US" dirty="0" err="1" smtClean="0"/>
              <a:t>kanban</a:t>
            </a:r>
            <a:r>
              <a:rPr lang="en-US" dirty="0" smtClean="0"/>
              <a:t> system, work is represented by cards on a board, with each column on the board representing a different stage in the workflow. As work is completed, it is moved from left to right on the board, allowing team members to easily visualize the progress of their work and identify any delays.</a:t>
            </a:r>
            <a:endParaRPr lang="en-US" dirty="0" smtClean="0"/>
          </a:p>
          <a:p>
            <a:r>
              <a:rPr lang="en-US" dirty="0" smtClean="0"/>
              <a:t>Kanban is often used in combination with other agile methods, such as Scrum, to improve the efficiency and effectiveness of the development process. </a:t>
            </a:r>
            <a:endParaRPr lang="en-US" dirty="0"/>
          </a:p>
        </p:txBody>
      </p:sp>
      <p:sp>
        <p:nvSpPr>
          <p:cNvPr id="4" name="Slide Number Placeholder 3"/>
          <p:cNvSpPr>
            <a:spLocks noGrp="1"/>
          </p:cNvSpPr>
          <p:nvPr>
            <p:ph type="sldNum" sz="quarter" idx="10"/>
          </p:nvPr>
        </p:nvSpPr>
        <p:spPr/>
        <p:txBody>
          <a:bodyPr/>
          <a:lstStyle/>
          <a:p>
            <a:fld id="{3E37E869-70F8-4A03-BE63-7C98C68D3FDE}"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825500" rtl="0" eaLnBrk="1" fontAlgn="auto" latinLnBrk="0" hangingPunct="0">
              <a:lnSpc>
                <a:spcPct val="100000"/>
              </a:lnSpc>
              <a:spcBef>
                <a:spcPts val="0"/>
              </a:spcBef>
              <a:spcAft>
                <a:spcPts val="0"/>
              </a:spcAft>
              <a:buClrTx/>
              <a:buSzTx/>
              <a:buFontTx/>
              <a:buNone/>
              <a:defRPr/>
            </a:pPr>
            <a:r>
              <a:rPr lang="en-US" dirty="0" smtClean="0"/>
              <a:t>The next one is the </a:t>
            </a:r>
            <a:r>
              <a:rPr lang="en-US" dirty="0" err="1" smtClean="0"/>
              <a:t>Scrumban</a:t>
            </a:r>
            <a:r>
              <a:rPr lang="en-US" dirty="0" smtClean="0"/>
              <a:t> methodology. </a:t>
            </a:r>
            <a:r>
              <a:rPr lang="en-US" dirty="0" err="1" smtClean="0"/>
              <a:t>Scrumban</a:t>
            </a:r>
            <a:r>
              <a:rPr lang="en-US" dirty="0" smtClean="0"/>
              <a:t> is a hybrid methodology that combines all the benefits of Scrum and Kanban to create a more flexible and efficient approach to project management. It allows teams to use the planning and prioritization tools of Scrum while also utilizing the visual workflow management of Kanban. This creates a more adaptive approach to project management that can better handle changes and uncertainty. That enables teams to handle both incremental and evolutionary changes in product development. This methodology is flexible enough to be used for both short-term and long-term projects.</a:t>
            </a:r>
            <a:endParaRPr kumimoji="0" lang="en-US" sz="1200" b="1" i="0" u="none" strike="noStrike" cap="none" spc="0" normalizeH="0" baseline="0" dirty="0" smtClean="0">
              <a:ln>
                <a:noFill/>
              </a:ln>
              <a:solidFill>
                <a:schemeClr val="bg1"/>
              </a:solidFill>
              <a:effectLst/>
              <a:uFillTx/>
              <a:latin typeface="Helvetica Neue"/>
              <a:ea typeface="Helvetica Neue"/>
              <a:cs typeface="Helvetica Neue"/>
              <a:sym typeface="Helvetica Neue"/>
            </a:endParaRPr>
          </a:p>
          <a:p>
            <a:pPr marL="0" marR="0" lvl="0" indent="0" algn="l" defTabSz="825500" rtl="0" eaLnBrk="1" fontAlgn="auto" latinLnBrk="0" hangingPunct="0">
              <a:lnSpc>
                <a:spcPct val="100000"/>
              </a:lnSpc>
              <a:spcBef>
                <a:spcPts val="0"/>
              </a:spcBef>
              <a:spcAft>
                <a:spcPts val="0"/>
              </a:spcAft>
              <a:buClrTx/>
              <a:buSzTx/>
              <a:buFontTx/>
              <a:buNone/>
              <a:defRPr/>
            </a:pPr>
            <a:endParaRPr lang="en-US" sz="1200" dirty="0" smtClean="0">
              <a:solidFill>
                <a:schemeClr val="bg1"/>
              </a:solidFill>
            </a:endParaRPr>
          </a:p>
          <a:p>
            <a:pPr algn="ctr" defTabSz="825500" hangingPunct="0"/>
            <a:endParaRPr kumimoji="0" lang="en-US" sz="1200" b="1" i="0" u="none" strike="noStrike" cap="none" spc="0" normalizeH="0" baseline="0" dirty="0" smtClean="0">
              <a:ln>
                <a:noFill/>
              </a:ln>
              <a:solidFill>
                <a:srgbClr val="000000"/>
              </a:solidFill>
              <a:effectLst/>
              <a:uFillTx/>
              <a:latin typeface="Helvetica Neue"/>
              <a:ea typeface="Helvetica Neue"/>
              <a:cs typeface="Helvetica Neue"/>
              <a:sym typeface="Helvetica Neue"/>
            </a:endParaRPr>
          </a:p>
          <a:p>
            <a:pPr defTabSz="825500" hangingPunct="0"/>
            <a:endParaRPr kumimoji="0" lang="en-US" sz="1200" b="1" i="0" u="none" strike="noStrike" cap="none" spc="0" normalizeH="0" baseline="0" dirty="0" smtClean="0">
              <a:ln>
                <a:noFill/>
              </a:ln>
              <a:solidFill>
                <a:schemeClr val="bg1"/>
              </a:solidFill>
              <a:effectLst/>
              <a:uFillTx/>
              <a:latin typeface="Helvetica Neue"/>
              <a:ea typeface="Helvetica Neue"/>
              <a:cs typeface="Helvetica Neue"/>
              <a:sym typeface="Helvetica Neue"/>
            </a:endParaRPr>
          </a:p>
          <a:p>
            <a:endParaRPr lang="en-US" dirty="0"/>
          </a:p>
        </p:txBody>
      </p:sp>
      <p:sp>
        <p:nvSpPr>
          <p:cNvPr id="4" name="Slide Number Placeholder 3"/>
          <p:cNvSpPr>
            <a:spLocks noGrp="1"/>
          </p:cNvSpPr>
          <p:nvPr>
            <p:ph type="sldNum" sz="quarter" idx="10"/>
          </p:nvPr>
        </p:nvSpPr>
        <p:spPr/>
        <p:txBody>
          <a:bodyPr/>
          <a:lstStyle/>
          <a:p>
            <a:fld id="{3E37E869-70F8-4A03-BE63-7C98C68D3FDE}"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Congratulation… After the completion of this session, we get a brief description of popular Agile methodologies, including Scrum, Kanban, Lean, </a:t>
            </a:r>
            <a:r>
              <a:rPr lang="en-US" sz="1200" kern="1200" dirty="0" err="1" smtClean="0">
                <a:solidFill>
                  <a:schemeClr val="tx1"/>
                </a:solidFill>
                <a:effectLst/>
                <a:latin typeface="+mn-lt"/>
                <a:ea typeface="+mn-ea"/>
                <a:cs typeface="+mn-cs"/>
              </a:rPr>
              <a:t>Scrumban</a:t>
            </a:r>
            <a:r>
              <a:rPr lang="en-US" sz="1200" kern="1200" dirty="0" smtClean="0">
                <a:solidFill>
                  <a:schemeClr val="tx1"/>
                </a:solidFill>
                <a:effectLst/>
                <a:latin typeface="+mn-lt"/>
                <a:ea typeface="+mn-ea"/>
                <a:cs typeface="+mn-cs"/>
              </a:rPr>
              <a:t>, and Extreme Programming. Scrum is a framework for managing and completing complex projects, typically used for software development. Kanban is a method for managing and improving workflows and is often used in manufacturing and service industries. </a:t>
            </a:r>
            <a:endParaRPr lang="en-US" sz="1200"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Lean is a methodology that emphasizes the elimination of waste and continuous improvement and is often used in the manufacturing and healthcare industries. </a:t>
            </a:r>
            <a:r>
              <a:rPr lang="en-US" sz="1200" kern="1200" dirty="0" err="1" smtClean="0">
                <a:solidFill>
                  <a:schemeClr val="tx1"/>
                </a:solidFill>
                <a:effectLst/>
                <a:latin typeface="+mn-lt"/>
                <a:ea typeface="+mn-ea"/>
                <a:cs typeface="+mn-cs"/>
              </a:rPr>
              <a:t>Scrumban</a:t>
            </a:r>
            <a:r>
              <a:rPr lang="en-US" sz="1200" kern="1200" dirty="0" smtClean="0">
                <a:solidFill>
                  <a:schemeClr val="tx1"/>
                </a:solidFill>
                <a:effectLst/>
                <a:latin typeface="+mn-lt"/>
                <a:ea typeface="+mn-ea"/>
                <a:cs typeface="+mn-cs"/>
              </a:rPr>
              <a:t> is a hybrid methodology that combines elements of both Scrum and Kanban.</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Extreme Programming (XP) is a software development methodology that emphasizes the values of simplicity, communication, feedback, and collaboration. It is characterized by a focus on frequent releases in short development cycles and a heavy emphasis on teamwork and collaboration.</a:t>
            </a:r>
            <a:endParaRPr lang="en-US" sz="12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3E37E869-70F8-4A03-BE63-7C98C68D3FDE}"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smtClean="0"/>
              <a:t>Lean methodology &lt;break time='0.5s‘/&gt; </a:t>
            </a:r>
            <a:r>
              <a:rPr lang="en-US" sz="1200" kern="1200" dirty="0" smtClean="0">
                <a:solidFill>
                  <a:schemeClr val="tx1"/>
                </a:solidFill>
                <a:effectLst/>
                <a:latin typeface="+mn-lt"/>
                <a:ea typeface="+mn-ea"/>
                <a:cs typeface="+mn-cs"/>
              </a:rPr>
              <a:t>Lean software development is a methodology for creating software that is based on the principles of Lean Manufacturing and Lean Startup. The goal of lean software development is to create software that is delivered quickly, with a minimum of waste and rework, and that meets the needs of the customer. This is achieved by focusing on continuous improvement, rapid prototyping, and frequent feedback from end users. </a:t>
            </a:r>
            <a:endParaRPr lang="en-US"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smtClean="0">
                <a:solidFill>
                  <a:schemeClr val="tx1"/>
                </a:solidFill>
                <a:effectLst/>
                <a:latin typeface="+mn-lt"/>
                <a:ea typeface="+mn-ea"/>
                <a:cs typeface="+mn-cs"/>
              </a:rPr>
              <a:t>Lean software development also emphasizes the importance of removing unnecessary features and focusing on delivering the most value to the customer with the least amount of work.</a:t>
            </a:r>
            <a:r>
              <a:rPr lang="en-US" dirty="0" smtClean="0"/>
              <a:t> which were first developed by Toyota and have been widely adopted in various industries. Most automobile manufacturers practice this methodology like Nissan ,  ford..</a:t>
            </a:r>
            <a:endParaRPr lang="en-US" dirty="0" smtClean="0"/>
          </a:p>
          <a:p>
            <a:endParaRPr lang="en-US" sz="1200" kern="1200" dirty="0" smtClean="0">
              <a:solidFill>
                <a:schemeClr val="tx1"/>
              </a:solidFill>
              <a:effectLst/>
              <a:latin typeface="+mn-lt"/>
              <a:ea typeface="+mn-ea"/>
              <a:cs typeface="+mn-cs"/>
            </a:endParaRPr>
          </a:p>
          <a:p>
            <a:endParaRPr lang="en-US" dirty="0" smtClean="0"/>
          </a:p>
          <a:p>
            <a:endParaRPr lang="en-US" dirty="0"/>
          </a:p>
        </p:txBody>
      </p:sp>
      <p:sp>
        <p:nvSpPr>
          <p:cNvPr id="4" name="Slide Number Placeholder 3"/>
          <p:cNvSpPr>
            <a:spLocks noGrp="1"/>
          </p:cNvSpPr>
          <p:nvPr>
            <p:ph type="sldNum" sz="quarter" idx="10"/>
          </p:nvPr>
        </p:nvSpPr>
        <p:spPr/>
        <p:txBody>
          <a:bodyPr/>
          <a:lstStyle/>
          <a:p>
            <a:fld id="{3E37E869-70F8-4A03-BE63-7C98C68D3FDE}"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Now we discuss Extreme programming. Also known as XP. XP is a software development methodology that was designed to improve software quality and responsiveness to changing customer requirements. It is a type of agile software development that emphasizes rapid development cycles, frequent delivery of working software, and continuous integration and testing. XP is based on a set of values and principles ,  that prioritize people and interactions, working software, and customer collaboration.</a:t>
            </a:r>
            <a:endParaRPr lang="en-US" dirty="0" smtClean="0"/>
          </a:p>
          <a:p>
            <a:endParaRPr lang="en-US" dirty="0" smtClean="0"/>
          </a:p>
          <a:p>
            <a:r>
              <a:rPr lang="en-US" dirty="0" smtClean="0"/>
              <a:t>It is intended to be a lightweight, flexible approach that can be adapted to a wide range of projects and environments. Some of the key practices of XP include pair programming, test-driven development, and continuous integration.</a:t>
            </a: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3E37E869-70F8-4A03-BE63-7C98C68D3FDE}"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E9A934C-9125-4602-BB03-4E2C8239A96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9562C7-D336-4677-B630-8800E00E8808}"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E9A934C-9125-4602-BB03-4E2C8239A96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9562C7-D336-4677-B630-8800E00E8808}"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1E9A934C-9125-4602-BB03-4E2C8239A96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9562C7-D336-4677-B630-8800E00E8808}"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E9A934C-9125-4602-BB03-4E2C8239A96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9562C7-D336-4677-B630-8800E00E8808}"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E9A934C-9125-4602-BB03-4E2C8239A96A}"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29562C7-D336-4677-B630-8800E00E8808}"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E9A934C-9125-4602-BB03-4E2C8239A96A}"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29562C7-D336-4677-B630-8800E00E8808}"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9A934C-9125-4602-BB03-4E2C8239A96A}"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29562C7-D336-4677-B630-8800E00E8808}"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1E9A934C-9125-4602-BB03-4E2C8239A96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9562C7-D336-4677-B630-8800E00E8808}"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1E9A934C-9125-4602-BB03-4E2C8239A96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9562C7-D336-4677-B630-8800E00E8808}"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E9A934C-9125-4602-BB03-4E2C8239A96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9562C7-D336-4677-B630-8800E00E8808}"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E9A934C-9125-4602-BB03-4E2C8239A96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9562C7-D336-4677-B630-8800E00E8808}"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9A934C-9125-4602-BB03-4E2C8239A96A}"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9562C7-D336-4677-B630-8800E00E880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7.xml"/><Relationship Id="rId7" Type="http://schemas.openxmlformats.org/officeDocument/2006/relationships/image" Target="../media/image2.jpeg"/><Relationship Id="rId6" Type="http://schemas.microsoft.com/office/2007/relationships/media" Target="../media/media2.mp3"/><Relationship Id="rId5" Type="http://schemas.openxmlformats.org/officeDocument/2006/relationships/audio" Target="../media/media2.mp3"/><Relationship Id="rId4" Type="http://schemas.openxmlformats.org/officeDocument/2006/relationships/image" Target="../media/image4.png"/><Relationship Id="rId3" Type="http://schemas.microsoft.com/office/2007/relationships/media" Target="../media/media1.mp3"/><Relationship Id="rId2" Type="http://schemas.openxmlformats.org/officeDocument/2006/relationships/audio" Target="../media/media1.mp3"/><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9" Type="http://schemas.microsoft.com/office/2007/relationships/media" Target="../media/media6.mp3"/><Relationship Id="rId8" Type="http://schemas.openxmlformats.org/officeDocument/2006/relationships/audio" Target="../media/media6.mp3"/><Relationship Id="rId7" Type="http://schemas.microsoft.com/office/2007/relationships/media" Target="../media/media5.mp3"/><Relationship Id="rId6" Type="http://schemas.openxmlformats.org/officeDocument/2006/relationships/audio" Target="../media/media5.mp3"/><Relationship Id="rId5" Type="http://schemas.microsoft.com/office/2007/relationships/media" Target="../media/media4.mp3"/><Relationship Id="rId4" Type="http://schemas.openxmlformats.org/officeDocument/2006/relationships/audio" Target="../media/media4.mp3"/><Relationship Id="rId3" Type="http://schemas.openxmlformats.org/officeDocument/2006/relationships/image" Target="../media/image4.png"/><Relationship Id="rId2" Type="http://schemas.microsoft.com/office/2007/relationships/media" Target="../media/media3.mp3"/><Relationship Id="rId12" Type="http://schemas.openxmlformats.org/officeDocument/2006/relationships/notesSlide" Target="../notesSlides/notesSlide4.xml"/><Relationship Id="rId11" Type="http://schemas.openxmlformats.org/officeDocument/2006/relationships/slideLayout" Target="../slideLayouts/slideLayout7.xml"/><Relationship Id="rId10" Type="http://schemas.openxmlformats.org/officeDocument/2006/relationships/image" Target="../media/image2.jpeg"/><Relationship Id="rId1" Type="http://schemas.openxmlformats.org/officeDocument/2006/relationships/audio" Target="../media/media3.mp3"/></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7.xml"/><Relationship Id="rId4" Type="http://schemas.openxmlformats.org/officeDocument/2006/relationships/image" Target="../media/image2.jpeg"/><Relationship Id="rId3" Type="http://schemas.openxmlformats.org/officeDocument/2006/relationships/image" Target="../media/image4.png"/><Relationship Id="rId2" Type="http://schemas.microsoft.com/office/2007/relationships/media" Target="../media/media7.mp3"/><Relationship Id="rId1" Type="http://schemas.openxmlformats.org/officeDocument/2006/relationships/audio" Target="../media/media7.mp3"/></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7.xml"/><Relationship Id="rId3" Type="http://schemas.openxmlformats.org/officeDocument/2006/relationships/image" Target="../media/image2.jpeg"/><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9" Type="http://schemas.openxmlformats.org/officeDocument/2006/relationships/image" Target="../media/image15.jpeg"/><Relationship Id="rId8" Type="http://schemas.microsoft.com/office/2007/relationships/hdphoto" Target="../media/image14.wdp"/><Relationship Id="rId7" Type="http://schemas.openxmlformats.org/officeDocument/2006/relationships/image" Target="../media/image13.png"/><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5" Type="http://schemas.openxmlformats.org/officeDocument/2006/relationships/notesSlide" Target="../notesSlides/notesSlide7.xml"/><Relationship Id="rId14" Type="http://schemas.openxmlformats.org/officeDocument/2006/relationships/slideLayout" Target="../slideLayouts/slideLayout7.xml"/><Relationship Id="rId13" Type="http://schemas.openxmlformats.org/officeDocument/2006/relationships/image" Target="../media/image2.jpeg"/><Relationship Id="rId12" Type="http://schemas.openxmlformats.org/officeDocument/2006/relationships/image" Target="../media/image4.png"/><Relationship Id="rId11" Type="http://schemas.microsoft.com/office/2007/relationships/media" Target="../media/media8.mp3"/><Relationship Id="rId10" Type="http://schemas.openxmlformats.org/officeDocument/2006/relationships/audio" Target="../media/media8.mp3"/><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7.xml"/><Relationship Id="rId5" Type="http://schemas.openxmlformats.org/officeDocument/2006/relationships/image" Target="../media/image2.jpe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7.xml"/><Relationship Id="rId7" Type="http://schemas.openxmlformats.org/officeDocument/2006/relationships/image" Target="../media/image2.jpeg"/><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jpe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7.xml"/><Relationship Id="rId3" Type="http://schemas.openxmlformats.org/officeDocument/2006/relationships/image" Target="../media/image2.jpeg"/><Relationship Id="rId2" Type="http://schemas.microsoft.com/office/2007/relationships/hdphoto" Target="../media/image27.wdp"/><Relationship Id="rId1"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28.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29.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microsoft.com/office/2007/relationships/hdphoto" Target="../media/image31.wdp"/><Relationship Id="rId1"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Picture 5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15004" y="1636379"/>
            <a:ext cx="3521071" cy="3521071"/>
          </a:xfrm>
          <a:prstGeom prst="rect">
            <a:avLst/>
          </a:prstGeom>
        </p:spPr>
      </p:pic>
      <p:sp>
        <p:nvSpPr>
          <p:cNvPr id="52" name="Google Shape;290;p1"/>
          <p:cNvSpPr txBox="1"/>
          <p:nvPr/>
        </p:nvSpPr>
        <p:spPr>
          <a:xfrm>
            <a:off x="5357018" y="1766947"/>
            <a:ext cx="6146234" cy="19389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0" i="0" u="none" strike="noStrike" cap="none" dirty="0">
                <a:solidFill>
                  <a:srgbClr val="0C0C0C"/>
                </a:solidFill>
                <a:latin typeface="Algerian" panose="04020705040A02060702"/>
                <a:ea typeface="Algerian" panose="04020705040A02060702"/>
                <a:cs typeface="Algerian" panose="04020705040A02060702"/>
                <a:sym typeface="Algerian" panose="04020705040A02060702"/>
              </a:rPr>
              <a:t>         </a:t>
            </a:r>
            <a:r>
              <a:rPr lang="en-US" sz="6000" b="0" i="0" u="none" strike="noStrike" cap="none" dirty="0">
                <a:solidFill>
                  <a:schemeClr val="accent1"/>
                </a:solidFill>
                <a:latin typeface="Algerian" panose="04020705040A02060702"/>
                <a:ea typeface="Algerian" panose="04020705040A02060702"/>
                <a:cs typeface="Algerian" panose="04020705040A02060702"/>
                <a:sym typeface="Algerian" panose="04020705040A02060702"/>
              </a:rPr>
              <a:t>AGILE</a:t>
            </a:r>
            <a:r>
              <a:rPr lang="en-US" sz="6000" b="0" i="0" u="none" strike="noStrike" cap="none" dirty="0">
                <a:solidFill>
                  <a:srgbClr val="0C0C0C"/>
                </a:solidFill>
                <a:latin typeface="Algerian" panose="04020705040A02060702"/>
                <a:ea typeface="Algerian" panose="04020705040A02060702"/>
                <a:cs typeface="Algerian" panose="04020705040A02060702"/>
                <a:sym typeface="Algerian" panose="04020705040A02060702"/>
              </a:rPr>
              <a:t> </a:t>
            </a:r>
            <a:endParaRPr dirty="0"/>
          </a:p>
          <a:p>
            <a:pPr marL="0" marR="0" lvl="0" indent="0" algn="l" rtl="0">
              <a:spcBef>
                <a:spcPts val="0"/>
              </a:spcBef>
              <a:spcAft>
                <a:spcPts val="0"/>
              </a:spcAft>
              <a:buNone/>
            </a:pPr>
            <a:r>
              <a:rPr lang="en-US" sz="6000" dirty="0">
                <a:solidFill>
                  <a:schemeClr val="accent2"/>
                </a:solidFill>
                <a:latin typeface="Algerian" panose="04020705040A02060702"/>
                <a:ea typeface="Algerian" panose="04020705040A02060702"/>
                <a:cs typeface="Algerian" panose="04020705040A02060702"/>
                <a:sym typeface="Algerian" panose="04020705040A02060702"/>
              </a:rPr>
              <a:t>METHODOLOGIES</a:t>
            </a:r>
            <a:endParaRPr sz="6000" dirty="0">
              <a:solidFill>
                <a:schemeClr val="accent2"/>
              </a:solidFill>
              <a:latin typeface="Algerian" panose="04020705040A02060702"/>
              <a:ea typeface="Algerian" panose="04020705040A02060702"/>
              <a:cs typeface="Algerian" panose="04020705040A02060702"/>
              <a:sym typeface="Algerian" panose="04020705040A02060702"/>
            </a:endParaRP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08052" y="5873836"/>
            <a:ext cx="1260187" cy="945560"/>
          </a:xfrm>
          <a:prstGeom prst="ellipse">
            <a:avLst/>
          </a:prstGeom>
          <a:ln>
            <a:noFill/>
          </a:ln>
          <a:effectLst>
            <a:softEdge rad="112500"/>
          </a:effec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6" presetClass="emph" presetSubtype="0" fill="hold" nodeType="withEffect">
                                  <p:stCondLst>
                                    <p:cond delay="1000"/>
                                  </p:stCondLst>
                                  <p:childTnLst>
                                    <p:animScale>
                                      <p:cBhvr>
                                        <p:cTn id="8" dur="2000" fill="hold"/>
                                        <p:tgtEl>
                                          <p:spTgt spid="51"/>
                                        </p:tgtEl>
                                      </p:cBhvr>
                                      <p:by x="150000" y="150000"/>
                                    </p:animScale>
                                  </p:childTnLst>
                                </p:cTn>
                              </p:par>
                              <p:par>
                                <p:cTn id="9" presetID="35" presetClass="path" presetSubtype="0" accel="50000" decel="50000" fill="hold" nodeType="withEffect">
                                  <p:stCondLst>
                                    <p:cond delay="3500"/>
                                  </p:stCondLst>
                                  <p:childTnLst>
                                    <p:animMotion origin="layout" path="M -4.16667E-6 -0.00046 L -0.25 -0.00046 " pathEditMode="relative" rAng="0" ptsTypes="AA">
                                      <p:cBhvr>
                                        <p:cTn id="10" dur="2000" fill="hold"/>
                                        <p:tgtEl>
                                          <p:spTgt spid="51"/>
                                        </p:tgtEl>
                                        <p:attrNameLst>
                                          <p:attrName>ppt_x</p:attrName>
                                          <p:attrName>ppt_y</p:attrName>
                                        </p:attrNameLst>
                                      </p:cBhvr>
                                      <p:rCtr x="-12500" y="0"/>
                                    </p:animMotion>
                                  </p:childTnLst>
                                </p:cTn>
                              </p:par>
                              <p:par>
                                <p:cTn id="11" presetID="6" presetClass="entr" presetSubtype="16" fill="hold" grpId="0" nodeType="withEffect">
                                  <p:stCondLst>
                                    <p:cond delay="3500"/>
                                  </p:stCondLst>
                                  <p:childTnLst>
                                    <p:set>
                                      <p:cBhvr>
                                        <p:cTn id="12" dur="1" fill="hold">
                                          <p:stCondLst>
                                            <p:cond delay="0"/>
                                          </p:stCondLst>
                                        </p:cTn>
                                        <p:tgtEl>
                                          <p:spTgt spid="52"/>
                                        </p:tgtEl>
                                        <p:attrNameLst>
                                          <p:attrName>style.visibility</p:attrName>
                                        </p:attrNameLst>
                                      </p:cBhvr>
                                      <p:to>
                                        <p:strVal val="visible"/>
                                      </p:to>
                                    </p:set>
                                    <p:animEffect transition="in" filter="circle(in)">
                                      <p:cBhvr>
                                        <p:cTn id="13" dur="20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16"/>
        <p:cNvGrpSpPr/>
        <p:nvPr/>
      </p:nvGrpSpPr>
      <p:grpSpPr>
        <a:xfrm>
          <a:off x="0" y="0"/>
          <a:ext cx="0" cy="0"/>
          <a:chOff x="0" y="0"/>
          <a:chExt cx="0" cy="0"/>
        </a:xfrm>
      </p:grpSpPr>
      <p:sp>
        <p:nvSpPr>
          <p:cNvPr id="356" name="Arrow: Curved Down 355"/>
          <p:cNvSpPr/>
          <p:nvPr/>
        </p:nvSpPr>
        <p:spPr>
          <a:xfrm rot="1454968">
            <a:off x="7725300" y="3722887"/>
            <a:ext cx="1579968" cy="692869"/>
          </a:xfrm>
          <a:prstGeom prst="curvedDownArrow">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buClr>
                <a:srgbClr val="000000"/>
              </a:buClr>
            </a:pPr>
            <a:endParaRPr lang="en-IN" sz="1865" kern="0">
              <a:solidFill>
                <a:srgbClr val="000000"/>
              </a:solidFill>
              <a:latin typeface="Arial" panose="020B0604020202020204"/>
              <a:sym typeface="Arial" panose="020B0604020202020204"/>
            </a:endParaRPr>
          </a:p>
        </p:txBody>
      </p:sp>
      <p:sp>
        <p:nvSpPr>
          <p:cNvPr id="357" name="Arrow: Curved Down 356"/>
          <p:cNvSpPr/>
          <p:nvPr/>
        </p:nvSpPr>
        <p:spPr>
          <a:xfrm rot="1454968">
            <a:off x="3518807" y="1170520"/>
            <a:ext cx="1579968" cy="692869"/>
          </a:xfrm>
          <a:prstGeom prst="curvedDownArrow">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buClr>
                <a:srgbClr val="000000"/>
              </a:buClr>
            </a:pPr>
            <a:endParaRPr lang="en-IN" sz="1865" kern="0">
              <a:solidFill>
                <a:srgbClr val="000000"/>
              </a:solidFill>
              <a:latin typeface="Arial" panose="020B0604020202020204"/>
              <a:sym typeface="Arial" panose="020B0604020202020204"/>
            </a:endParaRPr>
          </a:p>
        </p:txBody>
      </p:sp>
      <p:sp>
        <p:nvSpPr>
          <p:cNvPr id="358" name="Arrow: Curved Down 357"/>
          <p:cNvSpPr/>
          <p:nvPr/>
        </p:nvSpPr>
        <p:spPr>
          <a:xfrm rot="1454968">
            <a:off x="5099551" y="1978181"/>
            <a:ext cx="1579968" cy="692869"/>
          </a:xfrm>
          <a:prstGeom prst="curvedDownArrow">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buClr>
                <a:srgbClr val="000000"/>
              </a:buClr>
            </a:pPr>
            <a:endParaRPr lang="en-IN" sz="1865" kern="0">
              <a:solidFill>
                <a:srgbClr val="000000"/>
              </a:solidFill>
              <a:latin typeface="Arial" panose="020B0604020202020204"/>
              <a:sym typeface="Arial" panose="020B0604020202020204"/>
            </a:endParaRPr>
          </a:p>
        </p:txBody>
      </p:sp>
      <p:sp>
        <p:nvSpPr>
          <p:cNvPr id="359" name="Arrow: Curved Down 358"/>
          <p:cNvSpPr/>
          <p:nvPr/>
        </p:nvSpPr>
        <p:spPr>
          <a:xfrm rot="1454968">
            <a:off x="6404011" y="2843859"/>
            <a:ext cx="1579968" cy="692869"/>
          </a:xfrm>
          <a:prstGeom prst="curvedDownArrow">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buClr>
                <a:srgbClr val="000000"/>
              </a:buClr>
            </a:pPr>
            <a:endParaRPr lang="en-IN" sz="1865" kern="0">
              <a:solidFill>
                <a:srgbClr val="000000"/>
              </a:solidFill>
              <a:latin typeface="Arial" panose="020B0604020202020204"/>
              <a:sym typeface="Arial" panose="020B0604020202020204"/>
            </a:endParaRPr>
          </a:p>
        </p:txBody>
      </p:sp>
      <p:sp>
        <p:nvSpPr>
          <p:cNvPr id="360" name="Arrow: Curved Down 359"/>
          <p:cNvSpPr/>
          <p:nvPr/>
        </p:nvSpPr>
        <p:spPr>
          <a:xfrm rot="1454968">
            <a:off x="9165988" y="4518591"/>
            <a:ext cx="1579968" cy="692869"/>
          </a:xfrm>
          <a:prstGeom prst="curvedDownArrow">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buClr>
                <a:srgbClr val="000000"/>
              </a:buClr>
            </a:pPr>
            <a:endParaRPr lang="en-IN" sz="1865" kern="0">
              <a:solidFill>
                <a:srgbClr val="000000"/>
              </a:solidFill>
              <a:latin typeface="Arial" panose="020B0604020202020204"/>
              <a:sym typeface="Arial" panose="020B0604020202020204"/>
            </a:endParaRPr>
          </a:p>
        </p:txBody>
      </p:sp>
      <p:grpSp>
        <p:nvGrpSpPr>
          <p:cNvPr id="3" name="Group 2"/>
          <p:cNvGrpSpPr/>
          <p:nvPr/>
        </p:nvGrpSpPr>
        <p:grpSpPr>
          <a:xfrm>
            <a:off x="2058983" y="1591571"/>
            <a:ext cx="2314664" cy="751140"/>
            <a:chOff x="2202674" y="1765048"/>
            <a:chExt cx="2314664" cy="751140"/>
          </a:xfrm>
        </p:grpSpPr>
        <p:sp>
          <p:nvSpPr>
            <p:cNvPr id="347" name="Rectangle: Rounded Corners 346"/>
            <p:cNvSpPr/>
            <p:nvPr/>
          </p:nvSpPr>
          <p:spPr>
            <a:xfrm>
              <a:off x="2202674" y="1765048"/>
              <a:ext cx="2314664" cy="751140"/>
            </a:xfrm>
            <a:prstGeom prst="roundRect">
              <a:avLst/>
            </a:prstGeom>
            <a:solidFill>
              <a:srgbClr val="7B4B87">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buClr>
                  <a:srgbClr val="000000"/>
                </a:buClr>
              </a:pPr>
              <a:endParaRPr lang="en-IN" sz="1865" kern="0">
                <a:solidFill>
                  <a:srgbClr val="FFFFFF"/>
                </a:solidFill>
                <a:latin typeface="Arial" panose="020B0604020202020204"/>
                <a:sym typeface="Arial" panose="020B0604020202020204"/>
              </a:endParaRPr>
            </a:p>
          </p:txBody>
        </p:sp>
        <p:sp>
          <p:nvSpPr>
            <p:cNvPr id="361" name="TextBox 360"/>
            <p:cNvSpPr txBox="1"/>
            <p:nvPr/>
          </p:nvSpPr>
          <p:spPr>
            <a:xfrm>
              <a:off x="2401888" y="1807652"/>
              <a:ext cx="1941513" cy="666977"/>
            </a:xfrm>
            <a:prstGeom prst="rect">
              <a:avLst/>
            </a:prstGeom>
            <a:noFill/>
          </p:spPr>
          <p:txBody>
            <a:bodyPr wrap="square" rtlCol="0">
              <a:spAutoFit/>
            </a:bodyPr>
            <a:lstStyle/>
            <a:p>
              <a:pPr algn="ctr" defTabSz="1219200">
                <a:buClr>
                  <a:srgbClr val="000000"/>
                </a:buClr>
              </a:pPr>
              <a:r>
                <a:rPr lang="en-US" sz="1865" kern="0" dirty="0">
                  <a:solidFill>
                    <a:srgbClr val="FFFFFF"/>
                  </a:solidFill>
                  <a:latin typeface="Arial" panose="020B0604020202020204"/>
                  <a:cs typeface="Arial" panose="020B0604020202020204"/>
                  <a:sym typeface="Arial" panose="020B0604020202020204"/>
                </a:rPr>
                <a:t>Requirement Analysis</a:t>
              </a:r>
              <a:endParaRPr lang="en-IN" sz="1865" kern="0" dirty="0">
                <a:solidFill>
                  <a:srgbClr val="FFFFFF"/>
                </a:solidFill>
                <a:latin typeface="Arial" panose="020B0604020202020204"/>
                <a:cs typeface="Arial" panose="020B0604020202020204"/>
                <a:sym typeface="Arial" panose="020B0604020202020204"/>
              </a:endParaRPr>
            </a:p>
          </p:txBody>
        </p:sp>
      </p:grpSp>
      <p:grpSp>
        <p:nvGrpSpPr>
          <p:cNvPr id="4" name="Group 3"/>
          <p:cNvGrpSpPr/>
          <p:nvPr/>
        </p:nvGrpSpPr>
        <p:grpSpPr>
          <a:xfrm>
            <a:off x="3231921" y="2447861"/>
            <a:ext cx="2381333" cy="751140"/>
            <a:chOff x="3375612" y="2621338"/>
            <a:chExt cx="2381333" cy="751140"/>
          </a:xfrm>
        </p:grpSpPr>
        <p:sp>
          <p:nvSpPr>
            <p:cNvPr id="348" name="Rectangle: Rounded Corners 347"/>
            <p:cNvSpPr/>
            <p:nvPr/>
          </p:nvSpPr>
          <p:spPr>
            <a:xfrm>
              <a:off x="3375612" y="2621338"/>
              <a:ext cx="2314664" cy="751140"/>
            </a:xfrm>
            <a:prstGeom prst="roundRect">
              <a:avLst/>
            </a:prstGeom>
            <a:solidFill>
              <a:srgbClr val="7B4B87">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buClr>
                  <a:srgbClr val="000000"/>
                </a:buClr>
              </a:pPr>
              <a:endParaRPr lang="en-IN" sz="1865" kern="0">
                <a:solidFill>
                  <a:srgbClr val="FFFFFF"/>
                </a:solidFill>
                <a:latin typeface="Arial" panose="020B0604020202020204"/>
                <a:sym typeface="Arial" panose="020B0604020202020204"/>
              </a:endParaRPr>
            </a:p>
          </p:txBody>
        </p:sp>
        <p:sp>
          <p:nvSpPr>
            <p:cNvPr id="362" name="TextBox 361"/>
            <p:cNvSpPr txBox="1"/>
            <p:nvPr/>
          </p:nvSpPr>
          <p:spPr>
            <a:xfrm>
              <a:off x="3586230" y="2804213"/>
              <a:ext cx="2170715" cy="379656"/>
            </a:xfrm>
            <a:prstGeom prst="rect">
              <a:avLst/>
            </a:prstGeom>
            <a:noFill/>
          </p:spPr>
          <p:txBody>
            <a:bodyPr wrap="square" rtlCol="0">
              <a:spAutoFit/>
            </a:bodyPr>
            <a:lstStyle/>
            <a:p>
              <a:pPr defTabSz="1219200">
                <a:buClr>
                  <a:srgbClr val="000000"/>
                </a:buClr>
              </a:pPr>
              <a:r>
                <a:rPr lang="en-US" sz="1865" kern="0" dirty="0">
                  <a:solidFill>
                    <a:srgbClr val="FFFFFF"/>
                  </a:solidFill>
                  <a:latin typeface="Arial" panose="020B0604020202020204"/>
                  <a:cs typeface="Arial" panose="020B0604020202020204"/>
                  <a:sym typeface="Arial" panose="020B0604020202020204"/>
                </a:rPr>
                <a:t>System Design</a:t>
              </a:r>
              <a:endParaRPr lang="en-IN" sz="1865" kern="0" dirty="0">
                <a:solidFill>
                  <a:srgbClr val="FFFFFF"/>
                </a:solidFill>
                <a:latin typeface="Arial" panose="020B0604020202020204"/>
                <a:cs typeface="Arial" panose="020B0604020202020204"/>
                <a:sym typeface="Arial" panose="020B0604020202020204"/>
              </a:endParaRPr>
            </a:p>
          </p:txBody>
        </p:sp>
      </p:grpSp>
      <p:grpSp>
        <p:nvGrpSpPr>
          <p:cNvPr id="6" name="Group 5"/>
          <p:cNvGrpSpPr/>
          <p:nvPr/>
        </p:nvGrpSpPr>
        <p:grpSpPr>
          <a:xfrm>
            <a:off x="4628371" y="3312227"/>
            <a:ext cx="2314664" cy="751140"/>
            <a:chOff x="4772062" y="3485704"/>
            <a:chExt cx="2314664" cy="751140"/>
          </a:xfrm>
        </p:grpSpPr>
        <p:sp>
          <p:nvSpPr>
            <p:cNvPr id="349" name="Rectangle: Rounded Corners 348"/>
            <p:cNvSpPr/>
            <p:nvPr/>
          </p:nvSpPr>
          <p:spPr>
            <a:xfrm>
              <a:off x="4772062" y="3485704"/>
              <a:ext cx="2314664" cy="751140"/>
            </a:xfrm>
            <a:prstGeom prst="roundRect">
              <a:avLst/>
            </a:prstGeom>
            <a:solidFill>
              <a:srgbClr val="7B4B87">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buClr>
                  <a:srgbClr val="000000"/>
                </a:buClr>
              </a:pPr>
              <a:endParaRPr lang="en-IN" sz="1865" kern="0">
                <a:solidFill>
                  <a:srgbClr val="FFFFFF"/>
                </a:solidFill>
                <a:latin typeface="Arial" panose="020B0604020202020204"/>
                <a:sym typeface="Arial" panose="020B0604020202020204"/>
              </a:endParaRPr>
            </a:p>
          </p:txBody>
        </p:sp>
        <p:sp>
          <p:nvSpPr>
            <p:cNvPr id="363" name="TextBox 362"/>
            <p:cNvSpPr txBox="1"/>
            <p:nvPr/>
          </p:nvSpPr>
          <p:spPr>
            <a:xfrm>
              <a:off x="5019095" y="3671446"/>
              <a:ext cx="2048333" cy="379656"/>
            </a:xfrm>
            <a:prstGeom prst="rect">
              <a:avLst/>
            </a:prstGeom>
            <a:noFill/>
          </p:spPr>
          <p:txBody>
            <a:bodyPr wrap="square" rtlCol="0">
              <a:spAutoFit/>
            </a:bodyPr>
            <a:lstStyle/>
            <a:p>
              <a:pPr defTabSz="1219200">
                <a:buClr>
                  <a:srgbClr val="000000"/>
                </a:buClr>
              </a:pPr>
              <a:r>
                <a:rPr lang="en-US" sz="1865" kern="0" dirty="0">
                  <a:solidFill>
                    <a:srgbClr val="FFFFFF"/>
                  </a:solidFill>
                  <a:latin typeface="Arial" panose="020B0604020202020204"/>
                  <a:cs typeface="Arial" panose="020B0604020202020204"/>
                  <a:sym typeface="Arial" panose="020B0604020202020204"/>
                </a:rPr>
                <a:t>Implementation</a:t>
              </a:r>
              <a:endParaRPr lang="en-IN" sz="1865" kern="0" dirty="0">
                <a:solidFill>
                  <a:srgbClr val="FFFFFF"/>
                </a:solidFill>
                <a:latin typeface="Arial" panose="020B0604020202020204"/>
                <a:cs typeface="Arial" panose="020B0604020202020204"/>
                <a:sym typeface="Arial" panose="020B0604020202020204"/>
              </a:endParaRPr>
            </a:p>
          </p:txBody>
        </p:sp>
      </p:grpSp>
      <p:grpSp>
        <p:nvGrpSpPr>
          <p:cNvPr id="8" name="Group 7"/>
          <p:cNvGrpSpPr/>
          <p:nvPr/>
        </p:nvGrpSpPr>
        <p:grpSpPr>
          <a:xfrm>
            <a:off x="5945284" y="4176591"/>
            <a:ext cx="2458942" cy="751140"/>
            <a:chOff x="6088975" y="4350068"/>
            <a:chExt cx="2458942" cy="751140"/>
          </a:xfrm>
        </p:grpSpPr>
        <p:sp>
          <p:nvSpPr>
            <p:cNvPr id="350" name="Rectangle: Rounded Corners 349"/>
            <p:cNvSpPr/>
            <p:nvPr/>
          </p:nvSpPr>
          <p:spPr>
            <a:xfrm>
              <a:off x="6088975" y="4350068"/>
              <a:ext cx="2314664" cy="751140"/>
            </a:xfrm>
            <a:prstGeom prst="roundRect">
              <a:avLst/>
            </a:prstGeom>
            <a:solidFill>
              <a:srgbClr val="7B4B87">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buClr>
                  <a:srgbClr val="000000"/>
                </a:buClr>
              </a:pPr>
              <a:endParaRPr lang="en-IN" sz="1865" kern="0">
                <a:solidFill>
                  <a:srgbClr val="FFFFFF"/>
                </a:solidFill>
                <a:latin typeface="Arial" panose="020B0604020202020204"/>
                <a:sym typeface="Arial" panose="020B0604020202020204"/>
              </a:endParaRPr>
            </a:p>
          </p:txBody>
        </p:sp>
        <p:sp>
          <p:nvSpPr>
            <p:cNvPr id="364" name="TextBox 363"/>
            <p:cNvSpPr txBox="1"/>
            <p:nvPr/>
          </p:nvSpPr>
          <p:spPr>
            <a:xfrm>
              <a:off x="6305226" y="4530700"/>
              <a:ext cx="2242691" cy="379656"/>
            </a:xfrm>
            <a:prstGeom prst="rect">
              <a:avLst/>
            </a:prstGeom>
            <a:noFill/>
          </p:spPr>
          <p:txBody>
            <a:bodyPr wrap="square" rtlCol="0">
              <a:spAutoFit/>
            </a:bodyPr>
            <a:lstStyle/>
            <a:p>
              <a:pPr defTabSz="1219200">
                <a:buClr>
                  <a:srgbClr val="000000"/>
                </a:buClr>
              </a:pPr>
              <a:r>
                <a:rPr lang="en-US" sz="1865" kern="0" dirty="0">
                  <a:solidFill>
                    <a:srgbClr val="FFFFFF"/>
                  </a:solidFill>
                  <a:latin typeface="Arial" panose="020B0604020202020204"/>
                  <a:cs typeface="Arial" panose="020B0604020202020204"/>
                  <a:sym typeface="Arial" panose="020B0604020202020204"/>
                </a:rPr>
                <a:t>System Testing</a:t>
              </a:r>
              <a:endParaRPr lang="en-IN" sz="1865" kern="0" dirty="0">
                <a:solidFill>
                  <a:srgbClr val="FFFFFF"/>
                </a:solidFill>
                <a:latin typeface="Arial" panose="020B0604020202020204"/>
                <a:cs typeface="Arial" panose="020B0604020202020204"/>
                <a:sym typeface="Arial" panose="020B0604020202020204"/>
              </a:endParaRPr>
            </a:p>
          </p:txBody>
        </p:sp>
      </p:grpSp>
      <p:grpSp>
        <p:nvGrpSpPr>
          <p:cNvPr id="9" name="Group 8"/>
          <p:cNvGrpSpPr/>
          <p:nvPr/>
        </p:nvGrpSpPr>
        <p:grpSpPr>
          <a:xfrm>
            <a:off x="7273031" y="5040955"/>
            <a:ext cx="2682881" cy="751140"/>
            <a:chOff x="7416722" y="5214432"/>
            <a:chExt cx="2682881" cy="751140"/>
          </a:xfrm>
        </p:grpSpPr>
        <p:sp>
          <p:nvSpPr>
            <p:cNvPr id="351" name="Rectangle: Rounded Corners 350"/>
            <p:cNvSpPr/>
            <p:nvPr/>
          </p:nvSpPr>
          <p:spPr>
            <a:xfrm>
              <a:off x="7442134" y="5214432"/>
              <a:ext cx="2314664" cy="751140"/>
            </a:xfrm>
            <a:prstGeom prst="roundRect">
              <a:avLst/>
            </a:prstGeom>
            <a:solidFill>
              <a:srgbClr val="7B4B87">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buClr>
                  <a:srgbClr val="000000"/>
                </a:buClr>
              </a:pPr>
              <a:endParaRPr lang="en-IN" sz="1865" kern="0">
                <a:solidFill>
                  <a:srgbClr val="FFFFFF"/>
                </a:solidFill>
                <a:latin typeface="Arial" panose="020B0604020202020204"/>
                <a:sym typeface="Arial" panose="020B0604020202020204"/>
              </a:endParaRPr>
            </a:p>
          </p:txBody>
        </p:sp>
        <p:sp>
          <p:nvSpPr>
            <p:cNvPr id="365" name="TextBox 364"/>
            <p:cNvSpPr txBox="1"/>
            <p:nvPr/>
          </p:nvSpPr>
          <p:spPr>
            <a:xfrm>
              <a:off x="7416722" y="5357716"/>
              <a:ext cx="2682881" cy="379656"/>
            </a:xfrm>
            <a:prstGeom prst="rect">
              <a:avLst/>
            </a:prstGeom>
            <a:noFill/>
          </p:spPr>
          <p:txBody>
            <a:bodyPr wrap="square" rtlCol="0">
              <a:spAutoFit/>
            </a:bodyPr>
            <a:lstStyle/>
            <a:p>
              <a:pPr defTabSz="1219200">
                <a:buClr>
                  <a:srgbClr val="000000"/>
                </a:buClr>
              </a:pPr>
              <a:r>
                <a:rPr lang="en-US" sz="1865" kern="0" dirty="0">
                  <a:solidFill>
                    <a:srgbClr val="FFFFFF"/>
                  </a:solidFill>
                  <a:latin typeface="Arial" panose="020B0604020202020204"/>
                  <a:cs typeface="Arial" panose="020B0604020202020204"/>
                  <a:sym typeface="Arial" panose="020B0604020202020204"/>
                </a:rPr>
                <a:t>System Deployment</a:t>
              </a:r>
              <a:endParaRPr lang="en-IN" sz="1865" kern="0" dirty="0">
                <a:solidFill>
                  <a:srgbClr val="FFFFFF"/>
                </a:solidFill>
                <a:latin typeface="Arial" panose="020B0604020202020204"/>
                <a:cs typeface="Arial" panose="020B0604020202020204"/>
                <a:sym typeface="Arial" panose="020B0604020202020204"/>
              </a:endParaRPr>
            </a:p>
          </p:txBody>
        </p:sp>
      </p:grpSp>
      <p:grpSp>
        <p:nvGrpSpPr>
          <p:cNvPr id="10" name="Group 9"/>
          <p:cNvGrpSpPr/>
          <p:nvPr/>
        </p:nvGrpSpPr>
        <p:grpSpPr>
          <a:xfrm>
            <a:off x="8651599" y="5905320"/>
            <a:ext cx="2314664" cy="751140"/>
            <a:chOff x="8795290" y="6078797"/>
            <a:chExt cx="2314664" cy="751140"/>
          </a:xfrm>
        </p:grpSpPr>
        <p:sp>
          <p:nvSpPr>
            <p:cNvPr id="352" name="Rectangle: Rounded Corners 351"/>
            <p:cNvSpPr/>
            <p:nvPr/>
          </p:nvSpPr>
          <p:spPr>
            <a:xfrm>
              <a:off x="8795290" y="6078797"/>
              <a:ext cx="2314664" cy="751140"/>
            </a:xfrm>
            <a:prstGeom prst="roundRect">
              <a:avLst/>
            </a:prstGeom>
            <a:solidFill>
              <a:srgbClr val="7B4B87">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buClr>
                  <a:srgbClr val="000000"/>
                </a:buClr>
              </a:pPr>
              <a:endParaRPr lang="en-IN" sz="1865" kern="0">
                <a:solidFill>
                  <a:srgbClr val="FFFFFF"/>
                </a:solidFill>
                <a:latin typeface="Arial" panose="020B0604020202020204"/>
                <a:sym typeface="Arial" panose="020B0604020202020204"/>
              </a:endParaRPr>
            </a:p>
          </p:txBody>
        </p:sp>
        <p:sp>
          <p:nvSpPr>
            <p:cNvPr id="366" name="TextBox 365"/>
            <p:cNvSpPr txBox="1"/>
            <p:nvPr/>
          </p:nvSpPr>
          <p:spPr>
            <a:xfrm>
              <a:off x="8939239" y="6088294"/>
              <a:ext cx="2170715" cy="666977"/>
            </a:xfrm>
            <a:prstGeom prst="rect">
              <a:avLst/>
            </a:prstGeom>
            <a:noFill/>
          </p:spPr>
          <p:txBody>
            <a:bodyPr wrap="square" rtlCol="0">
              <a:spAutoFit/>
            </a:bodyPr>
            <a:lstStyle/>
            <a:p>
              <a:pPr defTabSz="1219200">
                <a:buClr>
                  <a:srgbClr val="000000"/>
                </a:buClr>
              </a:pPr>
              <a:r>
                <a:rPr lang="en-US" sz="1865" kern="0" dirty="0">
                  <a:solidFill>
                    <a:srgbClr val="FFFFFF"/>
                  </a:solidFill>
                  <a:latin typeface="Arial" panose="020B0604020202020204"/>
                  <a:cs typeface="Arial" panose="020B0604020202020204"/>
                  <a:sym typeface="Arial" panose="020B0604020202020204"/>
                </a:rPr>
                <a:t>System Maintenance</a:t>
              </a:r>
              <a:endParaRPr lang="en-IN" sz="1865" kern="0" dirty="0">
                <a:solidFill>
                  <a:srgbClr val="FFFFFF"/>
                </a:solidFill>
                <a:latin typeface="Arial" panose="020B0604020202020204"/>
                <a:cs typeface="Arial" panose="020B0604020202020204"/>
                <a:sym typeface="Arial" panose="020B0604020202020204"/>
              </a:endParaRPr>
            </a:p>
          </p:txBody>
        </p:sp>
      </p:grpSp>
      <p:sp>
        <p:nvSpPr>
          <p:cNvPr id="2317" name="Google Shape;2317;p30"/>
          <p:cNvSpPr txBox="1">
            <a:spLocks noGrp="1"/>
          </p:cNvSpPr>
          <p:nvPr>
            <p:ph type="title"/>
          </p:nvPr>
        </p:nvSpPr>
        <p:spPr>
          <a:xfrm>
            <a:off x="1709699" y="395969"/>
            <a:ext cx="8772400" cy="641600"/>
          </a:xfrm>
          <a:prstGeom prst="rect">
            <a:avLst/>
          </a:prstGeom>
        </p:spPr>
        <p:txBody>
          <a:bodyPr spcFirstLastPara="1" wrap="square" lIns="121900" tIns="121900" rIns="121900" bIns="121900" anchor="ctr" anchorCtr="0">
            <a:noAutofit/>
          </a:bodyPr>
          <a:lstStyle/>
          <a:p>
            <a:r>
              <a:rPr lang="en-GB" dirty="0" smtClean="0">
                <a:solidFill>
                  <a:schemeClr val="accent2"/>
                </a:solidFill>
              </a:rPr>
              <a:t>W</a:t>
            </a:r>
            <a:r>
              <a:rPr lang="en-GB" dirty="0" smtClean="0"/>
              <a:t>ate</a:t>
            </a:r>
            <a:r>
              <a:rPr lang="en-IN" altLang="en-GB" dirty="0" smtClean="0"/>
              <a:t>r</a:t>
            </a:r>
            <a:r>
              <a:rPr lang="en-GB" dirty="0" smtClean="0"/>
              <a:t>fall </a:t>
            </a:r>
            <a:r>
              <a:rPr lang="en-GB" dirty="0">
                <a:solidFill>
                  <a:srgbClr val="B1ABDF"/>
                </a:solidFill>
              </a:rPr>
              <a:t>M</a:t>
            </a:r>
            <a:r>
              <a:rPr lang="en-GB" dirty="0"/>
              <a:t>odel (</a:t>
            </a:r>
            <a:r>
              <a:rPr lang="en-GB" dirty="0">
                <a:solidFill>
                  <a:schemeClr val="accent3">
                    <a:lumMod val="75000"/>
                  </a:schemeClr>
                </a:solidFill>
              </a:rPr>
              <a:t>S</a:t>
            </a:r>
            <a:r>
              <a:rPr lang="en-GB" dirty="0">
                <a:solidFill>
                  <a:schemeClr val="accent3">
                    <a:lumMod val="60000"/>
                    <a:lumOff val="40000"/>
                  </a:schemeClr>
                </a:solidFill>
              </a:rPr>
              <a:t>D</a:t>
            </a:r>
            <a:r>
              <a:rPr lang="en-GB" dirty="0">
                <a:solidFill>
                  <a:schemeClr val="accent1"/>
                </a:solidFill>
              </a:rPr>
              <a:t>L</a:t>
            </a:r>
            <a:r>
              <a:rPr lang="en-GB" dirty="0">
                <a:solidFill>
                  <a:schemeClr val="accent2"/>
                </a:solidFill>
              </a:rPr>
              <a:t>C</a:t>
            </a:r>
            <a:r>
              <a:rPr lang="en-GB" dirty="0">
                <a:solidFill>
                  <a:schemeClr val="tx1"/>
                </a:solidFill>
              </a:rPr>
              <a:t>)</a:t>
            </a:r>
            <a:endParaRPr dirty="0"/>
          </a:p>
        </p:txBody>
      </p:sp>
      <p:pic>
        <p:nvPicPr>
          <p:cNvPr id="27" name="Picture 2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808052" y="5873836"/>
            <a:ext cx="1260187" cy="945560"/>
          </a:xfrm>
          <a:prstGeom prst="ellipse">
            <a:avLst/>
          </a:prstGeom>
          <a:ln>
            <a:noFill/>
          </a:ln>
          <a:effectLst>
            <a:softEdge rad="112500"/>
          </a:effectLst>
        </p:spPr>
      </p:pic>
    </p:spTree>
  </p:cSld>
  <p:clrMapOvr>
    <a:masterClrMapping/>
  </p:clrMapOvr>
  <mc:AlternateContent xmlns:mc="http://schemas.openxmlformats.org/markup-compatibility/2006">
    <mc:Choice xmlns:p14="http://schemas.microsoft.com/office/powerpoint/2010/main" Requires="p14">
      <p:transition spd="slow" p14:dur="1500" advTm="2000">
        <p:split orient="vert"/>
      </p:transition>
    </mc:Choice>
    <mc:Fallback>
      <p:transition spd="slow" advTm="2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40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300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22" presetClass="entr" presetSubtype="8" fill="hold" grpId="0" nodeType="withEffect">
                                  <p:stCondLst>
                                    <p:cond delay="13000"/>
                                  </p:stCondLst>
                                  <p:childTnLst>
                                    <p:set>
                                      <p:cBhvr>
                                        <p:cTn id="16" dur="1" fill="hold">
                                          <p:stCondLst>
                                            <p:cond delay="0"/>
                                          </p:stCondLst>
                                        </p:cTn>
                                        <p:tgtEl>
                                          <p:spTgt spid="357"/>
                                        </p:tgtEl>
                                        <p:attrNameLst>
                                          <p:attrName>style.visibility</p:attrName>
                                        </p:attrNameLst>
                                      </p:cBhvr>
                                      <p:to>
                                        <p:strVal val="visible"/>
                                      </p:to>
                                    </p:set>
                                    <p:animEffect transition="in" filter="wipe(left)">
                                      <p:cBhvr>
                                        <p:cTn id="17" dur="500"/>
                                        <p:tgtEl>
                                          <p:spTgt spid="357"/>
                                        </p:tgtEl>
                                      </p:cBhvr>
                                    </p:animEffect>
                                  </p:childTnLst>
                                </p:cTn>
                              </p:par>
                              <p:par>
                                <p:cTn id="18" presetID="42" presetClass="entr" presetSubtype="0" fill="hold" nodeType="withEffect">
                                  <p:stCondLst>
                                    <p:cond delay="2700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1000"/>
                                        <p:tgtEl>
                                          <p:spTgt spid="6"/>
                                        </p:tgtEl>
                                      </p:cBhvr>
                                    </p:animEffect>
                                    <p:anim calcmode="lin" valueType="num">
                                      <p:cBhvr>
                                        <p:cTn id="21" dur="1000" fill="hold"/>
                                        <p:tgtEl>
                                          <p:spTgt spid="6"/>
                                        </p:tgtEl>
                                        <p:attrNameLst>
                                          <p:attrName>ppt_x</p:attrName>
                                        </p:attrNameLst>
                                      </p:cBhvr>
                                      <p:tavLst>
                                        <p:tav tm="0">
                                          <p:val>
                                            <p:strVal val="#ppt_x"/>
                                          </p:val>
                                        </p:tav>
                                        <p:tav tm="100000">
                                          <p:val>
                                            <p:strVal val="#ppt_x"/>
                                          </p:val>
                                        </p:tav>
                                      </p:tavLst>
                                    </p:anim>
                                    <p:anim calcmode="lin" valueType="num">
                                      <p:cBhvr>
                                        <p:cTn id="22" dur="1000" fill="hold"/>
                                        <p:tgtEl>
                                          <p:spTgt spid="6"/>
                                        </p:tgtEl>
                                        <p:attrNameLst>
                                          <p:attrName>ppt_y</p:attrName>
                                        </p:attrNameLst>
                                      </p:cBhvr>
                                      <p:tavLst>
                                        <p:tav tm="0">
                                          <p:val>
                                            <p:strVal val="#ppt_y+.1"/>
                                          </p:val>
                                        </p:tav>
                                        <p:tav tm="100000">
                                          <p:val>
                                            <p:strVal val="#ppt_y"/>
                                          </p:val>
                                        </p:tav>
                                      </p:tavLst>
                                    </p:anim>
                                  </p:childTnLst>
                                </p:cTn>
                              </p:par>
                              <p:par>
                                <p:cTn id="23" presetID="22" presetClass="entr" presetSubtype="8" fill="hold" grpId="0" nodeType="withEffect">
                                  <p:stCondLst>
                                    <p:cond delay="27000"/>
                                  </p:stCondLst>
                                  <p:childTnLst>
                                    <p:set>
                                      <p:cBhvr>
                                        <p:cTn id="24" dur="1" fill="hold">
                                          <p:stCondLst>
                                            <p:cond delay="0"/>
                                          </p:stCondLst>
                                        </p:cTn>
                                        <p:tgtEl>
                                          <p:spTgt spid="358"/>
                                        </p:tgtEl>
                                        <p:attrNameLst>
                                          <p:attrName>style.visibility</p:attrName>
                                        </p:attrNameLst>
                                      </p:cBhvr>
                                      <p:to>
                                        <p:strVal val="visible"/>
                                      </p:to>
                                    </p:set>
                                    <p:animEffect transition="in" filter="wipe(left)">
                                      <p:cBhvr>
                                        <p:cTn id="25" dur="500"/>
                                        <p:tgtEl>
                                          <p:spTgt spid="358"/>
                                        </p:tgtEl>
                                      </p:cBhvr>
                                    </p:animEffect>
                                  </p:childTnLst>
                                </p:cTn>
                              </p:par>
                              <p:par>
                                <p:cTn id="26" presetID="42" presetClass="entr" presetSubtype="0" fill="hold" nodeType="withEffect">
                                  <p:stCondLst>
                                    <p:cond delay="3400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par>
                                <p:cTn id="31" presetID="22" presetClass="entr" presetSubtype="8" fill="hold" grpId="0" nodeType="withEffect">
                                  <p:stCondLst>
                                    <p:cond delay="40000"/>
                                  </p:stCondLst>
                                  <p:childTnLst>
                                    <p:set>
                                      <p:cBhvr>
                                        <p:cTn id="32" dur="1" fill="hold">
                                          <p:stCondLst>
                                            <p:cond delay="0"/>
                                          </p:stCondLst>
                                        </p:cTn>
                                        <p:tgtEl>
                                          <p:spTgt spid="356"/>
                                        </p:tgtEl>
                                        <p:attrNameLst>
                                          <p:attrName>style.visibility</p:attrName>
                                        </p:attrNameLst>
                                      </p:cBhvr>
                                      <p:to>
                                        <p:strVal val="visible"/>
                                      </p:to>
                                    </p:set>
                                    <p:animEffect transition="in" filter="wipe(left)">
                                      <p:cBhvr>
                                        <p:cTn id="33" dur="500"/>
                                        <p:tgtEl>
                                          <p:spTgt spid="356"/>
                                        </p:tgtEl>
                                      </p:cBhvr>
                                    </p:animEffect>
                                  </p:childTnLst>
                                </p:cTn>
                              </p:par>
                              <p:par>
                                <p:cTn id="34" presetID="22" presetClass="entr" presetSubtype="8" fill="hold" grpId="0" nodeType="withEffect">
                                  <p:stCondLst>
                                    <p:cond delay="34000"/>
                                  </p:stCondLst>
                                  <p:childTnLst>
                                    <p:set>
                                      <p:cBhvr>
                                        <p:cTn id="35" dur="1" fill="hold">
                                          <p:stCondLst>
                                            <p:cond delay="0"/>
                                          </p:stCondLst>
                                        </p:cTn>
                                        <p:tgtEl>
                                          <p:spTgt spid="359"/>
                                        </p:tgtEl>
                                        <p:attrNameLst>
                                          <p:attrName>style.visibility</p:attrName>
                                        </p:attrNameLst>
                                      </p:cBhvr>
                                      <p:to>
                                        <p:strVal val="visible"/>
                                      </p:to>
                                    </p:set>
                                    <p:animEffect transition="in" filter="wipe(left)">
                                      <p:cBhvr>
                                        <p:cTn id="36" dur="500"/>
                                        <p:tgtEl>
                                          <p:spTgt spid="359"/>
                                        </p:tgtEl>
                                      </p:cBhvr>
                                    </p:animEffect>
                                  </p:childTnLst>
                                </p:cTn>
                              </p:par>
                              <p:par>
                                <p:cTn id="37" presetID="42" presetClass="entr" presetSubtype="0" fill="hold" nodeType="withEffect">
                                  <p:stCondLst>
                                    <p:cond delay="4000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1000"/>
                                        <p:tgtEl>
                                          <p:spTgt spid="9"/>
                                        </p:tgtEl>
                                      </p:cBhvr>
                                    </p:animEffect>
                                    <p:anim calcmode="lin" valueType="num">
                                      <p:cBhvr>
                                        <p:cTn id="40" dur="1000" fill="hold"/>
                                        <p:tgtEl>
                                          <p:spTgt spid="9"/>
                                        </p:tgtEl>
                                        <p:attrNameLst>
                                          <p:attrName>ppt_x</p:attrName>
                                        </p:attrNameLst>
                                      </p:cBhvr>
                                      <p:tavLst>
                                        <p:tav tm="0">
                                          <p:val>
                                            <p:strVal val="#ppt_x"/>
                                          </p:val>
                                        </p:tav>
                                        <p:tav tm="100000">
                                          <p:val>
                                            <p:strVal val="#ppt_x"/>
                                          </p:val>
                                        </p:tav>
                                      </p:tavLst>
                                    </p:anim>
                                    <p:anim calcmode="lin" valueType="num">
                                      <p:cBhvr>
                                        <p:cTn id="41" dur="1000" fill="hold"/>
                                        <p:tgtEl>
                                          <p:spTgt spid="9"/>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4600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1000"/>
                                        <p:tgtEl>
                                          <p:spTgt spid="10"/>
                                        </p:tgtEl>
                                      </p:cBhvr>
                                    </p:animEffect>
                                    <p:anim calcmode="lin" valueType="num">
                                      <p:cBhvr>
                                        <p:cTn id="45" dur="1000" fill="hold"/>
                                        <p:tgtEl>
                                          <p:spTgt spid="10"/>
                                        </p:tgtEl>
                                        <p:attrNameLst>
                                          <p:attrName>ppt_x</p:attrName>
                                        </p:attrNameLst>
                                      </p:cBhvr>
                                      <p:tavLst>
                                        <p:tav tm="0">
                                          <p:val>
                                            <p:strVal val="#ppt_x"/>
                                          </p:val>
                                        </p:tav>
                                        <p:tav tm="100000">
                                          <p:val>
                                            <p:strVal val="#ppt_x"/>
                                          </p:val>
                                        </p:tav>
                                      </p:tavLst>
                                    </p:anim>
                                    <p:anim calcmode="lin" valueType="num">
                                      <p:cBhvr>
                                        <p:cTn id="46" dur="1000" fill="hold"/>
                                        <p:tgtEl>
                                          <p:spTgt spid="10"/>
                                        </p:tgtEl>
                                        <p:attrNameLst>
                                          <p:attrName>ppt_y</p:attrName>
                                        </p:attrNameLst>
                                      </p:cBhvr>
                                      <p:tavLst>
                                        <p:tav tm="0">
                                          <p:val>
                                            <p:strVal val="#ppt_y+.1"/>
                                          </p:val>
                                        </p:tav>
                                        <p:tav tm="100000">
                                          <p:val>
                                            <p:strVal val="#ppt_y"/>
                                          </p:val>
                                        </p:tav>
                                      </p:tavLst>
                                    </p:anim>
                                  </p:childTnLst>
                                </p:cTn>
                              </p:par>
                              <p:par>
                                <p:cTn id="47" presetID="22" presetClass="entr" presetSubtype="8" fill="hold" grpId="0" nodeType="withEffect">
                                  <p:stCondLst>
                                    <p:cond delay="46000"/>
                                  </p:stCondLst>
                                  <p:childTnLst>
                                    <p:set>
                                      <p:cBhvr>
                                        <p:cTn id="48" dur="1" fill="hold">
                                          <p:stCondLst>
                                            <p:cond delay="0"/>
                                          </p:stCondLst>
                                        </p:cTn>
                                        <p:tgtEl>
                                          <p:spTgt spid="360"/>
                                        </p:tgtEl>
                                        <p:attrNameLst>
                                          <p:attrName>style.visibility</p:attrName>
                                        </p:attrNameLst>
                                      </p:cBhvr>
                                      <p:to>
                                        <p:strVal val="visible"/>
                                      </p:to>
                                    </p:set>
                                    <p:animEffect transition="in" filter="wipe(left)">
                                      <p:cBhvr>
                                        <p:cTn id="49" dur="500"/>
                                        <p:tgtEl>
                                          <p:spTgt spid="3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 grpId="0" animBg="1"/>
      <p:bldP spid="357" grpId="0" animBg="1"/>
      <p:bldP spid="358" grpId="0" animBg="1"/>
      <p:bldP spid="359" grpId="0" animBg="1"/>
      <p:bldP spid="36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1"/>
          <a:srcRect t="11668"/>
          <a:stretch>
            <a:fillRect/>
          </a:stretch>
        </p:blipFill>
        <p:spPr>
          <a:xfrm>
            <a:off x="1314997" y="1217508"/>
            <a:ext cx="9514677" cy="4883461"/>
          </a:xfrm>
          <a:prstGeom prst="rect">
            <a:avLst/>
          </a:prstGeom>
        </p:spPr>
      </p:pic>
      <p:sp>
        <p:nvSpPr>
          <p:cNvPr id="323" name="Title"/>
          <p:cNvSpPr txBox="1"/>
          <p:nvPr/>
        </p:nvSpPr>
        <p:spPr>
          <a:xfrm>
            <a:off x="1103192" y="520553"/>
            <a:ext cx="4711831" cy="66196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chemeClr val="accent1"/>
                </a:solidFill>
              </a:rPr>
              <a:t>Agile</a:t>
            </a:r>
            <a:r>
              <a:rPr lang="en-US" sz="3600" b="1" dirty="0">
                <a:solidFill>
                  <a:schemeClr val="accent2"/>
                </a:solidFill>
              </a:rPr>
              <a:t> Manifesto</a:t>
            </a:r>
            <a:endParaRPr lang="en-US" sz="3600" b="1" dirty="0">
              <a:solidFill>
                <a:schemeClr val="accent2"/>
              </a:solidFill>
            </a:endParaRPr>
          </a:p>
        </p:txBody>
      </p:sp>
      <p:grpSp>
        <p:nvGrpSpPr>
          <p:cNvPr id="327" name="Google Shape;678;p83"/>
          <p:cNvGrpSpPr/>
          <p:nvPr/>
        </p:nvGrpSpPr>
        <p:grpSpPr>
          <a:xfrm>
            <a:off x="4590187" y="3172020"/>
            <a:ext cx="5081657" cy="2946086"/>
            <a:chOff x="4640" y="115"/>
            <a:chExt cx="2232" cy="1294"/>
          </a:xfrm>
        </p:grpSpPr>
        <p:grpSp>
          <p:nvGrpSpPr>
            <p:cNvPr id="328" name="Google Shape;679;p83"/>
            <p:cNvGrpSpPr/>
            <p:nvPr/>
          </p:nvGrpSpPr>
          <p:grpSpPr>
            <a:xfrm>
              <a:off x="4640" y="387"/>
              <a:ext cx="2232" cy="1022"/>
              <a:chOff x="4640" y="387"/>
              <a:chExt cx="2232" cy="1022"/>
            </a:xfrm>
          </p:grpSpPr>
          <p:sp>
            <p:nvSpPr>
              <p:cNvPr id="375" name="Google Shape;680;p83"/>
              <p:cNvSpPr/>
              <p:nvPr/>
            </p:nvSpPr>
            <p:spPr>
              <a:xfrm>
                <a:off x="5916" y="667"/>
                <a:ext cx="293" cy="114"/>
              </a:xfrm>
              <a:custGeom>
                <a:avLst/>
                <a:gdLst/>
                <a:ahLst/>
                <a:cxnLst/>
                <a:rect l="l" t="t" r="r" b="b"/>
                <a:pathLst>
                  <a:path w="151" h="59" extrusionOk="0">
                    <a:moveTo>
                      <a:pt x="113" y="14"/>
                    </a:moveTo>
                    <a:cubicBezTo>
                      <a:pt x="50" y="23"/>
                      <a:pt x="50" y="23"/>
                      <a:pt x="50" y="23"/>
                    </a:cubicBezTo>
                    <a:cubicBezTo>
                      <a:pt x="12" y="0"/>
                      <a:pt x="12" y="0"/>
                      <a:pt x="12" y="0"/>
                    </a:cubicBezTo>
                    <a:cubicBezTo>
                      <a:pt x="0" y="18"/>
                      <a:pt x="0" y="18"/>
                      <a:pt x="0" y="18"/>
                    </a:cubicBezTo>
                    <a:cubicBezTo>
                      <a:pt x="46" y="49"/>
                      <a:pt x="46" y="49"/>
                      <a:pt x="46" y="49"/>
                    </a:cubicBezTo>
                    <a:cubicBezTo>
                      <a:pt x="107" y="59"/>
                      <a:pt x="107" y="59"/>
                      <a:pt x="107" y="59"/>
                    </a:cubicBezTo>
                    <a:cubicBezTo>
                      <a:pt x="107" y="59"/>
                      <a:pt x="151" y="30"/>
                      <a:pt x="113" y="14"/>
                    </a:cubicBezTo>
                  </a:path>
                </a:pathLst>
              </a:custGeom>
              <a:solidFill>
                <a:srgbClr val="D5DFE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76" name="Google Shape;681;p83"/>
              <p:cNvSpPr/>
              <p:nvPr/>
            </p:nvSpPr>
            <p:spPr>
              <a:xfrm>
                <a:off x="5856" y="1279"/>
                <a:ext cx="134" cy="122"/>
              </a:xfrm>
              <a:custGeom>
                <a:avLst/>
                <a:gdLst/>
                <a:ahLst/>
                <a:cxnLst/>
                <a:rect l="l" t="t" r="r" b="b"/>
                <a:pathLst>
                  <a:path w="69" h="63" extrusionOk="0">
                    <a:moveTo>
                      <a:pt x="39" y="2"/>
                    </a:moveTo>
                    <a:cubicBezTo>
                      <a:pt x="39" y="2"/>
                      <a:pt x="44" y="30"/>
                      <a:pt x="28" y="37"/>
                    </a:cubicBezTo>
                    <a:cubicBezTo>
                      <a:pt x="12" y="45"/>
                      <a:pt x="0" y="43"/>
                      <a:pt x="3" y="52"/>
                    </a:cubicBezTo>
                    <a:cubicBezTo>
                      <a:pt x="3" y="52"/>
                      <a:pt x="2" y="63"/>
                      <a:pt x="36" y="59"/>
                    </a:cubicBezTo>
                    <a:cubicBezTo>
                      <a:pt x="36" y="59"/>
                      <a:pt x="59" y="57"/>
                      <a:pt x="65" y="52"/>
                    </a:cubicBezTo>
                    <a:cubicBezTo>
                      <a:pt x="69" y="48"/>
                      <a:pt x="63" y="17"/>
                      <a:pt x="60" y="8"/>
                    </a:cubicBezTo>
                    <a:cubicBezTo>
                      <a:pt x="60" y="8"/>
                      <a:pt x="45" y="0"/>
                      <a:pt x="39" y="2"/>
                    </a:cubicBezTo>
                  </a:path>
                </a:pathLst>
              </a:custGeom>
              <a:solidFill>
                <a:srgbClr val="3C2415"/>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77" name="Google Shape;682;p83"/>
              <p:cNvSpPr/>
              <p:nvPr/>
            </p:nvSpPr>
            <p:spPr>
              <a:xfrm>
                <a:off x="6087" y="717"/>
                <a:ext cx="44" cy="146"/>
              </a:xfrm>
              <a:custGeom>
                <a:avLst/>
                <a:gdLst/>
                <a:ahLst/>
                <a:cxnLst/>
                <a:rect l="l" t="t" r="r" b="b"/>
                <a:pathLst>
                  <a:path w="23" h="75" extrusionOk="0">
                    <a:moveTo>
                      <a:pt x="19" y="0"/>
                    </a:moveTo>
                    <a:cubicBezTo>
                      <a:pt x="19" y="0"/>
                      <a:pt x="0" y="41"/>
                      <a:pt x="2" y="70"/>
                    </a:cubicBezTo>
                    <a:cubicBezTo>
                      <a:pt x="8" y="75"/>
                      <a:pt x="8" y="75"/>
                      <a:pt x="8" y="75"/>
                    </a:cubicBezTo>
                    <a:cubicBezTo>
                      <a:pt x="15" y="68"/>
                      <a:pt x="15" y="68"/>
                      <a:pt x="15" y="68"/>
                    </a:cubicBezTo>
                    <a:cubicBezTo>
                      <a:pt x="15" y="68"/>
                      <a:pt x="10" y="42"/>
                      <a:pt x="23" y="1"/>
                    </a:cubicBezTo>
                    <a:lnTo>
                      <a:pt x="19" y="0"/>
                    </a:lnTo>
                    <a:close/>
                  </a:path>
                </a:pathLst>
              </a:custGeom>
              <a:solidFill>
                <a:srgbClr val="6D6E7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78" name="Google Shape;683;p83"/>
              <p:cNvSpPr/>
              <p:nvPr/>
            </p:nvSpPr>
            <p:spPr>
              <a:xfrm>
                <a:off x="6121" y="686"/>
                <a:ext cx="22" cy="35"/>
              </a:xfrm>
              <a:custGeom>
                <a:avLst/>
                <a:gdLst/>
                <a:ahLst/>
                <a:cxnLst/>
                <a:rect l="l" t="t" r="r" b="b"/>
                <a:pathLst>
                  <a:path w="11" h="18" extrusionOk="0">
                    <a:moveTo>
                      <a:pt x="6" y="3"/>
                    </a:moveTo>
                    <a:cubicBezTo>
                      <a:pt x="6" y="3"/>
                      <a:pt x="0" y="16"/>
                      <a:pt x="1" y="17"/>
                    </a:cubicBezTo>
                    <a:cubicBezTo>
                      <a:pt x="2" y="18"/>
                      <a:pt x="7" y="18"/>
                      <a:pt x="7" y="18"/>
                    </a:cubicBezTo>
                    <a:cubicBezTo>
                      <a:pt x="11" y="6"/>
                      <a:pt x="11" y="6"/>
                      <a:pt x="11" y="6"/>
                    </a:cubicBezTo>
                    <a:cubicBezTo>
                      <a:pt x="11" y="6"/>
                      <a:pt x="8" y="0"/>
                      <a:pt x="6" y="3"/>
                    </a:cubicBezTo>
                  </a:path>
                </a:pathLst>
              </a:custGeom>
              <a:solidFill>
                <a:srgbClr val="6D6E7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79" name="Google Shape;684;p83"/>
              <p:cNvSpPr/>
              <p:nvPr/>
            </p:nvSpPr>
            <p:spPr>
              <a:xfrm>
                <a:off x="6127" y="577"/>
                <a:ext cx="82" cy="146"/>
              </a:xfrm>
              <a:custGeom>
                <a:avLst/>
                <a:gdLst/>
                <a:ahLst/>
                <a:cxnLst/>
                <a:rect l="l" t="t" r="r" b="b"/>
                <a:pathLst>
                  <a:path w="42" h="75" extrusionOk="0">
                    <a:moveTo>
                      <a:pt x="10" y="67"/>
                    </a:moveTo>
                    <a:cubicBezTo>
                      <a:pt x="10" y="67"/>
                      <a:pt x="14" y="75"/>
                      <a:pt x="27" y="72"/>
                    </a:cubicBezTo>
                    <a:cubicBezTo>
                      <a:pt x="38" y="70"/>
                      <a:pt x="42" y="62"/>
                      <a:pt x="42" y="62"/>
                    </a:cubicBezTo>
                    <a:cubicBezTo>
                      <a:pt x="33" y="0"/>
                      <a:pt x="33" y="0"/>
                      <a:pt x="33" y="0"/>
                    </a:cubicBezTo>
                    <a:cubicBezTo>
                      <a:pt x="0" y="5"/>
                      <a:pt x="0" y="5"/>
                      <a:pt x="0" y="5"/>
                    </a:cubicBezTo>
                    <a:lnTo>
                      <a:pt x="10" y="67"/>
                    </a:lnTo>
                    <a:close/>
                  </a:path>
                </a:pathLst>
              </a:custGeom>
              <a:solidFill>
                <a:srgbClr val="CF9E7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80" name="Google Shape;685;p83"/>
              <p:cNvSpPr/>
              <p:nvPr/>
            </p:nvSpPr>
            <p:spPr>
              <a:xfrm>
                <a:off x="6030" y="426"/>
                <a:ext cx="229" cy="223"/>
              </a:xfrm>
              <a:custGeom>
                <a:avLst/>
                <a:gdLst/>
                <a:ahLst/>
                <a:cxnLst/>
                <a:rect l="l" t="t" r="r" b="b"/>
                <a:pathLst>
                  <a:path w="118" h="115" extrusionOk="0">
                    <a:moveTo>
                      <a:pt x="115" y="30"/>
                    </a:moveTo>
                    <a:cubicBezTo>
                      <a:pt x="116" y="47"/>
                      <a:pt x="116" y="47"/>
                      <a:pt x="116" y="47"/>
                    </a:cubicBezTo>
                    <a:cubicBezTo>
                      <a:pt x="118" y="82"/>
                      <a:pt x="98" y="111"/>
                      <a:pt x="72" y="112"/>
                    </a:cubicBezTo>
                    <a:cubicBezTo>
                      <a:pt x="52" y="114"/>
                      <a:pt x="52" y="114"/>
                      <a:pt x="52" y="114"/>
                    </a:cubicBezTo>
                    <a:cubicBezTo>
                      <a:pt x="26" y="115"/>
                      <a:pt x="3" y="89"/>
                      <a:pt x="2" y="54"/>
                    </a:cubicBezTo>
                    <a:cubicBezTo>
                      <a:pt x="0" y="6"/>
                      <a:pt x="0" y="6"/>
                      <a:pt x="0" y="6"/>
                    </a:cubicBezTo>
                    <a:cubicBezTo>
                      <a:pt x="37" y="0"/>
                      <a:pt x="78" y="19"/>
                      <a:pt x="115" y="30"/>
                    </a:cubicBezTo>
                  </a:path>
                </a:pathLst>
              </a:custGeom>
              <a:solidFill>
                <a:srgbClr val="DFB28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81" name="Google Shape;686;p83"/>
              <p:cNvSpPr/>
              <p:nvPr/>
            </p:nvSpPr>
            <p:spPr>
              <a:xfrm>
                <a:off x="6048" y="653"/>
                <a:ext cx="219" cy="367"/>
              </a:xfrm>
              <a:custGeom>
                <a:avLst/>
                <a:gdLst/>
                <a:ahLst/>
                <a:cxnLst/>
                <a:rect l="l" t="t" r="r" b="b"/>
                <a:pathLst>
                  <a:path w="113" h="189" extrusionOk="0">
                    <a:moveTo>
                      <a:pt x="77" y="12"/>
                    </a:moveTo>
                    <a:cubicBezTo>
                      <a:pt x="77" y="12"/>
                      <a:pt x="113" y="0"/>
                      <a:pt x="107" y="80"/>
                    </a:cubicBezTo>
                    <a:cubicBezTo>
                      <a:pt x="104" y="121"/>
                      <a:pt x="110" y="189"/>
                      <a:pt x="110" y="189"/>
                    </a:cubicBezTo>
                    <a:cubicBezTo>
                      <a:pt x="38" y="189"/>
                      <a:pt x="38" y="189"/>
                      <a:pt x="38" y="189"/>
                    </a:cubicBezTo>
                    <a:cubicBezTo>
                      <a:pt x="38" y="189"/>
                      <a:pt x="0" y="11"/>
                      <a:pt x="77" y="12"/>
                    </a:cubicBezTo>
                  </a:path>
                </a:pathLst>
              </a:custGeom>
              <a:solidFill>
                <a:srgbClr val="B9CADD"/>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82" name="Google Shape;687;p83"/>
              <p:cNvSpPr/>
              <p:nvPr/>
            </p:nvSpPr>
            <p:spPr>
              <a:xfrm>
                <a:off x="6118" y="1007"/>
                <a:ext cx="159" cy="118"/>
              </a:xfrm>
              <a:custGeom>
                <a:avLst/>
                <a:gdLst/>
                <a:ahLst/>
                <a:cxnLst/>
                <a:rect l="l" t="t" r="r" b="b"/>
                <a:pathLst>
                  <a:path w="82" h="61" extrusionOk="0">
                    <a:moveTo>
                      <a:pt x="6" y="56"/>
                    </a:moveTo>
                    <a:cubicBezTo>
                      <a:pt x="0" y="3"/>
                      <a:pt x="0" y="3"/>
                      <a:pt x="0" y="3"/>
                    </a:cubicBezTo>
                    <a:cubicBezTo>
                      <a:pt x="75" y="0"/>
                      <a:pt x="75" y="0"/>
                      <a:pt x="75" y="0"/>
                    </a:cubicBezTo>
                    <a:cubicBezTo>
                      <a:pt x="75" y="0"/>
                      <a:pt x="82" y="42"/>
                      <a:pt x="58" y="52"/>
                    </a:cubicBezTo>
                    <a:cubicBezTo>
                      <a:pt x="35" y="61"/>
                      <a:pt x="6" y="56"/>
                      <a:pt x="6" y="56"/>
                    </a:cubicBezTo>
                  </a:path>
                </a:pathLst>
              </a:custGeom>
              <a:solidFill>
                <a:srgbClr val="CBB09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83" name="Google Shape;688;p83"/>
              <p:cNvSpPr/>
              <p:nvPr/>
            </p:nvSpPr>
            <p:spPr>
              <a:xfrm>
                <a:off x="6116" y="989"/>
                <a:ext cx="151" cy="33"/>
              </a:xfrm>
              <a:custGeom>
                <a:avLst/>
                <a:gdLst/>
                <a:ahLst/>
                <a:cxnLst/>
                <a:rect l="l" t="t" r="r" b="b"/>
                <a:pathLst>
                  <a:path w="151" h="33" extrusionOk="0">
                    <a:moveTo>
                      <a:pt x="145" y="0"/>
                    </a:moveTo>
                    <a:lnTo>
                      <a:pt x="151" y="26"/>
                    </a:lnTo>
                    <a:lnTo>
                      <a:pt x="0" y="33"/>
                    </a:lnTo>
                    <a:lnTo>
                      <a:pt x="0" y="12"/>
                    </a:lnTo>
                    <a:lnTo>
                      <a:pt x="145" y="0"/>
                    </a:lnTo>
                    <a:close/>
                  </a:path>
                </a:pathLst>
              </a:custGeom>
              <a:solidFill>
                <a:srgbClr val="3C2415"/>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84" name="Google Shape;689;p83"/>
              <p:cNvSpPr/>
              <p:nvPr/>
            </p:nvSpPr>
            <p:spPr>
              <a:xfrm>
                <a:off x="6244" y="989"/>
                <a:ext cx="9" cy="29"/>
              </a:xfrm>
              <a:custGeom>
                <a:avLst/>
                <a:gdLst/>
                <a:ahLst/>
                <a:cxnLst/>
                <a:rect l="l" t="t" r="r" b="b"/>
                <a:pathLst>
                  <a:path w="9" h="29" extrusionOk="0">
                    <a:moveTo>
                      <a:pt x="2" y="29"/>
                    </a:moveTo>
                    <a:lnTo>
                      <a:pt x="9" y="29"/>
                    </a:lnTo>
                    <a:lnTo>
                      <a:pt x="7" y="0"/>
                    </a:lnTo>
                    <a:lnTo>
                      <a:pt x="0" y="0"/>
                    </a:lnTo>
                    <a:lnTo>
                      <a:pt x="2" y="29"/>
                    </a:lnTo>
                    <a:close/>
                  </a:path>
                </a:pathLst>
              </a:custGeom>
              <a:solidFill>
                <a:srgbClr val="CBB09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85" name="Google Shape;690;p83"/>
              <p:cNvSpPr/>
              <p:nvPr/>
            </p:nvSpPr>
            <p:spPr>
              <a:xfrm>
                <a:off x="6213" y="989"/>
                <a:ext cx="11" cy="31"/>
              </a:xfrm>
              <a:custGeom>
                <a:avLst/>
                <a:gdLst/>
                <a:ahLst/>
                <a:cxnLst/>
                <a:rect l="l" t="t" r="r" b="b"/>
                <a:pathLst>
                  <a:path w="11" h="31" extrusionOk="0">
                    <a:moveTo>
                      <a:pt x="4" y="31"/>
                    </a:moveTo>
                    <a:lnTo>
                      <a:pt x="11" y="31"/>
                    </a:lnTo>
                    <a:lnTo>
                      <a:pt x="9" y="0"/>
                    </a:lnTo>
                    <a:lnTo>
                      <a:pt x="0" y="2"/>
                    </a:lnTo>
                    <a:lnTo>
                      <a:pt x="4" y="31"/>
                    </a:lnTo>
                    <a:close/>
                  </a:path>
                </a:pathLst>
              </a:custGeom>
              <a:solidFill>
                <a:srgbClr val="CBB09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86" name="Google Shape;691;p83"/>
              <p:cNvSpPr/>
              <p:nvPr/>
            </p:nvSpPr>
            <p:spPr>
              <a:xfrm>
                <a:off x="6133" y="997"/>
                <a:ext cx="10" cy="29"/>
              </a:xfrm>
              <a:custGeom>
                <a:avLst/>
                <a:gdLst/>
                <a:ahLst/>
                <a:cxnLst/>
                <a:rect l="l" t="t" r="r" b="b"/>
                <a:pathLst>
                  <a:path w="10" h="29" extrusionOk="0">
                    <a:moveTo>
                      <a:pt x="2" y="29"/>
                    </a:moveTo>
                    <a:lnTo>
                      <a:pt x="10" y="29"/>
                    </a:lnTo>
                    <a:lnTo>
                      <a:pt x="8" y="0"/>
                    </a:lnTo>
                    <a:lnTo>
                      <a:pt x="0" y="0"/>
                    </a:lnTo>
                    <a:lnTo>
                      <a:pt x="2" y="29"/>
                    </a:lnTo>
                    <a:close/>
                  </a:path>
                </a:pathLst>
              </a:custGeom>
              <a:solidFill>
                <a:srgbClr val="CBB09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87" name="Google Shape;692;p83"/>
              <p:cNvSpPr/>
              <p:nvPr/>
            </p:nvSpPr>
            <p:spPr>
              <a:xfrm>
                <a:off x="6133" y="657"/>
                <a:ext cx="95" cy="53"/>
              </a:xfrm>
              <a:custGeom>
                <a:avLst/>
                <a:gdLst/>
                <a:ahLst/>
                <a:cxnLst/>
                <a:rect l="l" t="t" r="r" b="b"/>
                <a:pathLst>
                  <a:path w="49" h="27" extrusionOk="0">
                    <a:moveTo>
                      <a:pt x="49" y="10"/>
                    </a:moveTo>
                    <a:cubicBezTo>
                      <a:pt x="42" y="1"/>
                      <a:pt x="42" y="1"/>
                      <a:pt x="42" y="1"/>
                    </a:cubicBezTo>
                    <a:cubicBezTo>
                      <a:pt x="26" y="0"/>
                      <a:pt x="0" y="13"/>
                      <a:pt x="0" y="13"/>
                    </a:cubicBezTo>
                    <a:cubicBezTo>
                      <a:pt x="1" y="27"/>
                      <a:pt x="1" y="27"/>
                      <a:pt x="1" y="27"/>
                    </a:cubicBezTo>
                    <a:cubicBezTo>
                      <a:pt x="1" y="27"/>
                      <a:pt x="11" y="9"/>
                      <a:pt x="49" y="10"/>
                    </a:cubicBezTo>
                  </a:path>
                </a:pathLst>
              </a:custGeom>
              <a:solidFill>
                <a:srgbClr val="D5DFE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88" name="Google Shape;693;p83"/>
              <p:cNvSpPr/>
              <p:nvPr/>
            </p:nvSpPr>
            <p:spPr>
              <a:xfrm>
                <a:off x="6013" y="410"/>
                <a:ext cx="246" cy="232"/>
              </a:xfrm>
              <a:custGeom>
                <a:avLst/>
                <a:gdLst/>
                <a:ahLst/>
                <a:cxnLst/>
                <a:rect l="l" t="t" r="r" b="b"/>
                <a:pathLst>
                  <a:path w="127" h="119" extrusionOk="0">
                    <a:moveTo>
                      <a:pt x="14" y="6"/>
                    </a:moveTo>
                    <a:cubicBezTo>
                      <a:pt x="35" y="8"/>
                      <a:pt x="40" y="1"/>
                      <a:pt x="52" y="1"/>
                    </a:cubicBezTo>
                    <a:cubicBezTo>
                      <a:pt x="55" y="2"/>
                      <a:pt x="69" y="0"/>
                      <a:pt x="71" y="0"/>
                    </a:cubicBezTo>
                    <a:cubicBezTo>
                      <a:pt x="71" y="0"/>
                      <a:pt x="95" y="1"/>
                      <a:pt x="95" y="1"/>
                    </a:cubicBezTo>
                    <a:cubicBezTo>
                      <a:pt x="95" y="1"/>
                      <a:pt x="127" y="9"/>
                      <a:pt x="127" y="45"/>
                    </a:cubicBezTo>
                    <a:cubicBezTo>
                      <a:pt x="126" y="105"/>
                      <a:pt x="103" y="119"/>
                      <a:pt x="94" y="117"/>
                    </a:cubicBezTo>
                    <a:cubicBezTo>
                      <a:pt x="85" y="116"/>
                      <a:pt x="86" y="88"/>
                      <a:pt x="86" y="88"/>
                    </a:cubicBezTo>
                    <a:cubicBezTo>
                      <a:pt x="101" y="88"/>
                      <a:pt x="96" y="63"/>
                      <a:pt x="90" y="62"/>
                    </a:cubicBezTo>
                    <a:cubicBezTo>
                      <a:pt x="82" y="59"/>
                      <a:pt x="79" y="67"/>
                      <a:pt x="79" y="67"/>
                    </a:cubicBezTo>
                    <a:cubicBezTo>
                      <a:pt x="79" y="67"/>
                      <a:pt x="79" y="76"/>
                      <a:pt x="76" y="77"/>
                    </a:cubicBezTo>
                    <a:cubicBezTo>
                      <a:pt x="71" y="79"/>
                      <a:pt x="64" y="53"/>
                      <a:pt x="49" y="48"/>
                    </a:cubicBezTo>
                    <a:cubicBezTo>
                      <a:pt x="34" y="43"/>
                      <a:pt x="10" y="43"/>
                      <a:pt x="10" y="43"/>
                    </a:cubicBezTo>
                    <a:cubicBezTo>
                      <a:pt x="0" y="24"/>
                      <a:pt x="7" y="5"/>
                      <a:pt x="14" y="6"/>
                    </a:cubicBezTo>
                  </a:path>
                </a:pathLst>
              </a:custGeom>
              <a:solidFill>
                <a:srgbClr val="754C29"/>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89" name="Google Shape;694;p83"/>
              <p:cNvSpPr/>
              <p:nvPr/>
            </p:nvSpPr>
            <p:spPr>
              <a:xfrm>
                <a:off x="5918" y="1028"/>
                <a:ext cx="291" cy="319"/>
              </a:xfrm>
              <a:custGeom>
                <a:avLst/>
                <a:gdLst/>
                <a:ahLst/>
                <a:cxnLst/>
                <a:rect l="l" t="t" r="r" b="b"/>
                <a:pathLst>
                  <a:path w="150" h="164" extrusionOk="0">
                    <a:moveTo>
                      <a:pt x="104" y="0"/>
                    </a:moveTo>
                    <a:cubicBezTo>
                      <a:pt x="104" y="0"/>
                      <a:pt x="19" y="24"/>
                      <a:pt x="17" y="32"/>
                    </a:cubicBezTo>
                    <a:cubicBezTo>
                      <a:pt x="14" y="41"/>
                      <a:pt x="0" y="159"/>
                      <a:pt x="0" y="159"/>
                    </a:cubicBezTo>
                    <a:cubicBezTo>
                      <a:pt x="36" y="164"/>
                      <a:pt x="36" y="164"/>
                      <a:pt x="36" y="164"/>
                    </a:cubicBezTo>
                    <a:cubicBezTo>
                      <a:pt x="36" y="164"/>
                      <a:pt x="54" y="70"/>
                      <a:pt x="53" y="59"/>
                    </a:cubicBezTo>
                    <a:cubicBezTo>
                      <a:pt x="64" y="53"/>
                      <a:pt x="121" y="45"/>
                      <a:pt x="124" y="46"/>
                    </a:cubicBezTo>
                    <a:cubicBezTo>
                      <a:pt x="126" y="46"/>
                      <a:pt x="150" y="5"/>
                      <a:pt x="104" y="0"/>
                    </a:cubicBezTo>
                  </a:path>
                </a:pathLst>
              </a:custGeom>
              <a:solidFill>
                <a:srgbClr val="CBB09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cxnSp>
            <p:nvCxnSpPr>
              <p:cNvPr id="390" name="Google Shape;695;p83"/>
              <p:cNvCxnSpPr/>
              <p:nvPr/>
            </p:nvCxnSpPr>
            <p:spPr>
              <a:xfrm flipH="1">
                <a:off x="6090" y="1119"/>
                <a:ext cx="18" cy="239"/>
              </a:xfrm>
              <a:prstGeom prst="straightConnector1">
                <a:avLst/>
              </a:prstGeom>
              <a:noFill/>
              <a:ln w="9525" cap="flat" cmpd="sng">
                <a:solidFill>
                  <a:srgbClr val="231F20"/>
                </a:solidFill>
                <a:prstDash val="solid"/>
                <a:miter lim="800000"/>
                <a:headEnd type="none" w="med" len="med"/>
                <a:tailEnd type="none" w="med" len="med"/>
              </a:ln>
            </p:spPr>
          </p:cxnSp>
          <p:cxnSp>
            <p:nvCxnSpPr>
              <p:cNvPr id="391" name="Google Shape;696;p83"/>
              <p:cNvCxnSpPr/>
              <p:nvPr/>
            </p:nvCxnSpPr>
            <p:spPr>
              <a:xfrm>
                <a:off x="6267" y="1119"/>
                <a:ext cx="17" cy="239"/>
              </a:xfrm>
              <a:prstGeom prst="straightConnector1">
                <a:avLst/>
              </a:prstGeom>
              <a:noFill/>
              <a:ln w="9525" cap="flat" cmpd="sng">
                <a:solidFill>
                  <a:srgbClr val="231F20"/>
                </a:solidFill>
                <a:prstDash val="solid"/>
                <a:miter lim="800000"/>
                <a:headEnd type="none" w="med" len="med"/>
                <a:tailEnd type="none" w="med" len="med"/>
              </a:ln>
            </p:spPr>
          </p:cxnSp>
          <p:sp>
            <p:nvSpPr>
              <p:cNvPr id="392" name="Google Shape;697;p83"/>
              <p:cNvSpPr/>
              <p:nvPr/>
            </p:nvSpPr>
            <p:spPr>
              <a:xfrm>
                <a:off x="6048" y="1106"/>
                <a:ext cx="258" cy="64"/>
              </a:xfrm>
              <a:custGeom>
                <a:avLst/>
                <a:gdLst/>
                <a:ahLst/>
                <a:cxnLst/>
                <a:rect l="l" t="t" r="r" b="b"/>
                <a:pathLst>
                  <a:path w="133" h="33" extrusionOk="0">
                    <a:moveTo>
                      <a:pt x="11" y="33"/>
                    </a:moveTo>
                    <a:cubicBezTo>
                      <a:pt x="133" y="33"/>
                      <a:pt x="133" y="33"/>
                      <a:pt x="133" y="33"/>
                    </a:cubicBezTo>
                    <a:cubicBezTo>
                      <a:pt x="133" y="0"/>
                      <a:pt x="133" y="0"/>
                      <a:pt x="133" y="0"/>
                    </a:cubicBezTo>
                    <a:cubicBezTo>
                      <a:pt x="133" y="0"/>
                      <a:pt x="55" y="0"/>
                      <a:pt x="30" y="0"/>
                    </a:cubicBezTo>
                    <a:cubicBezTo>
                      <a:pt x="0" y="0"/>
                      <a:pt x="11" y="33"/>
                      <a:pt x="11" y="33"/>
                    </a:cubicBezTo>
                  </a:path>
                </a:pathLst>
              </a:cu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93" name="Google Shape;698;p83"/>
              <p:cNvSpPr/>
              <p:nvPr/>
            </p:nvSpPr>
            <p:spPr>
              <a:xfrm>
                <a:off x="6253" y="729"/>
                <a:ext cx="53" cy="383"/>
              </a:xfrm>
              <a:custGeom>
                <a:avLst/>
                <a:gdLst/>
                <a:ahLst/>
                <a:cxnLst/>
                <a:rect l="l" t="t" r="r" b="b"/>
                <a:pathLst>
                  <a:path w="27" h="197" extrusionOk="0">
                    <a:moveTo>
                      <a:pt x="27" y="195"/>
                    </a:moveTo>
                    <a:cubicBezTo>
                      <a:pt x="27" y="5"/>
                      <a:pt x="27" y="5"/>
                      <a:pt x="27" y="5"/>
                    </a:cubicBezTo>
                    <a:cubicBezTo>
                      <a:pt x="27" y="5"/>
                      <a:pt x="2" y="0"/>
                      <a:pt x="1" y="46"/>
                    </a:cubicBezTo>
                    <a:cubicBezTo>
                      <a:pt x="0" y="77"/>
                      <a:pt x="0" y="127"/>
                      <a:pt x="1" y="162"/>
                    </a:cubicBezTo>
                    <a:cubicBezTo>
                      <a:pt x="2" y="197"/>
                      <a:pt x="27" y="195"/>
                      <a:pt x="27" y="195"/>
                    </a:cubicBezTo>
                  </a:path>
                </a:pathLst>
              </a:cu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cxnSp>
            <p:nvCxnSpPr>
              <p:cNvPr id="394" name="Google Shape;699;p83"/>
              <p:cNvCxnSpPr/>
              <p:nvPr/>
            </p:nvCxnSpPr>
            <p:spPr>
              <a:xfrm>
                <a:off x="6294" y="1168"/>
                <a:ext cx="18" cy="239"/>
              </a:xfrm>
              <a:prstGeom prst="straightConnector1">
                <a:avLst/>
              </a:prstGeom>
              <a:noFill/>
              <a:ln w="9525" cap="flat" cmpd="sng">
                <a:solidFill>
                  <a:srgbClr val="231F20"/>
                </a:solidFill>
                <a:prstDash val="solid"/>
                <a:miter lim="800000"/>
                <a:headEnd type="none" w="med" len="med"/>
                <a:tailEnd type="none" w="med" len="med"/>
              </a:ln>
            </p:spPr>
          </p:cxnSp>
          <p:cxnSp>
            <p:nvCxnSpPr>
              <p:cNvPr id="395" name="Google Shape;700;p83"/>
              <p:cNvCxnSpPr/>
              <p:nvPr/>
            </p:nvCxnSpPr>
            <p:spPr>
              <a:xfrm flipH="1">
                <a:off x="6061" y="1168"/>
                <a:ext cx="18" cy="239"/>
              </a:xfrm>
              <a:prstGeom prst="straightConnector1">
                <a:avLst/>
              </a:prstGeom>
              <a:noFill/>
              <a:ln w="9525" cap="flat" cmpd="sng">
                <a:solidFill>
                  <a:srgbClr val="231F20"/>
                </a:solidFill>
                <a:prstDash val="solid"/>
                <a:miter lim="800000"/>
                <a:headEnd type="none" w="med" len="med"/>
                <a:tailEnd type="none" w="med" len="med"/>
              </a:ln>
            </p:spPr>
          </p:cxnSp>
          <p:sp>
            <p:nvSpPr>
              <p:cNvPr id="396" name="Google Shape;701;p83"/>
              <p:cNvSpPr/>
              <p:nvPr/>
            </p:nvSpPr>
            <p:spPr>
              <a:xfrm>
                <a:off x="5869" y="900"/>
                <a:ext cx="181" cy="21"/>
              </a:xfrm>
              <a:custGeom>
                <a:avLst/>
                <a:gdLst/>
                <a:ahLst/>
                <a:cxnLst/>
                <a:rect l="l" t="t" r="r" b="b"/>
                <a:pathLst>
                  <a:path w="93" h="11" extrusionOk="0">
                    <a:moveTo>
                      <a:pt x="0" y="6"/>
                    </a:moveTo>
                    <a:cubicBezTo>
                      <a:pt x="0" y="9"/>
                      <a:pt x="3" y="11"/>
                      <a:pt x="6" y="11"/>
                    </a:cubicBezTo>
                    <a:cubicBezTo>
                      <a:pt x="88" y="11"/>
                      <a:pt x="88" y="11"/>
                      <a:pt x="88" y="11"/>
                    </a:cubicBezTo>
                    <a:cubicBezTo>
                      <a:pt x="91" y="11"/>
                      <a:pt x="93" y="9"/>
                      <a:pt x="93" y="6"/>
                    </a:cubicBezTo>
                    <a:cubicBezTo>
                      <a:pt x="93" y="3"/>
                      <a:pt x="91" y="0"/>
                      <a:pt x="88" y="0"/>
                    </a:cubicBezTo>
                    <a:cubicBezTo>
                      <a:pt x="6" y="0"/>
                      <a:pt x="6" y="0"/>
                      <a:pt x="6" y="0"/>
                    </a:cubicBezTo>
                    <a:cubicBezTo>
                      <a:pt x="3" y="0"/>
                      <a:pt x="0" y="3"/>
                      <a:pt x="0" y="6"/>
                    </a:cubicBezTo>
                  </a:path>
                </a:pathLst>
              </a:cu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97" name="Google Shape;702;p83"/>
              <p:cNvSpPr/>
              <p:nvPr/>
            </p:nvSpPr>
            <p:spPr>
              <a:xfrm>
                <a:off x="5821" y="746"/>
                <a:ext cx="72" cy="177"/>
              </a:xfrm>
              <a:custGeom>
                <a:avLst/>
                <a:gdLst/>
                <a:ahLst/>
                <a:cxnLst/>
                <a:rect l="l" t="t" r="r" b="b"/>
                <a:pathLst>
                  <a:path w="37" h="91" extrusionOk="0">
                    <a:moveTo>
                      <a:pt x="33" y="90"/>
                    </a:moveTo>
                    <a:cubicBezTo>
                      <a:pt x="36" y="89"/>
                      <a:pt x="37" y="86"/>
                      <a:pt x="36" y="83"/>
                    </a:cubicBezTo>
                    <a:cubicBezTo>
                      <a:pt x="11" y="5"/>
                      <a:pt x="11" y="5"/>
                      <a:pt x="11" y="5"/>
                    </a:cubicBezTo>
                    <a:cubicBezTo>
                      <a:pt x="10" y="2"/>
                      <a:pt x="7" y="0"/>
                      <a:pt x="4" y="1"/>
                    </a:cubicBezTo>
                    <a:cubicBezTo>
                      <a:pt x="1" y="2"/>
                      <a:pt x="0" y="5"/>
                      <a:pt x="1" y="8"/>
                    </a:cubicBezTo>
                    <a:cubicBezTo>
                      <a:pt x="26" y="86"/>
                      <a:pt x="26" y="86"/>
                      <a:pt x="26" y="86"/>
                    </a:cubicBezTo>
                    <a:cubicBezTo>
                      <a:pt x="27" y="89"/>
                      <a:pt x="30" y="91"/>
                      <a:pt x="33" y="90"/>
                    </a:cubicBezTo>
                  </a:path>
                </a:pathLst>
              </a:cu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98" name="Google Shape;703;p83"/>
              <p:cNvSpPr/>
              <p:nvPr/>
            </p:nvSpPr>
            <p:spPr>
              <a:xfrm>
                <a:off x="6034" y="665"/>
                <a:ext cx="212" cy="260"/>
              </a:xfrm>
              <a:custGeom>
                <a:avLst/>
                <a:gdLst/>
                <a:ahLst/>
                <a:cxnLst/>
                <a:rect l="l" t="t" r="r" b="b"/>
                <a:pathLst>
                  <a:path w="109" h="134" extrusionOk="0">
                    <a:moveTo>
                      <a:pt x="73" y="12"/>
                    </a:moveTo>
                    <a:cubicBezTo>
                      <a:pt x="73" y="12"/>
                      <a:pt x="90" y="0"/>
                      <a:pt x="100" y="17"/>
                    </a:cubicBezTo>
                    <a:cubicBezTo>
                      <a:pt x="109" y="33"/>
                      <a:pt x="86" y="100"/>
                      <a:pt x="74" y="109"/>
                    </a:cubicBezTo>
                    <a:cubicBezTo>
                      <a:pt x="61" y="118"/>
                      <a:pt x="25" y="132"/>
                      <a:pt x="13" y="134"/>
                    </a:cubicBezTo>
                    <a:cubicBezTo>
                      <a:pt x="13" y="134"/>
                      <a:pt x="0" y="113"/>
                      <a:pt x="1" y="112"/>
                    </a:cubicBezTo>
                    <a:cubicBezTo>
                      <a:pt x="4" y="109"/>
                      <a:pt x="49" y="82"/>
                      <a:pt x="49" y="82"/>
                    </a:cubicBezTo>
                    <a:cubicBezTo>
                      <a:pt x="49" y="82"/>
                      <a:pt x="64" y="21"/>
                      <a:pt x="73" y="12"/>
                    </a:cubicBezTo>
                  </a:path>
                </a:pathLst>
              </a:custGeom>
              <a:solidFill>
                <a:srgbClr val="D5DFE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99" name="Google Shape;704;p83"/>
              <p:cNvSpPr/>
              <p:nvPr/>
            </p:nvSpPr>
            <p:spPr>
              <a:xfrm>
                <a:off x="6032" y="873"/>
                <a:ext cx="45" cy="52"/>
              </a:xfrm>
              <a:custGeom>
                <a:avLst/>
                <a:gdLst/>
                <a:ahLst/>
                <a:cxnLst/>
                <a:rect l="l" t="t" r="r" b="b"/>
                <a:pathLst>
                  <a:path w="45" h="52" extrusionOk="0">
                    <a:moveTo>
                      <a:pt x="0" y="9"/>
                    </a:moveTo>
                    <a:lnTo>
                      <a:pt x="16" y="0"/>
                    </a:lnTo>
                    <a:lnTo>
                      <a:pt x="45" y="48"/>
                    </a:lnTo>
                    <a:lnTo>
                      <a:pt x="25" y="52"/>
                    </a:lnTo>
                    <a:lnTo>
                      <a:pt x="0" y="9"/>
                    </a:lnTo>
                    <a:close/>
                  </a:path>
                </a:pathLst>
              </a:custGeom>
              <a:solidFill>
                <a:srgbClr val="B9CADD"/>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00" name="Google Shape;705;p83"/>
              <p:cNvSpPr/>
              <p:nvPr/>
            </p:nvSpPr>
            <p:spPr>
              <a:xfrm>
                <a:off x="6057" y="912"/>
                <a:ext cx="8" cy="9"/>
              </a:xfrm>
              <a:custGeom>
                <a:avLst/>
                <a:gdLst/>
                <a:ahLst/>
                <a:cxnLst/>
                <a:rect l="l" t="t" r="r" b="b"/>
                <a:pathLst>
                  <a:path w="4" h="5" extrusionOk="0">
                    <a:moveTo>
                      <a:pt x="0" y="3"/>
                    </a:moveTo>
                    <a:cubicBezTo>
                      <a:pt x="1" y="4"/>
                      <a:pt x="2" y="5"/>
                      <a:pt x="3" y="5"/>
                    </a:cubicBezTo>
                    <a:cubicBezTo>
                      <a:pt x="4" y="4"/>
                      <a:pt x="4" y="3"/>
                      <a:pt x="4" y="2"/>
                    </a:cubicBezTo>
                    <a:cubicBezTo>
                      <a:pt x="4" y="1"/>
                      <a:pt x="3" y="0"/>
                      <a:pt x="2" y="1"/>
                    </a:cubicBezTo>
                    <a:cubicBezTo>
                      <a:pt x="1" y="1"/>
                      <a:pt x="0" y="2"/>
                      <a:pt x="0" y="3"/>
                    </a:cubicBezTo>
                  </a:path>
                </a:pathLst>
              </a:custGeom>
              <a:solidFill>
                <a:srgbClr val="D5DFE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01" name="Google Shape;706;p83"/>
              <p:cNvSpPr/>
              <p:nvPr/>
            </p:nvSpPr>
            <p:spPr>
              <a:xfrm>
                <a:off x="5966" y="890"/>
                <a:ext cx="84" cy="33"/>
              </a:xfrm>
              <a:custGeom>
                <a:avLst/>
                <a:gdLst/>
                <a:ahLst/>
                <a:cxnLst/>
                <a:rect l="l" t="t" r="r" b="b"/>
                <a:pathLst>
                  <a:path w="43" h="17" extrusionOk="0">
                    <a:moveTo>
                      <a:pt x="37" y="0"/>
                    </a:moveTo>
                    <a:cubicBezTo>
                      <a:pt x="37" y="0"/>
                      <a:pt x="3" y="13"/>
                      <a:pt x="1" y="16"/>
                    </a:cubicBezTo>
                    <a:cubicBezTo>
                      <a:pt x="0" y="17"/>
                      <a:pt x="10" y="16"/>
                      <a:pt x="21" y="16"/>
                    </a:cubicBezTo>
                    <a:cubicBezTo>
                      <a:pt x="32" y="17"/>
                      <a:pt x="39" y="16"/>
                      <a:pt x="43" y="12"/>
                    </a:cubicBezTo>
                    <a:lnTo>
                      <a:pt x="37" y="0"/>
                    </a:lnTo>
                    <a:close/>
                  </a:path>
                </a:pathLst>
              </a:custGeom>
              <a:solidFill>
                <a:srgbClr val="DFB28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02" name="Google Shape;707;p83"/>
              <p:cNvSpPr/>
              <p:nvPr/>
            </p:nvSpPr>
            <p:spPr>
              <a:xfrm>
                <a:off x="5912" y="661"/>
                <a:ext cx="33" cy="47"/>
              </a:xfrm>
              <a:custGeom>
                <a:avLst/>
                <a:gdLst/>
                <a:ahLst/>
                <a:cxnLst/>
                <a:rect l="l" t="t" r="r" b="b"/>
                <a:pathLst>
                  <a:path w="33" h="47" extrusionOk="0">
                    <a:moveTo>
                      <a:pt x="33" y="6"/>
                    </a:moveTo>
                    <a:lnTo>
                      <a:pt x="21" y="0"/>
                    </a:lnTo>
                    <a:lnTo>
                      <a:pt x="0" y="41"/>
                    </a:lnTo>
                    <a:lnTo>
                      <a:pt x="10" y="47"/>
                    </a:lnTo>
                    <a:lnTo>
                      <a:pt x="33" y="6"/>
                    </a:lnTo>
                    <a:close/>
                  </a:path>
                </a:pathLst>
              </a:custGeom>
              <a:solidFill>
                <a:srgbClr val="B9CADD"/>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03" name="Google Shape;708;p83"/>
              <p:cNvSpPr/>
              <p:nvPr/>
            </p:nvSpPr>
            <p:spPr>
              <a:xfrm>
                <a:off x="5864" y="595"/>
                <a:ext cx="66" cy="97"/>
              </a:xfrm>
              <a:custGeom>
                <a:avLst/>
                <a:gdLst/>
                <a:ahLst/>
                <a:cxnLst/>
                <a:rect l="l" t="t" r="r" b="b"/>
                <a:pathLst>
                  <a:path w="34" h="50" extrusionOk="0">
                    <a:moveTo>
                      <a:pt x="34" y="38"/>
                    </a:moveTo>
                    <a:cubicBezTo>
                      <a:pt x="34" y="38"/>
                      <a:pt x="23" y="30"/>
                      <a:pt x="17" y="19"/>
                    </a:cubicBezTo>
                    <a:cubicBezTo>
                      <a:pt x="12" y="10"/>
                      <a:pt x="10" y="2"/>
                      <a:pt x="10" y="2"/>
                    </a:cubicBezTo>
                    <a:cubicBezTo>
                      <a:pt x="10" y="2"/>
                      <a:pt x="0" y="0"/>
                      <a:pt x="11" y="24"/>
                    </a:cubicBezTo>
                    <a:cubicBezTo>
                      <a:pt x="11" y="24"/>
                      <a:pt x="6" y="25"/>
                      <a:pt x="5" y="26"/>
                    </a:cubicBezTo>
                    <a:cubicBezTo>
                      <a:pt x="3" y="29"/>
                      <a:pt x="5" y="36"/>
                      <a:pt x="8" y="41"/>
                    </a:cubicBezTo>
                    <a:cubicBezTo>
                      <a:pt x="11" y="43"/>
                      <a:pt x="10" y="41"/>
                      <a:pt x="11" y="41"/>
                    </a:cubicBezTo>
                    <a:cubicBezTo>
                      <a:pt x="13" y="44"/>
                      <a:pt x="14" y="48"/>
                      <a:pt x="17" y="49"/>
                    </a:cubicBezTo>
                    <a:cubicBezTo>
                      <a:pt x="21" y="49"/>
                      <a:pt x="27" y="50"/>
                      <a:pt x="27" y="50"/>
                    </a:cubicBezTo>
                    <a:lnTo>
                      <a:pt x="34" y="38"/>
                    </a:lnTo>
                    <a:close/>
                  </a:path>
                </a:pathLst>
              </a:custGeom>
              <a:solidFill>
                <a:srgbClr val="DFB28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04" name="Google Shape;709;p83"/>
              <p:cNvSpPr/>
              <p:nvPr/>
            </p:nvSpPr>
            <p:spPr>
              <a:xfrm>
                <a:off x="6121" y="498"/>
                <a:ext cx="43" cy="64"/>
              </a:xfrm>
              <a:custGeom>
                <a:avLst/>
                <a:gdLst/>
                <a:ahLst/>
                <a:cxnLst/>
                <a:rect l="l" t="t" r="r" b="b"/>
                <a:pathLst>
                  <a:path w="22" h="33" extrusionOk="0">
                    <a:moveTo>
                      <a:pt x="0" y="6"/>
                    </a:moveTo>
                    <a:cubicBezTo>
                      <a:pt x="0" y="6"/>
                      <a:pt x="9" y="16"/>
                      <a:pt x="9" y="33"/>
                    </a:cubicBezTo>
                    <a:cubicBezTo>
                      <a:pt x="22" y="32"/>
                      <a:pt x="22" y="32"/>
                      <a:pt x="22" y="32"/>
                    </a:cubicBezTo>
                    <a:cubicBezTo>
                      <a:pt x="22" y="32"/>
                      <a:pt x="22" y="17"/>
                      <a:pt x="22" y="14"/>
                    </a:cubicBezTo>
                    <a:cubicBezTo>
                      <a:pt x="22" y="11"/>
                      <a:pt x="5" y="0"/>
                      <a:pt x="0" y="6"/>
                    </a:cubicBezTo>
                  </a:path>
                </a:pathLst>
              </a:custGeom>
              <a:solidFill>
                <a:srgbClr val="754C29"/>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05" name="Google Shape;710;p83"/>
              <p:cNvSpPr/>
              <p:nvPr/>
            </p:nvSpPr>
            <p:spPr>
              <a:xfrm>
                <a:off x="4813" y="772"/>
                <a:ext cx="110" cy="101"/>
              </a:xfrm>
              <a:custGeom>
                <a:avLst/>
                <a:gdLst/>
                <a:ahLst/>
                <a:cxnLst/>
                <a:rect l="l" t="t" r="r" b="b"/>
                <a:pathLst>
                  <a:path w="110" h="101" extrusionOk="0">
                    <a:moveTo>
                      <a:pt x="81" y="0"/>
                    </a:moveTo>
                    <a:lnTo>
                      <a:pt x="110" y="31"/>
                    </a:lnTo>
                    <a:lnTo>
                      <a:pt x="19" y="101"/>
                    </a:lnTo>
                    <a:lnTo>
                      <a:pt x="0" y="37"/>
                    </a:lnTo>
                    <a:lnTo>
                      <a:pt x="81" y="0"/>
                    </a:lnTo>
                    <a:close/>
                  </a:path>
                </a:pathLst>
              </a:custGeom>
              <a:solidFill>
                <a:srgbClr val="D2E5C8"/>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06" name="Google Shape;711;p83"/>
              <p:cNvSpPr/>
              <p:nvPr/>
            </p:nvSpPr>
            <p:spPr>
              <a:xfrm>
                <a:off x="4906" y="772"/>
                <a:ext cx="157" cy="95"/>
              </a:xfrm>
              <a:custGeom>
                <a:avLst/>
                <a:gdLst/>
                <a:ahLst/>
                <a:cxnLst/>
                <a:rect l="l" t="t" r="r" b="b"/>
                <a:pathLst>
                  <a:path w="81" h="49" extrusionOk="0">
                    <a:moveTo>
                      <a:pt x="4" y="48"/>
                    </a:moveTo>
                    <a:cubicBezTo>
                      <a:pt x="3" y="49"/>
                      <a:pt x="1" y="49"/>
                      <a:pt x="1" y="47"/>
                    </a:cubicBezTo>
                    <a:cubicBezTo>
                      <a:pt x="0" y="46"/>
                      <a:pt x="0" y="45"/>
                      <a:pt x="2" y="44"/>
                    </a:cubicBezTo>
                    <a:cubicBezTo>
                      <a:pt x="77" y="0"/>
                      <a:pt x="77" y="0"/>
                      <a:pt x="77" y="0"/>
                    </a:cubicBezTo>
                    <a:cubicBezTo>
                      <a:pt x="78" y="0"/>
                      <a:pt x="79" y="0"/>
                      <a:pt x="80" y="1"/>
                    </a:cubicBezTo>
                    <a:cubicBezTo>
                      <a:pt x="81" y="2"/>
                      <a:pt x="80" y="4"/>
                      <a:pt x="79" y="4"/>
                    </a:cubicBezTo>
                    <a:lnTo>
                      <a:pt x="4" y="48"/>
                    </a:lnTo>
                    <a:close/>
                  </a:path>
                </a:pathLst>
              </a:cu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07" name="Google Shape;712;p83"/>
              <p:cNvSpPr/>
              <p:nvPr/>
            </p:nvSpPr>
            <p:spPr>
              <a:xfrm>
                <a:off x="4958" y="1283"/>
                <a:ext cx="132" cy="120"/>
              </a:xfrm>
              <a:custGeom>
                <a:avLst/>
                <a:gdLst/>
                <a:ahLst/>
                <a:cxnLst/>
                <a:rect l="l" t="t" r="r" b="b"/>
                <a:pathLst>
                  <a:path w="68" h="62" extrusionOk="0">
                    <a:moveTo>
                      <a:pt x="29" y="2"/>
                    </a:moveTo>
                    <a:cubicBezTo>
                      <a:pt x="29" y="2"/>
                      <a:pt x="25" y="29"/>
                      <a:pt x="40" y="36"/>
                    </a:cubicBezTo>
                    <a:cubicBezTo>
                      <a:pt x="56" y="44"/>
                      <a:pt x="68" y="42"/>
                      <a:pt x="65" y="51"/>
                    </a:cubicBezTo>
                    <a:cubicBezTo>
                      <a:pt x="65" y="51"/>
                      <a:pt x="65" y="62"/>
                      <a:pt x="32" y="58"/>
                    </a:cubicBezTo>
                    <a:cubicBezTo>
                      <a:pt x="32" y="58"/>
                      <a:pt x="10" y="56"/>
                      <a:pt x="4" y="51"/>
                    </a:cubicBezTo>
                    <a:cubicBezTo>
                      <a:pt x="0" y="47"/>
                      <a:pt x="5" y="17"/>
                      <a:pt x="9" y="8"/>
                    </a:cubicBezTo>
                    <a:cubicBezTo>
                      <a:pt x="9" y="8"/>
                      <a:pt x="23" y="0"/>
                      <a:pt x="29" y="2"/>
                    </a:cubicBezTo>
                  </a:path>
                </a:pathLst>
              </a:custGeom>
              <a:solidFill>
                <a:srgbClr val="3C2415"/>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08" name="Google Shape;713;p83"/>
              <p:cNvSpPr/>
              <p:nvPr/>
            </p:nvSpPr>
            <p:spPr>
              <a:xfrm>
                <a:off x="4818" y="727"/>
                <a:ext cx="45" cy="146"/>
              </a:xfrm>
              <a:custGeom>
                <a:avLst/>
                <a:gdLst/>
                <a:ahLst/>
                <a:cxnLst/>
                <a:rect l="l" t="t" r="r" b="b"/>
                <a:pathLst>
                  <a:path w="23" h="75" extrusionOk="0">
                    <a:moveTo>
                      <a:pt x="4" y="0"/>
                    </a:moveTo>
                    <a:cubicBezTo>
                      <a:pt x="4" y="0"/>
                      <a:pt x="23" y="41"/>
                      <a:pt x="20" y="70"/>
                    </a:cubicBezTo>
                    <a:cubicBezTo>
                      <a:pt x="15" y="75"/>
                      <a:pt x="15" y="75"/>
                      <a:pt x="15" y="75"/>
                    </a:cubicBezTo>
                    <a:cubicBezTo>
                      <a:pt x="8" y="67"/>
                      <a:pt x="8" y="67"/>
                      <a:pt x="8" y="67"/>
                    </a:cubicBezTo>
                    <a:cubicBezTo>
                      <a:pt x="8" y="67"/>
                      <a:pt x="13" y="42"/>
                      <a:pt x="0" y="2"/>
                    </a:cubicBezTo>
                    <a:lnTo>
                      <a:pt x="4" y="0"/>
                    </a:lnTo>
                    <a:close/>
                  </a:path>
                </a:pathLst>
              </a:custGeom>
              <a:solidFill>
                <a:srgbClr val="6D6E7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09" name="Google Shape;714;p83"/>
              <p:cNvSpPr/>
              <p:nvPr/>
            </p:nvSpPr>
            <p:spPr>
              <a:xfrm>
                <a:off x="4807" y="698"/>
                <a:ext cx="21" cy="35"/>
              </a:xfrm>
              <a:custGeom>
                <a:avLst/>
                <a:gdLst/>
                <a:ahLst/>
                <a:cxnLst/>
                <a:rect l="l" t="t" r="r" b="b"/>
                <a:pathLst>
                  <a:path w="11" h="18" extrusionOk="0">
                    <a:moveTo>
                      <a:pt x="5" y="3"/>
                    </a:moveTo>
                    <a:cubicBezTo>
                      <a:pt x="5" y="3"/>
                      <a:pt x="11" y="16"/>
                      <a:pt x="10" y="17"/>
                    </a:cubicBezTo>
                    <a:cubicBezTo>
                      <a:pt x="9" y="17"/>
                      <a:pt x="4" y="18"/>
                      <a:pt x="4" y="18"/>
                    </a:cubicBezTo>
                    <a:cubicBezTo>
                      <a:pt x="0" y="6"/>
                      <a:pt x="0" y="6"/>
                      <a:pt x="0" y="6"/>
                    </a:cubicBezTo>
                    <a:cubicBezTo>
                      <a:pt x="0" y="6"/>
                      <a:pt x="3" y="0"/>
                      <a:pt x="5" y="3"/>
                    </a:cubicBezTo>
                  </a:path>
                </a:pathLst>
              </a:custGeom>
              <a:solidFill>
                <a:srgbClr val="6D6E7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10" name="Google Shape;715;p83"/>
              <p:cNvSpPr/>
              <p:nvPr/>
            </p:nvSpPr>
            <p:spPr>
              <a:xfrm>
                <a:off x="4735" y="591"/>
                <a:ext cx="89" cy="144"/>
              </a:xfrm>
              <a:custGeom>
                <a:avLst/>
                <a:gdLst/>
                <a:ahLst/>
                <a:cxnLst/>
                <a:rect l="l" t="t" r="r" b="b"/>
                <a:pathLst>
                  <a:path w="46" h="74" extrusionOk="0">
                    <a:moveTo>
                      <a:pt x="36" y="66"/>
                    </a:moveTo>
                    <a:cubicBezTo>
                      <a:pt x="36" y="66"/>
                      <a:pt x="32" y="74"/>
                      <a:pt x="17" y="71"/>
                    </a:cubicBezTo>
                    <a:cubicBezTo>
                      <a:pt x="5" y="68"/>
                      <a:pt x="0" y="60"/>
                      <a:pt x="0" y="60"/>
                    </a:cubicBezTo>
                    <a:cubicBezTo>
                      <a:pt x="9" y="0"/>
                      <a:pt x="9" y="0"/>
                      <a:pt x="9" y="0"/>
                    </a:cubicBezTo>
                    <a:cubicBezTo>
                      <a:pt x="46" y="6"/>
                      <a:pt x="46" y="6"/>
                      <a:pt x="46" y="6"/>
                    </a:cubicBezTo>
                    <a:lnTo>
                      <a:pt x="36" y="66"/>
                    </a:lnTo>
                    <a:close/>
                  </a:path>
                </a:pathLst>
              </a:custGeom>
              <a:solidFill>
                <a:srgbClr val="CF9E7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11" name="Google Shape;716;p83"/>
              <p:cNvSpPr/>
              <p:nvPr/>
            </p:nvSpPr>
            <p:spPr>
              <a:xfrm>
                <a:off x="4685" y="663"/>
                <a:ext cx="217" cy="363"/>
              </a:xfrm>
              <a:custGeom>
                <a:avLst/>
                <a:gdLst/>
                <a:ahLst/>
                <a:cxnLst/>
                <a:rect l="l" t="t" r="r" b="b"/>
                <a:pathLst>
                  <a:path w="112" h="187" extrusionOk="0">
                    <a:moveTo>
                      <a:pt x="35" y="12"/>
                    </a:moveTo>
                    <a:cubicBezTo>
                      <a:pt x="35" y="12"/>
                      <a:pt x="0" y="0"/>
                      <a:pt x="6" y="79"/>
                    </a:cubicBezTo>
                    <a:cubicBezTo>
                      <a:pt x="9" y="119"/>
                      <a:pt x="3" y="186"/>
                      <a:pt x="3" y="186"/>
                    </a:cubicBezTo>
                    <a:cubicBezTo>
                      <a:pt x="74" y="187"/>
                      <a:pt x="74" y="187"/>
                      <a:pt x="74" y="187"/>
                    </a:cubicBezTo>
                    <a:cubicBezTo>
                      <a:pt x="74" y="187"/>
                      <a:pt x="112" y="11"/>
                      <a:pt x="35" y="12"/>
                    </a:cubicBezTo>
                  </a:path>
                </a:pathLst>
              </a:custGeom>
              <a:solidFill>
                <a:srgbClr val="BFD6B3"/>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12" name="Google Shape;717;p83"/>
              <p:cNvSpPr/>
              <p:nvPr/>
            </p:nvSpPr>
            <p:spPr>
              <a:xfrm>
                <a:off x="4675" y="1015"/>
                <a:ext cx="157" cy="116"/>
              </a:xfrm>
              <a:custGeom>
                <a:avLst/>
                <a:gdLst/>
                <a:ahLst/>
                <a:cxnLst/>
                <a:rect l="l" t="t" r="r" b="b"/>
                <a:pathLst>
                  <a:path w="81" h="60" extrusionOk="0">
                    <a:moveTo>
                      <a:pt x="75" y="55"/>
                    </a:moveTo>
                    <a:cubicBezTo>
                      <a:pt x="81" y="2"/>
                      <a:pt x="81" y="2"/>
                      <a:pt x="81" y="2"/>
                    </a:cubicBezTo>
                    <a:cubicBezTo>
                      <a:pt x="7" y="0"/>
                      <a:pt x="7" y="0"/>
                      <a:pt x="7" y="0"/>
                    </a:cubicBezTo>
                    <a:cubicBezTo>
                      <a:pt x="7" y="0"/>
                      <a:pt x="0" y="41"/>
                      <a:pt x="23" y="51"/>
                    </a:cubicBezTo>
                    <a:cubicBezTo>
                      <a:pt x="47" y="60"/>
                      <a:pt x="75" y="55"/>
                      <a:pt x="75" y="55"/>
                    </a:cubicBezTo>
                  </a:path>
                </a:pathLst>
              </a:custGeom>
              <a:solidFill>
                <a:srgbClr val="6D6E7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13" name="Google Shape;718;p83"/>
              <p:cNvSpPr/>
              <p:nvPr/>
            </p:nvSpPr>
            <p:spPr>
              <a:xfrm>
                <a:off x="4685" y="997"/>
                <a:ext cx="149" cy="33"/>
              </a:xfrm>
              <a:custGeom>
                <a:avLst/>
                <a:gdLst/>
                <a:ahLst/>
                <a:cxnLst/>
                <a:rect l="l" t="t" r="r" b="b"/>
                <a:pathLst>
                  <a:path w="149" h="33" extrusionOk="0">
                    <a:moveTo>
                      <a:pt x="3" y="0"/>
                    </a:moveTo>
                    <a:lnTo>
                      <a:pt x="0" y="25"/>
                    </a:lnTo>
                    <a:lnTo>
                      <a:pt x="149" y="33"/>
                    </a:lnTo>
                    <a:lnTo>
                      <a:pt x="149" y="12"/>
                    </a:lnTo>
                    <a:lnTo>
                      <a:pt x="3" y="0"/>
                    </a:lnTo>
                    <a:close/>
                  </a:path>
                </a:pathLst>
              </a:custGeom>
              <a:solidFill>
                <a:srgbClr val="3C2415"/>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14" name="Google Shape;719;p83"/>
              <p:cNvSpPr/>
              <p:nvPr/>
            </p:nvSpPr>
            <p:spPr>
              <a:xfrm>
                <a:off x="4698" y="995"/>
                <a:ext cx="10" cy="31"/>
              </a:xfrm>
              <a:custGeom>
                <a:avLst/>
                <a:gdLst/>
                <a:ahLst/>
                <a:cxnLst/>
                <a:rect l="l" t="t" r="r" b="b"/>
                <a:pathLst>
                  <a:path w="10" h="31" extrusionOk="0">
                    <a:moveTo>
                      <a:pt x="8" y="31"/>
                    </a:moveTo>
                    <a:lnTo>
                      <a:pt x="0" y="29"/>
                    </a:lnTo>
                    <a:lnTo>
                      <a:pt x="2" y="0"/>
                    </a:lnTo>
                    <a:lnTo>
                      <a:pt x="10" y="2"/>
                    </a:lnTo>
                    <a:lnTo>
                      <a:pt x="8" y="31"/>
                    </a:lnTo>
                    <a:close/>
                  </a:path>
                </a:pathLst>
              </a:custGeom>
              <a:solidFill>
                <a:srgbClr val="6D6E7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15" name="Google Shape;720;p83"/>
              <p:cNvSpPr/>
              <p:nvPr/>
            </p:nvSpPr>
            <p:spPr>
              <a:xfrm>
                <a:off x="4727" y="997"/>
                <a:ext cx="10" cy="29"/>
              </a:xfrm>
              <a:custGeom>
                <a:avLst/>
                <a:gdLst/>
                <a:ahLst/>
                <a:cxnLst/>
                <a:rect l="l" t="t" r="r" b="b"/>
                <a:pathLst>
                  <a:path w="10" h="29" extrusionOk="0">
                    <a:moveTo>
                      <a:pt x="8" y="29"/>
                    </a:moveTo>
                    <a:lnTo>
                      <a:pt x="0" y="29"/>
                    </a:lnTo>
                    <a:lnTo>
                      <a:pt x="2" y="0"/>
                    </a:lnTo>
                    <a:lnTo>
                      <a:pt x="10" y="2"/>
                    </a:lnTo>
                    <a:lnTo>
                      <a:pt x="8" y="29"/>
                    </a:lnTo>
                    <a:close/>
                  </a:path>
                </a:pathLst>
              </a:custGeom>
              <a:solidFill>
                <a:srgbClr val="6D6E7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16" name="Google Shape;721;p83"/>
              <p:cNvSpPr/>
              <p:nvPr/>
            </p:nvSpPr>
            <p:spPr>
              <a:xfrm>
                <a:off x="4807" y="1003"/>
                <a:ext cx="9" cy="31"/>
              </a:xfrm>
              <a:custGeom>
                <a:avLst/>
                <a:gdLst/>
                <a:ahLst/>
                <a:cxnLst/>
                <a:rect l="l" t="t" r="r" b="b"/>
                <a:pathLst>
                  <a:path w="9" h="31" extrusionOk="0">
                    <a:moveTo>
                      <a:pt x="7" y="31"/>
                    </a:moveTo>
                    <a:lnTo>
                      <a:pt x="0" y="29"/>
                    </a:lnTo>
                    <a:lnTo>
                      <a:pt x="2" y="0"/>
                    </a:lnTo>
                    <a:lnTo>
                      <a:pt x="9" y="2"/>
                    </a:lnTo>
                    <a:lnTo>
                      <a:pt x="7" y="31"/>
                    </a:lnTo>
                    <a:close/>
                  </a:path>
                </a:pathLst>
              </a:custGeom>
              <a:solidFill>
                <a:srgbClr val="6D6E7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17" name="Google Shape;722;p83"/>
              <p:cNvSpPr/>
              <p:nvPr/>
            </p:nvSpPr>
            <p:spPr>
              <a:xfrm>
                <a:off x="4723" y="669"/>
                <a:ext cx="93" cy="52"/>
              </a:xfrm>
              <a:custGeom>
                <a:avLst/>
                <a:gdLst/>
                <a:ahLst/>
                <a:cxnLst/>
                <a:rect l="l" t="t" r="r" b="b"/>
                <a:pathLst>
                  <a:path w="48" h="27" extrusionOk="0">
                    <a:moveTo>
                      <a:pt x="0" y="10"/>
                    </a:moveTo>
                    <a:cubicBezTo>
                      <a:pt x="7" y="1"/>
                      <a:pt x="7" y="1"/>
                      <a:pt x="7" y="1"/>
                    </a:cubicBezTo>
                    <a:cubicBezTo>
                      <a:pt x="23" y="0"/>
                      <a:pt x="48" y="13"/>
                      <a:pt x="48" y="13"/>
                    </a:cubicBezTo>
                    <a:cubicBezTo>
                      <a:pt x="47" y="27"/>
                      <a:pt x="47" y="27"/>
                      <a:pt x="47" y="27"/>
                    </a:cubicBezTo>
                    <a:cubicBezTo>
                      <a:pt x="47" y="27"/>
                      <a:pt x="37" y="9"/>
                      <a:pt x="0" y="10"/>
                    </a:cubicBezTo>
                  </a:path>
                </a:pathLst>
              </a:custGeom>
              <a:solidFill>
                <a:srgbClr val="D2E5C8"/>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18" name="Google Shape;723;p83"/>
              <p:cNvSpPr/>
              <p:nvPr/>
            </p:nvSpPr>
            <p:spPr>
              <a:xfrm>
                <a:off x="4741" y="1036"/>
                <a:ext cx="287" cy="315"/>
              </a:xfrm>
              <a:custGeom>
                <a:avLst/>
                <a:gdLst/>
                <a:ahLst/>
                <a:cxnLst/>
                <a:rect l="l" t="t" r="r" b="b"/>
                <a:pathLst>
                  <a:path w="148" h="162" extrusionOk="0">
                    <a:moveTo>
                      <a:pt x="46" y="0"/>
                    </a:moveTo>
                    <a:cubicBezTo>
                      <a:pt x="46" y="0"/>
                      <a:pt x="129" y="23"/>
                      <a:pt x="132" y="31"/>
                    </a:cubicBezTo>
                    <a:cubicBezTo>
                      <a:pt x="134" y="40"/>
                      <a:pt x="148" y="156"/>
                      <a:pt x="148" y="156"/>
                    </a:cubicBezTo>
                    <a:cubicBezTo>
                      <a:pt x="112" y="162"/>
                      <a:pt x="112" y="162"/>
                      <a:pt x="112" y="162"/>
                    </a:cubicBezTo>
                    <a:cubicBezTo>
                      <a:pt x="112" y="162"/>
                      <a:pt x="95" y="69"/>
                      <a:pt x="96" y="58"/>
                    </a:cubicBezTo>
                    <a:cubicBezTo>
                      <a:pt x="85" y="52"/>
                      <a:pt x="29" y="44"/>
                      <a:pt x="26" y="44"/>
                    </a:cubicBezTo>
                    <a:cubicBezTo>
                      <a:pt x="24" y="45"/>
                      <a:pt x="0" y="4"/>
                      <a:pt x="46" y="0"/>
                    </a:cubicBezTo>
                  </a:path>
                </a:pathLst>
              </a:custGeom>
              <a:solidFill>
                <a:srgbClr val="6D6E7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cxnSp>
            <p:nvCxnSpPr>
              <p:cNvPr id="419" name="Google Shape;724;p83"/>
              <p:cNvCxnSpPr/>
              <p:nvPr/>
            </p:nvCxnSpPr>
            <p:spPr>
              <a:xfrm>
                <a:off x="4842" y="1125"/>
                <a:ext cx="17" cy="235"/>
              </a:xfrm>
              <a:prstGeom prst="straightConnector1">
                <a:avLst/>
              </a:prstGeom>
              <a:noFill/>
              <a:ln w="9525" cap="flat" cmpd="sng">
                <a:solidFill>
                  <a:srgbClr val="231F20"/>
                </a:solidFill>
                <a:prstDash val="solid"/>
                <a:miter lim="800000"/>
                <a:headEnd type="none" w="med" len="med"/>
                <a:tailEnd type="none" w="med" len="med"/>
              </a:ln>
            </p:spPr>
          </p:cxnSp>
          <p:cxnSp>
            <p:nvCxnSpPr>
              <p:cNvPr id="420" name="Google Shape;725;p83"/>
              <p:cNvCxnSpPr/>
              <p:nvPr/>
            </p:nvCxnSpPr>
            <p:spPr>
              <a:xfrm flipH="1">
                <a:off x="4667" y="1125"/>
                <a:ext cx="18" cy="235"/>
              </a:xfrm>
              <a:prstGeom prst="straightConnector1">
                <a:avLst/>
              </a:prstGeom>
              <a:noFill/>
              <a:ln w="9525" cap="flat" cmpd="sng">
                <a:solidFill>
                  <a:srgbClr val="231F20"/>
                </a:solidFill>
                <a:prstDash val="solid"/>
                <a:miter lim="800000"/>
                <a:headEnd type="none" w="med" len="med"/>
                <a:tailEnd type="none" w="med" len="med"/>
              </a:ln>
            </p:spPr>
          </p:cxnSp>
          <p:sp>
            <p:nvSpPr>
              <p:cNvPr id="421" name="Google Shape;726;p83"/>
              <p:cNvSpPr/>
              <p:nvPr/>
            </p:nvSpPr>
            <p:spPr>
              <a:xfrm>
                <a:off x="4646" y="1112"/>
                <a:ext cx="254" cy="62"/>
              </a:xfrm>
              <a:custGeom>
                <a:avLst/>
                <a:gdLst/>
                <a:ahLst/>
                <a:cxnLst/>
                <a:rect l="l" t="t" r="r" b="b"/>
                <a:pathLst>
                  <a:path w="131" h="32" extrusionOk="0">
                    <a:moveTo>
                      <a:pt x="121" y="32"/>
                    </a:moveTo>
                    <a:cubicBezTo>
                      <a:pt x="0" y="32"/>
                      <a:pt x="0" y="32"/>
                      <a:pt x="0" y="32"/>
                    </a:cubicBezTo>
                    <a:cubicBezTo>
                      <a:pt x="0" y="0"/>
                      <a:pt x="0" y="0"/>
                      <a:pt x="0" y="0"/>
                    </a:cubicBezTo>
                    <a:cubicBezTo>
                      <a:pt x="0" y="0"/>
                      <a:pt x="77" y="0"/>
                      <a:pt x="102" y="0"/>
                    </a:cubicBezTo>
                    <a:cubicBezTo>
                      <a:pt x="131" y="0"/>
                      <a:pt x="121" y="32"/>
                      <a:pt x="121" y="32"/>
                    </a:cubicBezTo>
                  </a:path>
                </a:pathLst>
              </a:cu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22" name="Google Shape;727;p83"/>
              <p:cNvSpPr/>
              <p:nvPr/>
            </p:nvSpPr>
            <p:spPr>
              <a:xfrm>
                <a:off x="4646" y="741"/>
                <a:ext cx="52" cy="377"/>
              </a:xfrm>
              <a:custGeom>
                <a:avLst/>
                <a:gdLst/>
                <a:ahLst/>
                <a:cxnLst/>
                <a:rect l="l" t="t" r="r" b="b"/>
                <a:pathLst>
                  <a:path w="27" h="194" extrusionOk="0">
                    <a:moveTo>
                      <a:pt x="0" y="192"/>
                    </a:moveTo>
                    <a:cubicBezTo>
                      <a:pt x="0" y="5"/>
                      <a:pt x="0" y="5"/>
                      <a:pt x="0" y="5"/>
                    </a:cubicBezTo>
                    <a:cubicBezTo>
                      <a:pt x="0" y="5"/>
                      <a:pt x="24" y="0"/>
                      <a:pt x="26" y="45"/>
                    </a:cubicBezTo>
                    <a:cubicBezTo>
                      <a:pt x="26" y="76"/>
                      <a:pt x="27" y="125"/>
                      <a:pt x="26" y="159"/>
                    </a:cubicBezTo>
                    <a:cubicBezTo>
                      <a:pt x="24" y="194"/>
                      <a:pt x="0" y="192"/>
                      <a:pt x="0" y="192"/>
                    </a:cubicBezTo>
                  </a:path>
                </a:pathLst>
              </a:cu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cxnSp>
            <p:nvCxnSpPr>
              <p:cNvPr id="423" name="Google Shape;728;p83"/>
              <p:cNvCxnSpPr/>
              <p:nvPr/>
            </p:nvCxnSpPr>
            <p:spPr>
              <a:xfrm flipH="1">
                <a:off x="4640" y="1172"/>
                <a:ext cx="17" cy="235"/>
              </a:xfrm>
              <a:prstGeom prst="straightConnector1">
                <a:avLst/>
              </a:prstGeom>
              <a:noFill/>
              <a:ln w="9525" cap="flat" cmpd="sng">
                <a:solidFill>
                  <a:srgbClr val="231F20"/>
                </a:solidFill>
                <a:prstDash val="solid"/>
                <a:miter lim="800000"/>
                <a:headEnd type="none" w="med" len="med"/>
                <a:tailEnd type="none" w="med" len="med"/>
              </a:ln>
            </p:spPr>
          </p:cxnSp>
          <p:sp>
            <p:nvSpPr>
              <p:cNvPr id="424" name="Google Shape;729;p83"/>
              <p:cNvSpPr/>
              <p:nvPr/>
            </p:nvSpPr>
            <p:spPr>
              <a:xfrm>
                <a:off x="4686" y="434"/>
                <a:ext cx="272" cy="248"/>
              </a:xfrm>
              <a:custGeom>
                <a:avLst/>
                <a:gdLst/>
                <a:ahLst/>
                <a:cxnLst/>
                <a:rect l="l" t="t" r="r" b="b"/>
                <a:pathLst>
                  <a:path w="140" h="128" extrusionOk="0">
                    <a:moveTo>
                      <a:pt x="105" y="8"/>
                    </a:moveTo>
                    <a:cubicBezTo>
                      <a:pt x="92" y="4"/>
                      <a:pt x="79" y="0"/>
                      <a:pt x="65" y="2"/>
                    </a:cubicBezTo>
                    <a:cubicBezTo>
                      <a:pt x="48" y="5"/>
                      <a:pt x="34" y="13"/>
                      <a:pt x="18" y="19"/>
                    </a:cubicBezTo>
                    <a:cubicBezTo>
                      <a:pt x="9" y="46"/>
                      <a:pt x="9" y="46"/>
                      <a:pt x="9" y="46"/>
                    </a:cubicBezTo>
                    <a:cubicBezTo>
                      <a:pt x="0" y="76"/>
                      <a:pt x="14" y="106"/>
                      <a:pt x="40" y="114"/>
                    </a:cubicBezTo>
                    <a:cubicBezTo>
                      <a:pt x="60" y="120"/>
                      <a:pt x="60" y="120"/>
                      <a:pt x="60" y="120"/>
                    </a:cubicBezTo>
                    <a:cubicBezTo>
                      <a:pt x="86" y="128"/>
                      <a:pt x="115" y="110"/>
                      <a:pt x="124" y="81"/>
                    </a:cubicBezTo>
                    <a:cubicBezTo>
                      <a:pt x="137" y="37"/>
                      <a:pt x="137" y="37"/>
                      <a:pt x="137" y="37"/>
                    </a:cubicBezTo>
                    <a:cubicBezTo>
                      <a:pt x="140" y="27"/>
                      <a:pt x="125" y="16"/>
                      <a:pt x="105" y="8"/>
                    </a:cubicBezTo>
                  </a:path>
                </a:pathLst>
              </a:custGeom>
              <a:solidFill>
                <a:srgbClr val="DFB28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25" name="Google Shape;730;p83"/>
              <p:cNvSpPr/>
              <p:nvPr/>
            </p:nvSpPr>
            <p:spPr>
              <a:xfrm>
                <a:off x="4677" y="405"/>
                <a:ext cx="306" cy="240"/>
              </a:xfrm>
              <a:custGeom>
                <a:avLst/>
                <a:gdLst/>
                <a:ahLst/>
                <a:cxnLst/>
                <a:rect l="l" t="t" r="r" b="b"/>
                <a:pathLst>
                  <a:path w="158" h="124" extrusionOk="0">
                    <a:moveTo>
                      <a:pt x="9" y="49"/>
                    </a:moveTo>
                    <a:cubicBezTo>
                      <a:pt x="18" y="0"/>
                      <a:pt x="56" y="4"/>
                      <a:pt x="56" y="4"/>
                    </a:cubicBezTo>
                    <a:cubicBezTo>
                      <a:pt x="56" y="4"/>
                      <a:pt x="75" y="5"/>
                      <a:pt x="101" y="14"/>
                    </a:cubicBezTo>
                    <a:cubicBezTo>
                      <a:pt x="144" y="27"/>
                      <a:pt x="158" y="59"/>
                      <a:pt x="137" y="73"/>
                    </a:cubicBezTo>
                    <a:cubicBezTo>
                      <a:pt x="125" y="79"/>
                      <a:pt x="110" y="73"/>
                      <a:pt x="94" y="73"/>
                    </a:cubicBezTo>
                    <a:cubicBezTo>
                      <a:pt x="76" y="74"/>
                      <a:pt x="70" y="99"/>
                      <a:pt x="60" y="91"/>
                    </a:cubicBezTo>
                    <a:cubicBezTo>
                      <a:pt x="57" y="89"/>
                      <a:pt x="58" y="83"/>
                      <a:pt x="58" y="83"/>
                    </a:cubicBezTo>
                    <a:cubicBezTo>
                      <a:pt x="58" y="83"/>
                      <a:pt x="58" y="76"/>
                      <a:pt x="53" y="76"/>
                    </a:cubicBezTo>
                    <a:cubicBezTo>
                      <a:pt x="47" y="76"/>
                      <a:pt x="39" y="88"/>
                      <a:pt x="47" y="100"/>
                    </a:cubicBezTo>
                    <a:cubicBezTo>
                      <a:pt x="47" y="100"/>
                      <a:pt x="42" y="124"/>
                      <a:pt x="32" y="123"/>
                    </a:cubicBezTo>
                    <a:cubicBezTo>
                      <a:pt x="22" y="123"/>
                      <a:pt x="0" y="103"/>
                      <a:pt x="9" y="49"/>
                    </a:cubicBezTo>
                  </a:path>
                </a:pathLst>
              </a:custGeom>
              <a:solidFill>
                <a:srgbClr val="79725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26" name="Google Shape;731;p83"/>
              <p:cNvSpPr/>
              <p:nvPr/>
            </p:nvSpPr>
            <p:spPr>
              <a:xfrm>
                <a:off x="4708" y="671"/>
                <a:ext cx="213" cy="260"/>
              </a:xfrm>
              <a:custGeom>
                <a:avLst/>
                <a:gdLst/>
                <a:ahLst/>
                <a:cxnLst/>
                <a:rect l="l" t="t" r="r" b="b"/>
                <a:pathLst>
                  <a:path w="110" h="134" extrusionOk="0">
                    <a:moveTo>
                      <a:pt x="41" y="15"/>
                    </a:moveTo>
                    <a:cubicBezTo>
                      <a:pt x="41" y="15"/>
                      <a:pt x="25" y="0"/>
                      <a:pt x="12" y="16"/>
                    </a:cubicBezTo>
                    <a:cubicBezTo>
                      <a:pt x="0" y="32"/>
                      <a:pt x="23" y="126"/>
                      <a:pt x="37" y="130"/>
                    </a:cubicBezTo>
                    <a:cubicBezTo>
                      <a:pt x="52" y="134"/>
                      <a:pt x="109" y="110"/>
                      <a:pt x="109" y="106"/>
                    </a:cubicBezTo>
                    <a:cubicBezTo>
                      <a:pt x="110" y="103"/>
                      <a:pt x="104" y="83"/>
                      <a:pt x="99" y="83"/>
                    </a:cubicBezTo>
                    <a:cubicBezTo>
                      <a:pt x="95" y="83"/>
                      <a:pt x="55" y="97"/>
                      <a:pt x="55" y="97"/>
                    </a:cubicBezTo>
                    <a:cubicBezTo>
                      <a:pt x="55" y="97"/>
                      <a:pt x="49" y="26"/>
                      <a:pt x="41" y="15"/>
                    </a:cubicBezTo>
                  </a:path>
                </a:pathLst>
              </a:custGeom>
              <a:solidFill>
                <a:srgbClr val="D2E5C8"/>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27" name="Google Shape;732;p83"/>
              <p:cNvSpPr/>
              <p:nvPr/>
            </p:nvSpPr>
            <p:spPr>
              <a:xfrm>
                <a:off x="4894" y="828"/>
                <a:ext cx="33" cy="56"/>
              </a:xfrm>
              <a:custGeom>
                <a:avLst/>
                <a:gdLst/>
                <a:ahLst/>
                <a:cxnLst/>
                <a:rect l="l" t="t" r="r" b="b"/>
                <a:pathLst>
                  <a:path w="33" h="56" extrusionOk="0">
                    <a:moveTo>
                      <a:pt x="0" y="6"/>
                    </a:moveTo>
                    <a:lnTo>
                      <a:pt x="15" y="0"/>
                    </a:lnTo>
                    <a:lnTo>
                      <a:pt x="33" y="51"/>
                    </a:lnTo>
                    <a:lnTo>
                      <a:pt x="19" y="56"/>
                    </a:lnTo>
                    <a:lnTo>
                      <a:pt x="0" y="6"/>
                    </a:lnTo>
                    <a:close/>
                  </a:path>
                </a:pathLst>
              </a:custGeom>
              <a:solidFill>
                <a:srgbClr val="BFD6B3"/>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28" name="Google Shape;733;p83"/>
              <p:cNvSpPr/>
              <p:nvPr/>
            </p:nvSpPr>
            <p:spPr>
              <a:xfrm>
                <a:off x="4915" y="875"/>
                <a:ext cx="4" cy="4"/>
              </a:xfrm>
              <a:prstGeom prst="ellipse">
                <a:avLst/>
              </a:prstGeom>
              <a:solidFill>
                <a:srgbClr val="D2E5C8"/>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29" name="Google Shape;734;p83"/>
              <p:cNvSpPr/>
              <p:nvPr/>
            </p:nvSpPr>
            <p:spPr>
              <a:xfrm>
                <a:off x="4913" y="814"/>
                <a:ext cx="84" cy="55"/>
              </a:xfrm>
              <a:custGeom>
                <a:avLst/>
                <a:gdLst/>
                <a:ahLst/>
                <a:cxnLst/>
                <a:rect l="l" t="t" r="r" b="b"/>
                <a:pathLst>
                  <a:path w="43" h="28" extrusionOk="0">
                    <a:moveTo>
                      <a:pt x="0" y="12"/>
                    </a:moveTo>
                    <a:cubicBezTo>
                      <a:pt x="0" y="12"/>
                      <a:pt x="9" y="3"/>
                      <a:pt x="24" y="2"/>
                    </a:cubicBezTo>
                    <a:cubicBezTo>
                      <a:pt x="30" y="2"/>
                      <a:pt x="28" y="4"/>
                      <a:pt x="28" y="4"/>
                    </a:cubicBezTo>
                    <a:cubicBezTo>
                      <a:pt x="21" y="9"/>
                      <a:pt x="21" y="9"/>
                      <a:pt x="21" y="9"/>
                    </a:cubicBezTo>
                    <a:cubicBezTo>
                      <a:pt x="21" y="9"/>
                      <a:pt x="42" y="0"/>
                      <a:pt x="42" y="2"/>
                    </a:cubicBezTo>
                    <a:cubicBezTo>
                      <a:pt x="43" y="4"/>
                      <a:pt x="43" y="10"/>
                      <a:pt x="29" y="14"/>
                    </a:cubicBezTo>
                    <a:cubicBezTo>
                      <a:pt x="15" y="18"/>
                      <a:pt x="41" y="5"/>
                      <a:pt x="42" y="6"/>
                    </a:cubicBezTo>
                    <a:cubicBezTo>
                      <a:pt x="43" y="8"/>
                      <a:pt x="41" y="18"/>
                      <a:pt x="23" y="21"/>
                    </a:cubicBezTo>
                    <a:cubicBezTo>
                      <a:pt x="6" y="24"/>
                      <a:pt x="39" y="11"/>
                      <a:pt x="40" y="13"/>
                    </a:cubicBezTo>
                    <a:cubicBezTo>
                      <a:pt x="41" y="14"/>
                      <a:pt x="35" y="24"/>
                      <a:pt x="17" y="28"/>
                    </a:cubicBezTo>
                    <a:cubicBezTo>
                      <a:pt x="10" y="28"/>
                      <a:pt x="6" y="25"/>
                      <a:pt x="4" y="26"/>
                    </a:cubicBezTo>
                    <a:lnTo>
                      <a:pt x="0" y="12"/>
                    </a:lnTo>
                    <a:close/>
                  </a:path>
                </a:pathLst>
              </a:custGeom>
              <a:solidFill>
                <a:srgbClr val="DFB28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cxnSp>
            <p:nvCxnSpPr>
              <p:cNvPr id="430" name="Google Shape;735;p83"/>
              <p:cNvCxnSpPr/>
              <p:nvPr/>
            </p:nvCxnSpPr>
            <p:spPr>
              <a:xfrm>
                <a:off x="4886" y="1149"/>
                <a:ext cx="16" cy="235"/>
              </a:xfrm>
              <a:prstGeom prst="straightConnector1">
                <a:avLst/>
              </a:prstGeom>
              <a:noFill/>
              <a:ln w="9525" cap="flat" cmpd="sng">
                <a:solidFill>
                  <a:srgbClr val="231F20"/>
                </a:solidFill>
                <a:prstDash val="solid"/>
                <a:miter lim="800000"/>
                <a:headEnd type="none" w="med" len="med"/>
                <a:tailEnd type="none" w="med" len="med"/>
              </a:ln>
            </p:spPr>
          </p:cxnSp>
          <p:sp>
            <p:nvSpPr>
              <p:cNvPr id="431" name="Google Shape;736;p83"/>
              <p:cNvSpPr/>
              <p:nvPr/>
            </p:nvSpPr>
            <p:spPr>
              <a:xfrm>
                <a:off x="4900" y="754"/>
                <a:ext cx="89" cy="47"/>
              </a:xfrm>
              <a:custGeom>
                <a:avLst/>
                <a:gdLst/>
                <a:ahLst/>
                <a:cxnLst/>
                <a:rect l="l" t="t" r="r" b="b"/>
                <a:pathLst>
                  <a:path w="46" h="24" extrusionOk="0">
                    <a:moveTo>
                      <a:pt x="0" y="11"/>
                    </a:moveTo>
                    <a:cubicBezTo>
                      <a:pt x="0" y="11"/>
                      <a:pt x="11" y="0"/>
                      <a:pt x="24" y="6"/>
                    </a:cubicBezTo>
                    <a:cubicBezTo>
                      <a:pt x="37" y="13"/>
                      <a:pt x="46" y="19"/>
                      <a:pt x="44" y="21"/>
                    </a:cubicBezTo>
                    <a:cubicBezTo>
                      <a:pt x="43" y="23"/>
                      <a:pt x="28" y="16"/>
                      <a:pt x="28" y="16"/>
                    </a:cubicBezTo>
                    <a:cubicBezTo>
                      <a:pt x="28" y="16"/>
                      <a:pt x="19" y="22"/>
                      <a:pt x="17" y="23"/>
                    </a:cubicBezTo>
                    <a:cubicBezTo>
                      <a:pt x="14" y="24"/>
                      <a:pt x="9" y="22"/>
                      <a:pt x="9" y="22"/>
                    </a:cubicBezTo>
                    <a:lnTo>
                      <a:pt x="0" y="11"/>
                    </a:lnTo>
                    <a:close/>
                  </a:path>
                </a:pathLst>
              </a:custGeom>
              <a:solidFill>
                <a:srgbClr val="DFB28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32" name="Google Shape;737;p83"/>
              <p:cNvSpPr/>
              <p:nvPr/>
            </p:nvSpPr>
            <p:spPr>
              <a:xfrm>
                <a:off x="4884" y="768"/>
                <a:ext cx="41" cy="45"/>
              </a:xfrm>
              <a:custGeom>
                <a:avLst/>
                <a:gdLst/>
                <a:ahLst/>
                <a:cxnLst/>
                <a:rect l="l" t="t" r="r" b="b"/>
                <a:pathLst>
                  <a:path w="21" h="23" extrusionOk="0">
                    <a:moveTo>
                      <a:pt x="0" y="3"/>
                    </a:moveTo>
                    <a:cubicBezTo>
                      <a:pt x="0" y="3"/>
                      <a:pt x="6" y="0"/>
                      <a:pt x="6" y="0"/>
                    </a:cubicBezTo>
                    <a:cubicBezTo>
                      <a:pt x="21" y="19"/>
                      <a:pt x="21" y="19"/>
                      <a:pt x="21" y="19"/>
                    </a:cubicBezTo>
                    <a:cubicBezTo>
                      <a:pt x="16" y="23"/>
                      <a:pt x="16" y="23"/>
                      <a:pt x="16" y="23"/>
                    </a:cubicBezTo>
                    <a:lnTo>
                      <a:pt x="0" y="3"/>
                    </a:lnTo>
                    <a:close/>
                  </a:path>
                </a:pathLst>
              </a:custGeom>
              <a:solidFill>
                <a:srgbClr val="BFD6B3"/>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33" name="Google Shape;738;p83"/>
              <p:cNvSpPr/>
              <p:nvPr/>
            </p:nvSpPr>
            <p:spPr>
              <a:xfrm>
                <a:off x="4754" y="397"/>
                <a:ext cx="231" cy="151"/>
              </a:xfrm>
              <a:custGeom>
                <a:avLst/>
                <a:gdLst/>
                <a:ahLst/>
                <a:cxnLst/>
                <a:rect l="l" t="t" r="r" b="b"/>
                <a:pathLst>
                  <a:path w="119" h="78" extrusionOk="0">
                    <a:moveTo>
                      <a:pt x="0" y="11"/>
                    </a:moveTo>
                    <a:cubicBezTo>
                      <a:pt x="0" y="11"/>
                      <a:pt x="17" y="0"/>
                      <a:pt x="34" y="4"/>
                    </a:cubicBezTo>
                    <a:cubicBezTo>
                      <a:pt x="52" y="8"/>
                      <a:pt x="64" y="13"/>
                      <a:pt x="71" y="11"/>
                    </a:cubicBezTo>
                    <a:cubicBezTo>
                      <a:pt x="78" y="8"/>
                      <a:pt x="78" y="15"/>
                      <a:pt x="65" y="17"/>
                    </a:cubicBezTo>
                    <a:cubicBezTo>
                      <a:pt x="52" y="18"/>
                      <a:pt x="76" y="18"/>
                      <a:pt x="82" y="19"/>
                    </a:cubicBezTo>
                    <a:cubicBezTo>
                      <a:pt x="89" y="20"/>
                      <a:pt x="92" y="20"/>
                      <a:pt x="94" y="28"/>
                    </a:cubicBezTo>
                    <a:cubicBezTo>
                      <a:pt x="97" y="37"/>
                      <a:pt x="105" y="41"/>
                      <a:pt x="107" y="41"/>
                    </a:cubicBezTo>
                    <a:cubicBezTo>
                      <a:pt x="109" y="41"/>
                      <a:pt x="99" y="41"/>
                      <a:pt x="97" y="39"/>
                    </a:cubicBezTo>
                    <a:cubicBezTo>
                      <a:pt x="95" y="38"/>
                      <a:pt x="115" y="49"/>
                      <a:pt x="117" y="56"/>
                    </a:cubicBezTo>
                    <a:cubicBezTo>
                      <a:pt x="119" y="64"/>
                      <a:pt x="109" y="66"/>
                      <a:pt x="109" y="70"/>
                    </a:cubicBezTo>
                    <a:cubicBezTo>
                      <a:pt x="108" y="74"/>
                      <a:pt x="106" y="78"/>
                      <a:pt x="106" y="78"/>
                    </a:cubicBezTo>
                    <a:cubicBezTo>
                      <a:pt x="106" y="78"/>
                      <a:pt x="106" y="74"/>
                      <a:pt x="98" y="76"/>
                    </a:cubicBezTo>
                    <a:cubicBezTo>
                      <a:pt x="90" y="78"/>
                      <a:pt x="83" y="76"/>
                      <a:pt x="81" y="75"/>
                    </a:cubicBezTo>
                    <a:cubicBezTo>
                      <a:pt x="80" y="74"/>
                      <a:pt x="73" y="37"/>
                      <a:pt x="65" y="32"/>
                    </a:cubicBezTo>
                    <a:cubicBezTo>
                      <a:pt x="58" y="27"/>
                      <a:pt x="6" y="32"/>
                      <a:pt x="0" y="11"/>
                    </a:cubicBezTo>
                  </a:path>
                </a:pathLst>
              </a:custGeom>
              <a:solidFill>
                <a:srgbClr val="79725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34" name="Google Shape;739;p83"/>
              <p:cNvSpPr/>
              <p:nvPr/>
            </p:nvSpPr>
            <p:spPr>
              <a:xfrm>
                <a:off x="5381" y="678"/>
                <a:ext cx="279" cy="381"/>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35" name="Google Shape;740;p83"/>
              <p:cNvSpPr/>
              <p:nvPr/>
            </p:nvSpPr>
            <p:spPr>
              <a:xfrm>
                <a:off x="5388" y="675"/>
                <a:ext cx="262" cy="363"/>
              </a:xfrm>
              <a:custGeom>
                <a:avLst/>
                <a:gdLst/>
                <a:ahLst/>
                <a:cxnLst/>
                <a:rect l="l" t="t" r="r" b="b"/>
                <a:pathLst>
                  <a:path w="135" h="187" extrusionOk="0">
                    <a:moveTo>
                      <a:pt x="135" y="24"/>
                    </a:moveTo>
                    <a:cubicBezTo>
                      <a:pt x="123" y="10"/>
                      <a:pt x="104" y="1"/>
                      <a:pt x="83" y="0"/>
                    </a:cubicBezTo>
                    <a:cubicBezTo>
                      <a:pt x="54" y="0"/>
                      <a:pt x="54" y="0"/>
                      <a:pt x="54" y="0"/>
                    </a:cubicBezTo>
                    <a:cubicBezTo>
                      <a:pt x="33" y="0"/>
                      <a:pt x="13" y="10"/>
                      <a:pt x="0" y="26"/>
                    </a:cubicBezTo>
                    <a:cubicBezTo>
                      <a:pt x="10" y="38"/>
                      <a:pt x="16" y="54"/>
                      <a:pt x="16" y="71"/>
                    </a:cubicBezTo>
                    <a:cubicBezTo>
                      <a:pt x="15" y="187"/>
                      <a:pt x="15" y="187"/>
                      <a:pt x="15" y="187"/>
                    </a:cubicBezTo>
                    <a:cubicBezTo>
                      <a:pt x="119" y="187"/>
                      <a:pt x="119" y="187"/>
                      <a:pt x="119" y="187"/>
                    </a:cubicBezTo>
                    <a:cubicBezTo>
                      <a:pt x="118" y="71"/>
                      <a:pt x="118" y="71"/>
                      <a:pt x="118" y="71"/>
                    </a:cubicBezTo>
                    <a:cubicBezTo>
                      <a:pt x="118" y="53"/>
                      <a:pt x="124" y="36"/>
                      <a:pt x="135" y="24"/>
                    </a:cubicBezTo>
                  </a:path>
                </a:pathLst>
              </a:custGeom>
              <a:solidFill>
                <a:srgbClr val="C1C1C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36" name="Google Shape;741;p83"/>
              <p:cNvSpPr/>
              <p:nvPr/>
            </p:nvSpPr>
            <p:spPr>
              <a:xfrm>
                <a:off x="5491" y="568"/>
                <a:ext cx="66" cy="124"/>
              </a:xfrm>
              <a:custGeom>
                <a:avLst/>
                <a:gdLst/>
                <a:ahLst/>
                <a:cxnLst/>
                <a:rect l="l" t="t" r="r" b="b"/>
                <a:pathLst>
                  <a:path w="34" h="64" extrusionOk="0">
                    <a:moveTo>
                      <a:pt x="34" y="57"/>
                    </a:moveTo>
                    <a:cubicBezTo>
                      <a:pt x="34" y="57"/>
                      <a:pt x="29" y="64"/>
                      <a:pt x="17" y="64"/>
                    </a:cubicBezTo>
                    <a:cubicBezTo>
                      <a:pt x="6" y="64"/>
                      <a:pt x="0" y="57"/>
                      <a:pt x="0" y="57"/>
                    </a:cubicBezTo>
                    <a:cubicBezTo>
                      <a:pt x="0" y="0"/>
                      <a:pt x="0" y="0"/>
                      <a:pt x="0" y="0"/>
                    </a:cubicBezTo>
                    <a:cubicBezTo>
                      <a:pt x="34" y="0"/>
                      <a:pt x="34" y="0"/>
                      <a:pt x="34" y="0"/>
                    </a:cubicBezTo>
                    <a:lnTo>
                      <a:pt x="34" y="57"/>
                    </a:lnTo>
                    <a:close/>
                  </a:path>
                </a:pathLst>
              </a:custGeom>
              <a:solidFill>
                <a:srgbClr val="CF9E7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cxnSp>
            <p:nvCxnSpPr>
              <p:cNvPr id="437" name="Google Shape;742;p83"/>
              <p:cNvCxnSpPr/>
              <p:nvPr/>
            </p:nvCxnSpPr>
            <p:spPr>
              <a:xfrm>
                <a:off x="5623" y="1071"/>
                <a:ext cx="16" cy="249"/>
              </a:xfrm>
              <a:prstGeom prst="straightConnector1">
                <a:avLst/>
              </a:prstGeom>
              <a:noFill/>
              <a:ln w="9525" cap="flat" cmpd="sng">
                <a:solidFill>
                  <a:srgbClr val="231F20"/>
                </a:solidFill>
                <a:prstDash val="solid"/>
                <a:miter lim="800000"/>
                <a:headEnd type="none" w="med" len="med"/>
                <a:tailEnd type="none" w="med" len="med"/>
              </a:ln>
            </p:spPr>
          </p:cxnSp>
          <p:cxnSp>
            <p:nvCxnSpPr>
              <p:cNvPr id="438" name="Google Shape;743;p83"/>
              <p:cNvCxnSpPr/>
              <p:nvPr/>
            </p:nvCxnSpPr>
            <p:spPr>
              <a:xfrm flipH="1">
                <a:off x="5400" y="1071"/>
                <a:ext cx="18" cy="249"/>
              </a:xfrm>
              <a:prstGeom prst="straightConnector1">
                <a:avLst/>
              </a:prstGeom>
              <a:noFill/>
              <a:ln w="9525" cap="flat" cmpd="sng">
                <a:solidFill>
                  <a:srgbClr val="231F20"/>
                </a:solidFill>
                <a:prstDash val="solid"/>
                <a:miter lim="800000"/>
                <a:headEnd type="none" w="med" len="med"/>
                <a:tailEnd type="none" w="med" len="med"/>
              </a:ln>
            </p:spPr>
          </p:cxnSp>
          <p:sp>
            <p:nvSpPr>
              <p:cNvPr id="439" name="Google Shape;744;p83"/>
              <p:cNvSpPr/>
              <p:nvPr/>
            </p:nvSpPr>
            <p:spPr>
              <a:xfrm>
                <a:off x="5381" y="1055"/>
                <a:ext cx="279" cy="61"/>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40" name="Google Shape;745;p83"/>
              <p:cNvSpPr/>
              <p:nvPr/>
            </p:nvSpPr>
            <p:spPr>
              <a:xfrm>
                <a:off x="5418" y="968"/>
                <a:ext cx="199" cy="113"/>
              </a:xfrm>
              <a:custGeom>
                <a:avLst/>
                <a:gdLst/>
                <a:ahLst/>
                <a:cxnLst/>
                <a:rect l="l" t="t" r="r" b="b"/>
                <a:pathLst>
                  <a:path w="103" h="58" extrusionOk="0">
                    <a:moveTo>
                      <a:pt x="0" y="0"/>
                    </a:moveTo>
                    <a:cubicBezTo>
                      <a:pt x="0" y="23"/>
                      <a:pt x="0" y="23"/>
                      <a:pt x="0" y="23"/>
                    </a:cubicBezTo>
                    <a:cubicBezTo>
                      <a:pt x="0" y="42"/>
                      <a:pt x="20" y="58"/>
                      <a:pt x="43" y="58"/>
                    </a:cubicBezTo>
                    <a:cubicBezTo>
                      <a:pt x="61" y="58"/>
                      <a:pt x="61" y="58"/>
                      <a:pt x="61" y="58"/>
                    </a:cubicBezTo>
                    <a:cubicBezTo>
                      <a:pt x="84" y="57"/>
                      <a:pt x="103" y="42"/>
                      <a:pt x="103" y="22"/>
                    </a:cubicBezTo>
                    <a:cubicBezTo>
                      <a:pt x="103" y="0"/>
                      <a:pt x="103" y="0"/>
                      <a:pt x="103" y="0"/>
                    </a:cubicBezTo>
                    <a:lnTo>
                      <a:pt x="0" y="0"/>
                    </a:lnTo>
                    <a:close/>
                  </a:path>
                </a:pathLst>
              </a:custGeom>
              <a:solidFill>
                <a:srgbClr val="6D5B55"/>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41" name="Google Shape;746;p83"/>
              <p:cNvSpPr/>
              <p:nvPr/>
            </p:nvSpPr>
            <p:spPr>
              <a:xfrm>
                <a:off x="5418" y="1034"/>
                <a:ext cx="87" cy="295"/>
              </a:xfrm>
              <a:prstGeom prst="rect">
                <a:avLst/>
              </a:prstGeom>
              <a:solidFill>
                <a:srgbClr val="6D5B55"/>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42" name="Google Shape;747;p83"/>
              <p:cNvSpPr/>
              <p:nvPr/>
            </p:nvSpPr>
            <p:spPr>
              <a:xfrm>
                <a:off x="5530" y="1034"/>
                <a:ext cx="87" cy="295"/>
              </a:xfrm>
              <a:prstGeom prst="rect">
                <a:avLst/>
              </a:prstGeom>
              <a:solidFill>
                <a:srgbClr val="6D5B55"/>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43" name="Google Shape;748;p83"/>
              <p:cNvSpPr/>
              <p:nvPr/>
            </p:nvSpPr>
            <p:spPr>
              <a:xfrm>
                <a:off x="5427" y="1318"/>
                <a:ext cx="70" cy="46"/>
              </a:xfrm>
              <a:custGeom>
                <a:avLst/>
                <a:gdLst/>
                <a:ahLst/>
                <a:cxnLst/>
                <a:rect l="l" t="t" r="r" b="b"/>
                <a:pathLst>
                  <a:path w="36" h="24" extrusionOk="0">
                    <a:moveTo>
                      <a:pt x="0" y="12"/>
                    </a:moveTo>
                    <a:cubicBezTo>
                      <a:pt x="0" y="19"/>
                      <a:pt x="0" y="24"/>
                      <a:pt x="6" y="24"/>
                    </a:cubicBezTo>
                    <a:cubicBezTo>
                      <a:pt x="30" y="24"/>
                      <a:pt x="30" y="24"/>
                      <a:pt x="30" y="24"/>
                    </a:cubicBezTo>
                    <a:cubicBezTo>
                      <a:pt x="36" y="24"/>
                      <a:pt x="36" y="19"/>
                      <a:pt x="36" y="12"/>
                    </a:cubicBezTo>
                    <a:cubicBezTo>
                      <a:pt x="36" y="6"/>
                      <a:pt x="31" y="0"/>
                      <a:pt x="26" y="0"/>
                    </a:cubicBezTo>
                    <a:cubicBezTo>
                      <a:pt x="10" y="0"/>
                      <a:pt x="10" y="0"/>
                      <a:pt x="10" y="0"/>
                    </a:cubicBezTo>
                    <a:cubicBezTo>
                      <a:pt x="5" y="0"/>
                      <a:pt x="0" y="6"/>
                      <a:pt x="0" y="12"/>
                    </a:cubicBezTo>
                  </a:path>
                </a:pathLst>
              </a:cu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44" name="Google Shape;749;p83"/>
              <p:cNvSpPr/>
              <p:nvPr/>
            </p:nvSpPr>
            <p:spPr>
              <a:xfrm>
                <a:off x="5538" y="1318"/>
                <a:ext cx="70" cy="46"/>
              </a:xfrm>
              <a:custGeom>
                <a:avLst/>
                <a:gdLst/>
                <a:ahLst/>
                <a:cxnLst/>
                <a:rect l="l" t="t" r="r" b="b"/>
                <a:pathLst>
                  <a:path w="36" h="24" extrusionOk="0">
                    <a:moveTo>
                      <a:pt x="1" y="12"/>
                    </a:moveTo>
                    <a:cubicBezTo>
                      <a:pt x="1" y="19"/>
                      <a:pt x="0" y="24"/>
                      <a:pt x="6" y="24"/>
                    </a:cubicBezTo>
                    <a:cubicBezTo>
                      <a:pt x="30" y="24"/>
                      <a:pt x="30" y="24"/>
                      <a:pt x="30" y="24"/>
                    </a:cubicBezTo>
                    <a:cubicBezTo>
                      <a:pt x="36" y="24"/>
                      <a:pt x="36" y="19"/>
                      <a:pt x="36" y="12"/>
                    </a:cubicBezTo>
                    <a:cubicBezTo>
                      <a:pt x="36" y="6"/>
                      <a:pt x="31" y="0"/>
                      <a:pt x="26" y="0"/>
                    </a:cubicBezTo>
                    <a:cubicBezTo>
                      <a:pt x="10" y="0"/>
                      <a:pt x="10" y="0"/>
                      <a:pt x="10" y="0"/>
                    </a:cubicBezTo>
                    <a:cubicBezTo>
                      <a:pt x="5" y="0"/>
                      <a:pt x="1" y="6"/>
                      <a:pt x="1" y="12"/>
                    </a:cubicBezTo>
                  </a:path>
                </a:pathLst>
              </a:cu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45" name="Google Shape;750;p83"/>
              <p:cNvSpPr/>
              <p:nvPr/>
            </p:nvSpPr>
            <p:spPr>
              <a:xfrm>
                <a:off x="5387" y="673"/>
                <a:ext cx="118" cy="367"/>
              </a:xfrm>
              <a:custGeom>
                <a:avLst/>
                <a:gdLst/>
                <a:ahLst/>
                <a:cxnLst/>
                <a:rect l="l" t="t" r="r" b="b"/>
                <a:pathLst>
                  <a:path w="61" h="189" extrusionOk="0">
                    <a:moveTo>
                      <a:pt x="44" y="0"/>
                    </a:moveTo>
                    <a:cubicBezTo>
                      <a:pt x="44" y="0"/>
                      <a:pt x="61" y="98"/>
                      <a:pt x="54" y="189"/>
                    </a:cubicBezTo>
                    <a:cubicBezTo>
                      <a:pt x="12" y="189"/>
                      <a:pt x="12" y="189"/>
                      <a:pt x="12" y="189"/>
                    </a:cubicBezTo>
                    <a:cubicBezTo>
                      <a:pt x="14" y="58"/>
                      <a:pt x="14" y="58"/>
                      <a:pt x="14" y="58"/>
                    </a:cubicBezTo>
                    <a:cubicBezTo>
                      <a:pt x="0" y="28"/>
                      <a:pt x="0" y="28"/>
                      <a:pt x="0" y="28"/>
                    </a:cubicBezTo>
                    <a:cubicBezTo>
                      <a:pt x="0" y="28"/>
                      <a:pt x="9" y="6"/>
                      <a:pt x="44" y="0"/>
                    </a:cubicBezTo>
                  </a:path>
                </a:pathLst>
              </a:custGeom>
              <a:solidFill>
                <a:srgbClr val="6D5B55"/>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46" name="Google Shape;751;p83"/>
              <p:cNvSpPr/>
              <p:nvPr/>
            </p:nvSpPr>
            <p:spPr>
              <a:xfrm>
                <a:off x="5540" y="673"/>
                <a:ext cx="120" cy="367"/>
              </a:xfrm>
              <a:custGeom>
                <a:avLst/>
                <a:gdLst/>
                <a:ahLst/>
                <a:cxnLst/>
                <a:rect l="l" t="t" r="r" b="b"/>
                <a:pathLst>
                  <a:path w="62" h="189" extrusionOk="0">
                    <a:moveTo>
                      <a:pt x="17" y="0"/>
                    </a:moveTo>
                    <a:cubicBezTo>
                      <a:pt x="17" y="0"/>
                      <a:pt x="0" y="97"/>
                      <a:pt x="7" y="188"/>
                    </a:cubicBezTo>
                    <a:cubicBezTo>
                      <a:pt x="46" y="189"/>
                      <a:pt x="46" y="189"/>
                      <a:pt x="46" y="189"/>
                    </a:cubicBezTo>
                    <a:cubicBezTo>
                      <a:pt x="48" y="58"/>
                      <a:pt x="48" y="58"/>
                      <a:pt x="48" y="58"/>
                    </a:cubicBezTo>
                    <a:cubicBezTo>
                      <a:pt x="62" y="28"/>
                      <a:pt x="62" y="28"/>
                      <a:pt x="62" y="28"/>
                    </a:cubicBezTo>
                    <a:cubicBezTo>
                      <a:pt x="62" y="28"/>
                      <a:pt x="52" y="6"/>
                      <a:pt x="17" y="0"/>
                    </a:cubicBezTo>
                  </a:path>
                </a:pathLst>
              </a:custGeom>
              <a:solidFill>
                <a:srgbClr val="6D5B55"/>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47" name="Google Shape;752;p83"/>
              <p:cNvSpPr/>
              <p:nvPr/>
            </p:nvSpPr>
            <p:spPr>
              <a:xfrm>
                <a:off x="5439" y="667"/>
                <a:ext cx="56" cy="241"/>
              </a:xfrm>
              <a:custGeom>
                <a:avLst/>
                <a:gdLst/>
                <a:ahLst/>
                <a:cxnLst/>
                <a:rect l="l" t="t" r="r" b="b"/>
                <a:pathLst>
                  <a:path w="29" h="124" extrusionOk="0">
                    <a:moveTo>
                      <a:pt x="0" y="7"/>
                    </a:moveTo>
                    <a:cubicBezTo>
                      <a:pt x="0" y="7"/>
                      <a:pt x="12" y="62"/>
                      <a:pt x="11" y="68"/>
                    </a:cubicBezTo>
                    <a:cubicBezTo>
                      <a:pt x="18" y="68"/>
                      <a:pt x="18" y="68"/>
                      <a:pt x="18" y="68"/>
                    </a:cubicBezTo>
                    <a:cubicBezTo>
                      <a:pt x="10" y="72"/>
                      <a:pt x="10" y="72"/>
                      <a:pt x="10" y="72"/>
                    </a:cubicBezTo>
                    <a:cubicBezTo>
                      <a:pt x="29" y="124"/>
                      <a:pt x="29" y="124"/>
                      <a:pt x="29" y="124"/>
                    </a:cubicBezTo>
                    <a:cubicBezTo>
                      <a:pt x="29" y="124"/>
                      <a:pt x="27" y="44"/>
                      <a:pt x="18" y="0"/>
                    </a:cubicBezTo>
                    <a:cubicBezTo>
                      <a:pt x="18" y="0"/>
                      <a:pt x="6" y="2"/>
                      <a:pt x="0" y="7"/>
                    </a:cubicBezTo>
                  </a:path>
                </a:pathLst>
              </a:custGeom>
              <a:solidFill>
                <a:srgbClr val="75625C"/>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48" name="Google Shape;753;p83"/>
              <p:cNvSpPr/>
              <p:nvPr/>
            </p:nvSpPr>
            <p:spPr>
              <a:xfrm>
                <a:off x="5551" y="667"/>
                <a:ext cx="57" cy="241"/>
              </a:xfrm>
              <a:custGeom>
                <a:avLst/>
                <a:gdLst/>
                <a:ahLst/>
                <a:cxnLst/>
                <a:rect l="l" t="t" r="r" b="b"/>
                <a:pathLst>
                  <a:path w="29" h="124" extrusionOk="0">
                    <a:moveTo>
                      <a:pt x="29" y="7"/>
                    </a:moveTo>
                    <a:cubicBezTo>
                      <a:pt x="29" y="7"/>
                      <a:pt x="16" y="62"/>
                      <a:pt x="17" y="68"/>
                    </a:cubicBezTo>
                    <a:cubicBezTo>
                      <a:pt x="10" y="68"/>
                      <a:pt x="10" y="68"/>
                      <a:pt x="10" y="68"/>
                    </a:cubicBezTo>
                    <a:cubicBezTo>
                      <a:pt x="18" y="72"/>
                      <a:pt x="18" y="72"/>
                      <a:pt x="18" y="72"/>
                    </a:cubicBezTo>
                    <a:cubicBezTo>
                      <a:pt x="0" y="124"/>
                      <a:pt x="0" y="124"/>
                      <a:pt x="0" y="124"/>
                    </a:cubicBezTo>
                    <a:cubicBezTo>
                      <a:pt x="0" y="124"/>
                      <a:pt x="1" y="44"/>
                      <a:pt x="10" y="0"/>
                    </a:cubicBezTo>
                    <a:cubicBezTo>
                      <a:pt x="10" y="0"/>
                      <a:pt x="23" y="2"/>
                      <a:pt x="29" y="7"/>
                    </a:cubicBezTo>
                  </a:path>
                </a:pathLst>
              </a:custGeom>
              <a:solidFill>
                <a:srgbClr val="75625C"/>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49" name="Google Shape;754;p83"/>
              <p:cNvSpPr/>
              <p:nvPr/>
            </p:nvSpPr>
            <p:spPr>
              <a:xfrm>
                <a:off x="5493" y="968"/>
                <a:ext cx="58" cy="21"/>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50" name="Google Shape;755;p83"/>
              <p:cNvSpPr/>
              <p:nvPr/>
            </p:nvSpPr>
            <p:spPr>
              <a:xfrm>
                <a:off x="5507" y="966"/>
                <a:ext cx="33" cy="25"/>
              </a:xfrm>
              <a:prstGeom prst="rect">
                <a:avLst/>
              </a:prstGeom>
              <a:noFill/>
              <a:ln w="9525" cap="flat" cmpd="sng">
                <a:solidFill>
                  <a:srgbClr val="E9D0A6"/>
                </a:solidFill>
                <a:prstDash val="solid"/>
                <a:miter lim="800000"/>
                <a:headEnd type="none" w="sm" len="sm"/>
                <a:tailEnd type="none" w="sm" len="sm"/>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51" name="Google Shape;756;p83"/>
              <p:cNvSpPr/>
              <p:nvPr/>
            </p:nvSpPr>
            <p:spPr>
              <a:xfrm>
                <a:off x="5416" y="919"/>
                <a:ext cx="67" cy="92"/>
              </a:xfrm>
              <a:custGeom>
                <a:avLst/>
                <a:gdLst/>
                <a:ahLst/>
                <a:cxnLst/>
                <a:rect l="l" t="t" r="r" b="b"/>
                <a:pathLst>
                  <a:path w="35" h="47" extrusionOk="0">
                    <a:moveTo>
                      <a:pt x="3" y="0"/>
                    </a:moveTo>
                    <a:cubicBezTo>
                      <a:pt x="31" y="1"/>
                      <a:pt x="31" y="1"/>
                      <a:pt x="31" y="1"/>
                    </a:cubicBezTo>
                    <a:cubicBezTo>
                      <a:pt x="31" y="1"/>
                      <a:pt x="35" y="43"/>
                      <a:pt x="17" y="45"/>
                    </a:cubicBezTo>
                    <a:cubicBezTo>
                      <a:pt x="0" y="47"/>
                      <a:pt x="3" y="0"/>
                      <a:pt x="3" y="0"/>
                    </a:cubicBezTo>
                  </a:path>
                </a:pathLst>
              </a:custGeom>
              <a:solidFill>
                <a:srgbClr val="75625C"/>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52" name="Google Shape;757;p83"/>
              <p:cNvSpPr/>
              <p:nvPr/>
            </p:nvSpPr>
            <p:spPr>
              <a:xfrm>
                <a:off x="5563" y="919"/>
                <a:ext cx="68" cy="92"/>
              </a:xfrm>
              <a:custGeom>
                <a:avLst/>
                <a:gdLst/>
                <a:ahLst/>
                <a:cxnLst/>
                <a:rect l="l" t="t" r="r" b="b"/>
                <a:pathLst>
                  <a:path w="35" h="47" extrusionOk="0">
                    <a:moveTo>
                      <a:pt x="32" y="0"/>
                    </a:moveTo>
                    <a:cubicBezTo>
                      <a:pt x="4" y="1"/>
                      <a:pt x="4" y="1"/>
                      <a:pt x="4" y="1"/>
                    </a:cubicBezTo>
                    <a:cubicBezTo>
                      <a:pt x="4" y="1"/>
                      <a:pt x="0" y="43"/>
                      <a:pt x="18" y="45"/>
                    </a:cubicBezTo>
                    <a:cubicBezTo>
                      <a:pt x="35" y="47"/>
                      <a:pt x="32" y="0"/>
                      <a:pt x="32" y="0"/>
                    </a:cubicBezTo>
                  </a:path>
                </a:pathLst>
              </a:custGeom>
              <a:solidFill>
                <a:srgbClr val="75625C"/>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53" name="Google Shape;758;p83"/>
              <p:cNvSpPr/>
              <p:nvPr/>
            </p:nvSpPr>
            <p:spPr>
              <a:xfrm>
                <a:off x="5418" y="989"/>
                <a:ext cx="79" cy="59"/>
              </a:xfrm>
              <a:custGeom>
                <a:avLst/>
                <a:gdLst/>
                <a:ahLst/>
                <a:cxnLst/>
                <a:rect l="l" t="t" r="r" b="b"/>
                <a:pathLst>
                  <a:path w="79" h="59" extrusionOk="0">
                    <a:moveTo>
                      <a:pt x="75" y="0"/>
                    </a:moveTo>
                    <a:lnTo>
                      <a:pt x="75" y="53"/>
                    </a:lnTo>
                    <a:lnTo>
                      <a:pt x="0" y="51"/>
                    </a:lnTo>
                    <a:lnTo>
                      <a:pt x="79" y="59"/>
                    </a:lnTo>
                    <a:lnTo>
                      <a:pt x="75" y="0"/>
                    </a:lnTo>
                    <a:close/>
                  </a:path>
                </a:pathLst>
              </a:custGeom>
              <a:solidFill>
                <a:srgbClr val="4B4F63"/>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54" name="Google Shape;759;p83"/>
              <p:cNvSpPr/>
              <p:nvPr/>
            </p:nvSpPr>
            <p:spPr>
              <a:xfrm>
                <a:off x="5547" y="989"/>
                <a:ext cx="80" cy="59"/>
              </a:xfrm>
              <a:custGeom>
                <a:avLst/>
                <a:gdLst/>
                <a:ahLst/>
                <a:cxnLst/>
                <a:rect l="l" t="t" r="r" b="b"/>
                <a:pathLst>
                  <a:path w="80" h="59" extrusionOk="0">
                    <a:moveTo>
                      <a:pt x="2" y="0"/>
                    </a:moveTo>
                    <a:lnTo>
                      <a:pt x="4" y="53"/>
                    </a:lnTo>
                    <a:lnTo>
                      <a:pt x="80" y="51"/>
                    </a:lnTo>
                    <a:lnTo>
                      <a:pt x="0" y="59"/>
                    </a:lnTo>
                    <a:lnTo>
                      <a:pt x="2" y="0"/>
                    </a:lnTo>
                    <a:close/>
                  </a:path>
                </a:pathLst>
              </a:custGeom>
              <a:solidFill>
                <a:srgbClr val="63514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55" name="Google Shape;760;p83"/>
              <p:cNvSpPr/>
              <p:nvPr/>
            </p:nvSpPr>
            <p:spPr>
              <a:xfrm>
                <a:off x="5476" y="659"/>
                <a:ext cx="42" cy="66"/>
              </a:xfrm>
              <a:custGeom>
                <a:avLst/>
                <a:gdLst/>
                <a:ahLst/>
                <a:cxnLst/>
                <a:rect l="l" t="t" r="r" b="b"/>
                <a:pathLst>
                  <a:path w="22" h="34" extrusionOk="0">
                    <a:moveTo>
                      <a:pt x="22" y="15"/>
                    </a:moveTo>
                    <a:cubicBezTo>
                      <a:pt x="17" y="34"/>
                      <a:pt x="17" y="34"/>
                      <a:pt x="17" y="34"/>
                    </a:cubicBezTo>
                    <a:cubicBezTo>
                      <a:pt x="17" y="34"/>
                      <a:pt x="2" y="17"/>
                      <a:pt x="1" y="13"/>
                    </a:cubicBezTo>
                    <a:cubicBezTo>
                      <a:pt x="1" y="10"/>
                      <a:pt x="0" y="8"/>
                      <a:pt x="0" y="8"/>
                    </a:cubicBezTo>
                    <a:cubicBezTo>
                      <a:pt x="3" y="0"/>
                      <a:pt x="3" y="0"/>
                      <a:pt x="3" y="0"/>
                    </a:cubicBezTo>
                    <a:lnTo>
                      <a:pt x="22" y="15"/>
                    </a:lnTo>
                    <a:close/>
                  </a:path>
                </a:pathLst>
              </a:custGeom>
              <a:solidFill>
                <a:srgbClr val="C9C9C9"/>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56" name="Google Shape;761;p83"/>
              <p:cNvSpPr/>
              <p:nvPr/>
            </p:nvSpPr>
            <p:spPr>
              <a:xfrm>
                <a:off x="5528" y="659"/>
                <a:ext cx="41" cy="66"/>
              </a:xfrm>
              <a:custGeom>
                <a:avLst/>
                <a:gdLst/>
                <a:ahLst/>
                <a:cxnLst/>
                <a:rect l="l" t="t" r="r" b="b"/>
                <a:pathLst>
                  <a:path w="21" h="34" extrusionOk="0">
                    <a:moveTo>
                      <a:pt x="0" y="15"/>
                    </a:moveTo>
                    <a:cubicBezTo>
                      <a:pt x="4" y="34"/>
                      <a:pt x="4" y="34"/>
                      <a:pt x="4" y="34"/>
                    </a:cubicBezTo>
                    <a:cubicBezTo>
                      <a:pt x="4" y="34"/>
                      <a:pt x="20" y="17"/>
                      <a:pt x="20" y="13"/>
                    </a:cubicBezTo>
                    <a:cubicBezTo>
                      <a:pt x="21" y="10"/>
                      <a:pt x="21" y="8"/>
                      <a:pt x="21" y="8"/>
                    </a:cubicBezTo>
                    <a:cubicBezTo>
                      <a:pt x="19" y="0"/>
                      <a:pt x="19" y="0"/>
                      <a:pt x="19" y="0"/>
                    </a:cubicBezTo>
                    <a:lnTo>
                      <a:pt x="0" y="15"/>
                    </a:lnTo>
                    <a:close/>
                  </a:path>
                </a:pathLst>
              </a:custGeom>
              <a:solidFill>
                <a:srgbClr val="C9C9C9"/>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57" name="Google Shape;762;p83"/>
              <p:cNvSpPr/>
              <p:nvPr/>
            </p:nvSpPr>
            <p:spPr>
              <a:xfrm>
                <a:off x="5515" y="688"/>
                <a:ext cx="3" cy="20"/>
              </a:xfrm>
              <a:custGeom>
                <a:avLst/>
                <a:gdLst/>
                <a:ahLst/>
                <a:cxnLst/>
                <a:rect l="l" t="t" r="r" b="b"/>
                <a:pathLst>
                  <a:path w="2" h="10" extrusionOk="0">
                    <a:moveTo>
                      <a:pt x="2" y="0"/>
                    </a:moveTo>
                    <a:cubicBezTo>
                      <a:pt x="2" y="10"/>
                      <a:pt x="2" y="10"/>
                      <a:pt x="2" y="10"/>
                    </a:cubicBezTo>
                    <a:cubicBezTo>
                      <a:pt x="0" y="10"/>
                      <a:pt x="0" y="10"/>
                      <a:pt x="0" y="10"/>
                    </a:cubicBezTo>
                    <a:cubicBezTo>
                      <a:pt x="0" y="10"/>
                      <a:pt x="1" y="4"/>
                      <a:pt x="2" y="0"/>
                    </a:cubicBezTo>
                  </a:path>
                </a:pathLst>
              </a:custGeom>
              <a:solidFill>
                <a:srgbClr val="D4D4D4"/>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58" name="Google Shape;763;p83"/>
              <p:cNvSpPr/>
              <p:nvPr/>
            </p:nvSpPr>
            <p:spPr>
              <a:xfrm>
                <a:off x="5528" y="688"/>
                <a:ext cx="4" cy="20"/>
              </a:xfrm>
              <a:custGeom>
                <a:avLst/>
                <a:gdLst/>
                <a:ahLst/>
                <a:cxnLst/>
                <a:rect l="l" t="t" r="r" b="b"/>
                <a:pathLst>
                  <a:path w="2" h="10" extrusionOk="0">
                    <a:moveTo>
                      <a:pt x="0" y="0"/>
                    </a:moveTo>
                    <a:cubicBezTo>
                      <a:pt x="0" y="10"/>
                      <a:pt x="0" y="10"/>
                      <a:pt x="0" y="10"/>
                    </a:cubicBezTo>
                    <a:cubicBezTo>
                      <a:pt x="2" y="10"/>
                      <a:pt x="2" y="10"/>
                      <a:pt x="2" y="10"/>
                    </a:cubicBezTo>
                    <a:cubicBezTo>
                      <a:pt x="2" y="10"/>
                      <a:pt x="1" y="4"/>
                      <a:pt x="0" y="0"/>
                    </a:cubicBezTo>
                  </a:path>
                </a:pathLst>
              </a:custGeom>
              <a:solidFill>
                <a:srgbClr val="D4D4D4"/>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59" name="Google Shape;764;p83"/>
              <p:cNvSpPr/>
              <p:nvPr/>
            </p:nvSpPr>
            <p:spPr>
              <a:xfrm>
                <a:off x="5513" y="694"/>
                <a:ext cx="21" cy="31"/>
              </a:xfrm>
              <a:custGeom>
                <a:avLst/>
                <a:gdLst/>
                <a:ahLst/>
                <a:cxnLst/>
                <a:rect l="l" t="t" r="r" b="b"/>
                <a:pathLst>
                  <a:path w="21" h="31" extrusionOk="0">
                    <a:moveTo>
                      <a:pt x="3" y="0"/>
                    </a:moveTo>
                    <a:lnTo>
                      <a:pt x="15" y="0"/>
                    </a:lnTo>
                    <a:lnTo>
                      <a:pt x="21" y="19"/>
                    </a:lnTo>
                    <a:lnTo>
                      <a:pt x="15" y="31"/>
                    </a:lnTo>
                    <a:lnTo>
                      <a:pt x="3" y="31"/>
                    </a:lnTo>
                    <a:lnTo>
                      <a:pt x="0" y="18"/>
                    </a:lnTo>
                    <a:lnTo>
                      <a:pt x="3" y="0"/>
                    </a:lnTo>
                    <a:close/>
                  </a:path>
                </a:pathLst>
              </a:custGeom>
              <a:solidFill>
                <a:srgbClr val="3D5554"/>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60" name="Google Shape;765;p83"/>
              <p:cNvSpPr/>
              <p:nvPr/>
            </p:nvSpPr>
            <p:spPr>
              <a:xfrm>
                <a:off x="5497" y="725"/>
                <a:ext cx="50" cy="187"/>
              </a:xfrm>
              <a:custGeom>
                <a:avLst/>
                <a:gdLst/>
                <a:ahLst/>
                <a:cxnLst/>
                <a:rect l="l" t="t" r="r" b="b"/>
                <a:pathLst>
                  <a:path w="50" h="187" extrusionOk="0">
                    <a:moveTo>
                      <a:pt x="25" y="187"/>
                    </a:moveTo>
                    <a:lnTo>
                      <a:pt x="0" y="154"/>
                    </a:lnTo>
                    <a:lnTo>
                      <a:pt x="19" y="0"/>
                    </a:lnTo>
                    <a:lnTo>
                      <a:pt x="31" y="0"/>
                    </a:lnTo>
                    <a:lnTo>
                      <a:pt x="50" y="156"/>
                    </a:lnTo>
                    <a:lnTo>
                      <a:pt x="25" y="187"/>
                    </a:lnTo>
                    <a:close/>
                  </a:path>
                </a:pathLst>
              </a:custGeom>
              <a:solidFill>
                <a:srgbClr val="3D5554"/>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cxnSp>
            <p:nvCxnSpPr>
              <p:cNvPr id="461" name="Google Shape;766;p83"/>
              <p:cNvCxnSpPr/>
              <p:nvPr/>
            </p:nvCxnSpPr>
            <p:spPr>
              <a:xfrm flipH="1">
                <a:off x="5375" y="1116"/>
                <a:ext cx="15" cy="248"/>
              </a:xfrm>
              <a:prstGeom prst="straightConnector1">
                <a:avLst/>
              </a:prstGeom>
              <a:noFill/>
              <a:ln w="9525" cap="flat" cmpd="sng">
                <a:solidFill>
                  <a:srgbClr val="231F20"/>
                </a:solidFill>
                <a:prstDash val="solid"/>
                <a:miter lim="800000"/>
                <a:headEnd type="none" w="med" len="med"/>
                <a:tailEnd type="none" w="med" len="med"/>
              </a:ln>
            </p:spPr>
          </p:cxnSp>
          <p:cxnSp>
            <p:nvCxnSpPr>
              <p:cNvPr id="462" name="Google Shape;767;p83"/>
              <p:cNvCxnSpPr/>
              <p:nvPr/>
            </p:nvCxnSpPr>
            <p:spPr>
              <a:xfrm>
                <a:off x="5650" y="1116"/>
                <a:ext cx="16" cy="248"/>
              </a:xfrm>
              <a:prstGeom prst="straightConnector1">
                <a:avLst/>
              </a:prstGeom>
              <a:noFill/>
              <a:ln w="9525" cap="flat" cmpd="sng">
                <a:solidFill>
                  <a:srgbClr val="231F20"/>
                </a:solidFill>
                <a:prstDash val="solid"/>
                <a:miter lim="800000"/>
                <a:headEnd type="none" w="med" len="med"/>
                <a:tailEnd type="none" w="med" len="med"/>
              </a:ln>
            </p:spPr>
          </p:cxnSp>
          <p:sp>
            <p:nvSpPr>
              <p:cNvPr id="463" name="Google Shape;768;p83"/>
              <p:cNvSpPr/>
              <p:nvPr/>
            </p:nvSpPr>
            <p:spPr>
              <a:xfrm>
                <a:off x="5538" y="1050"/>
                <a:ext cx="75" cy="136"/>
              </a:xfrm>
              <a:custGeom>
                <a:avLst/>
                <a:gdLst/>
                <a:ahLst/>
                <a:cxnLst/>
                <a:rect l="l" t="t" r="r" b="b"/>
                <a:pathLst>
                  <a:path w="39" h="70" extrusionOk="0">
                    <a:moveTo>
                      <a:pt x="2" y="12"/>
                    </a:moveTo>
                    <a:cubicBezTo>
                      <a:pt x="0" y="13"/>
                      <a:pt x="11" y="0"/>
                      <a:pt x="21" y="2"/>
                    </a:cubicBezTo>
                    <a:cubicBezTo>
                      <a:pt x="31" y="3"/>
                      <a:pt x="39" y="10"/>
                      <a:pt x="38" y="70"/>
                    </a:cubicBezTo>
                    <a:cubicBezTo>
                      <a:pt x="38" y="70"/>
                      <a:pt x="32" y="34"/>
                      <a:pt x="24" y="30"/>
                    </a:cubicBezTo>
                    <a:cubicBezTo>
                      <a:pt x="15" y="26"/>
                      <a:pt x="15" y="13"/>
                      <a:pt x="12" y="18"/>
                    </a:cubicBezTo>
                    <a:cubicBezTo>
                      <a:pt x="8" y="23"/>
                      <a:pt x="9" y="15"/>
                      <a:pt x="9" y="15"/>
                    </a:cubicBezTo>
                    <a:cubicBezTo>
                      <a:pt x="9" y="15"/>
                      <a:pt x="7" y="9"/>
                      <a:pt x="2" y="12"/>
                    </a:cubicBezTo>
                  </a:path>
                </a:pathLst>
              </a:custGeom>
              <a:solidFill>
                <a:srgbClr val="75625C"/>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64" name="Google Shape;769;p83"/>
              <p:cNvSpPr/>
              <p:nvPr/>
            </p:nvSpPr>
            <p:spPr>
              <a:xfrm>
                <a:off x="5419" y="1050"/>
                <a:ext cx="74" cy="136"/>
              </a:xfrm>
              <a:custGeom>
                <a:avLst/>
                <a:gdLst/>
                <a:ahLst/>
                <a:cxnLst/>
                <a:rect l="l" t="t" r="r" b="b"/>
                <a:pathLst>
                  <a:path w="38" h="70" extrusionOk="0">
                    <a:moveTo>
                      <a:pt x="37" y="12"/>
                    </a:moveTo>
                    <a:cubicBezTo>
                      <a:pt x="38" y="13"/>
                      <a:pt x="27" y="0"/>
                      <a:pt x="17" y="2"/>
                    </a:cubicBezTo>
                    <a:cubicBezTo>
                      <a:pt x="7" y="3"/>
                      <a:pt x="0" y="10"/>
                      <a:pt x="0" y="70"/>
                    </a:cubicBezTo>
                    <a:cubicBezTo>
                      <a:pt x="0" y="70"/>
                      <a:pt x="6" y="34"/>
                      <a:pt x="15" y="30"/>
                    </a:cubicBezTo>
                    <a:cubicBezTo>
                      <a:pt x="23" y="26"/>
                      <a:pt x="23" y="13"/>
                      <a:pt x="27" y="18"/>
                    </a:cubicBezTo>
                    <a:cubicBezTo>
                      <a:pt x="31" y="23"/>
                      <a:pt x="30" y="15"/>
                      <a:pt x="30" y="15"/>
                    </a:cubicBezTo>
                    <a:cubicBezTo>
                      <a:pt x="30" y="15"/>
                      <a:pt x="32" y="9"/>
                      <a:pt x="37" y="12"/>
                    </a:cubicBezTo>
                  </a:path>
                </a:pathLst>
              </a:custGeom>
              <a:solidFill>
                <a:srgbClr val="75625C"/>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65" name="Google Shape;770;p83"/>
              <p:cNvSpPr/>
              <p:nvPr/>
            </p:nvSpPr>
            <p:spPr>
              <a:xfrm>
                <a:off x="5291" y="700"/>
                <a:ext cx="140" cy="233"/>
              </a:xfrm>
              <a:custGeom>
                <a:avLst/>
                <a:gdLst/>
                <a:ahLst/>
                <a:cxnLst/>
                <a:rect l="l" t="t" r="r" b="b"/>
                <a:pathLst>
                  <a:path w="72" h="120" extrusionOk="0">
                    <a:moveTo>
                      <a:pt x="48" y="14"/>
                    </a:moveTo>
                    <a:cubicBezTo>
                      <a:pt x="48" y="14"/>
                      <a:pt x="0" y="99"/>
                      <a:pt x="21" y="109"/>
                    </a:cubicBezTo>
                    <a:cubicBezTo>
                      <a:pt x="43" y="120"/>
                      <a:pt x="70" y="104"/>
                      <a:pt x="70" y="104"/>
                    </a:cubicBezTo>
                    <a:cubicBezTo>
                      <a:pt x="72" y="83"/>
                      <a:pt x="72" y="83"/>
                      <a:pt x="72" y="83"/>
                    </a:cubicBezTo>
                    <a:cubicBezTo>
                      <a:pt x="50" y="80"/>
                      <a:pt x="50" y="80"/>
                      <a:pt x="50" y="80"/>
                    </a:cubicBezTo>
                    <a:cubicBezTo>
                      <a:pt x="62" y="58"/>
                      <a:pt x="62" y="58"/>
                      <a:pt x="62" y="58"/>
                    </a:cubicBezTo>
                    <a:cubicBezTo>
                      <a:pt x="62" y="58"/>
                      <a:pt x="65" y="0"/>
                      <a:pt x="48" y="14"/>
                    </a:cubicBezTo>
                  </a:path>
                </a:pathLst>
              </a:custGeom>
              <a:solidFill>
                <a:srgbClr val="75625C"/>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66" name="Google Shape;771;p83"/>
              <p:cNvSpPr/>
              <p:nvPr/>
            </p:nvSpPr>
            <p:spPr>
              <a:xfrm>
                <a:off x="5625" y="727"/>
                <a:ext cx="95" cy="204"/>
              </a:xfrm>
              <a:custGeom>
                <a:avLst/>
                <a:gdLst/>
                <a:ahLst/>
                <a:cxnLst/>
                <a:rect l="l" t="t" r="r" b="b"/>
                <a:pathLst>
                  <a:path w="49" h="105" extrusionOk="0">
                    <a:moveTo>
                      <a:pt x="17" y="0"/>
                    </a:moveTo>
                    <a:cubicBezTo>
                      <a:pt x="17" y="0"/>
                      <a:pt x="49" y="74"/>
                      <a:pt x="32" y="92"/>
                    </a:cubicBezTo>
                    <a:cubicBezTo>
                      <a:pt x="20" y="105"/>
                      <a:pt x="9" y="89"/>
                      <a:pt x="9" y="89"/>
                    </a:cubicBezTo>
                    <a:cubicBezTo>
                      <a:pt x="0" y="29"/>
                      <a:pt x="0" y="29"/>
                      <a:pt x="0" y="29"/>
                    </a:cubicBezTo>
                    <a:lnTo>
                      <a:pt x="17" y="0"/>
                    </a:lnTo>
                    <a:close/>
                  </a:path>
                </a:pathLst>
              </a:custGeom>
              <a:solidFill>
                <a:srgbClr val="75625C"/>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67" name="Google Shape;772;p83"/>
              <p:cNvSpPr/>
              <p:nvPr/>
            </p:nvSpPr>
            <p:spPr>
              <a:xfrm>
                <a:off x="5462" y="799"/>
                <a:ext cx="180" cy="118"/>
              </a:xfrm>
              <a:custGeom>
                <a:avLst/>
                <a:gdLst/>
                <a:ahLst/>
                <a:cxnLst/>
                <a:rect l="l" t="t" r="r" b="b"/>
                <a:pathLst>
                  <a:path w="93" h="61" extrusionOk="0">
                    <a:moveTo>
                      <a:pt x="93" y="54"/>
                    </a:moveTo>
                    <a:cubicBezTo>
                      <a:pt x="93" y="58"/>
                      <a:pt x="90" y="61"/>
                      <a:pt x="87" y="61"/>
                    </a:cubicBezTo>
                    <a:cubicBezTo>
                      <a:pt x="7" y="61"/>
                      <a:pt x="7" y="61"/>
                      <a:pt x="7" y="61"/>
                    </a:cubicBezTo>
                    <a:cubicBezTo>
                      <a:pt x="3" y="61"/>
                      <a:pt x="0" y="58"/>
                      <a:pt x="0" y="54"/>
                    </a:cubicBezTo>
                    <a:cubicBezTo>
                      <a:pt x="0" y="7"/>
                      <a:pt x="0" y="7"/>
                      <a:pt x="0" y="7"/>
                    </a:cubicBezTo>
                    <a:cubicBezTo>
                      <a:pt x="0" y="3"/>
                      <a:pt x="3" y="0"/>
                      <a:pt x="7" y="0"/>
                    </a:cubicBezTo>
                    <a:cubicBezTo>
                      <a:pt x="87" y="0"/>
                      <a:pt x="87" y="0"/>
                      <a:pt x="87" y="0"/>
                    </a:cubicBezTo>
                    <a:cubicBezTo>
                      <a:pt x="90" y="0"/>
                      <a:pt x="93" y="3"/>
                      <a:pt x="93" y="7"/>
                    </a:cubicBezTo>
                    <a:lnTo>
                      <a:pt x="93" y="54"/>
                    </a:lnTo>
                    <a:close/>
                  </a:path>
                </a:pathLst>
              </a:cu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68" name="Google Shape;773;p83"/>
              <p:cNvSpPr/>
              <p:nvPr/>
            </p:nvSpPr>
            <p:spPr>
              <a:xfrm>
                <a:off x="5427" y="855"/>
                <a:ext cx="74" cy="47"/>
              </a:xfrm>
              <a:custGeom>
                <a:avLst/>
                <a:gdLst/>
                <a:ahLst/>
                <a:cxnLst/>
                <a:rect l="l" t="t" r="r" b="b"/>
                <a:pathLst>
                  <a:path w="38" h="24" extrusionOk="0">
                    <a:moveTo>
                      <a:pt x="1" y="7"/>
                    </a:moveTo>
                    <a:cubicBezTo>
                      <a:pt x="1" y="7"/>
                      <a:pt x="13" y="0"/>
                      <a:pt x="22" y="2"/>
                    </a:cubicBezTo>
                    <a:cubicBezTo>
                      <a:pt x="30" y="3"/>
                      <a:pt x="23" y="2"/>
                      <a:pt x="23" y="2"/>
                    </a:cubicBezTo>
                    <a:cubicBezTo>
                      <a:pt x="23" y="2"/>
                      <a:pt x="38" y="1"/>
                      <a:pt x="37" y="5"/>
                    </a:cubicBezTo>
                    <a:cubicBezTo>
                      <a:pt x="37" y="9"/>
                      <a:pt x="24" y="8"/>
                      <a:pt x="24" y="8"/>
                    </a:cubicBezTo>
                    <a:cubicBezTo>
                      <a:pt x="24" y="8"/>
                      <a:pt x="37" y="6"/>
                      <a:pt x="37" y="10"/>
                    </a:cubicBezTo>
                    <a:cubicBezTo>
                      <a:pt x="37" y="13"/>
                      <a:pt x="22" y="14"/>
                      <a:pt x="22" y="14"/>
                    </a:cubicBezTo>
                    <a:cubicBezTo>
                      <a:pt x="22" y="14"/>
                      <a:pt x="37" y="11"/>
                      <a:pt x="37" y="15"/>
                    </a:cubicBezTo>
                    <a:cubicBezTo>
                      <a:pt x="37" y="19"/>
                      <a:pt x="23" y="18"/>
                      <a:pt x="23" y="18"/>
                    </a:cubicBezTo>
                    <a:cubicBezTo>
                      <a:pt x="23" y="18"/>
                      <a:pt x="29" y="19"/>
                      <a:pt x="28" y="21"/>
                    </a:cubicBezTo>
                    <a:cubicBezTo>
                      <a:pt x="28" y="23"/>
                      <a:pt x="18" y="23"/>
                      <a:pt x="14" y="23"/>
                    </a:cubicBezTo>
                    <a:cubicBezTo>
                      <a:pt x="10" y="24"/>
                      <a:pt x="0" y="22"/>
                      <a:pt x="0" y="22"/>
                    </a:cubicBezTo>
                    <a:lnTo>
                      <a:pt x="1" y="7"/>
                    </a:lnTo>
                    <a:close/>
                  </a:path>
                </a:pathLst>
              </a:custGeom>
              <a:solidFill>
                <a:srgbClr val="DFB28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69" name="Google Shape;774;p83"/>
              <p:cNvSpPr/>
              <p:nvPr/>
            </p:nvSpPr>
            <p:spPr>
              <a:xfrm>
                <a:off x="5600" y="855"/>
                <a:ext cx="58" cy="47"/>
              </a:xfrm>
              <a:custGeom>
                <a:avLst/>
                <a:gdLst/>
                <a:ahLst/>
                <a:cxnLst/>
                <a:rect l="l" t="t" r="r" b="b"/>
                <a:pathLst>
                  <a:path w="30" h="24" extrusionOk="0">
                    <a:moveTo>
                      <a:pt x="29" y="10"/>
                    </a:moveTo>
                    <a:cubicBezTo>
                      <a:pt x="28" y="6"/>
                      <a:pt x="24" y="0"/>
                      <a:pt x="16" y="2"/>
                    </a:cubicBezTo>
                    <a:cubicBezTo>
                      <a:pt x="7" y="3"/>
                      <a:pt x="15" y="2"/>
                      <a:pt x="15" y="2"/>
                    </a:cubicBezTo>
                    <a:cubicBezTo>
                      <a:pt x="15" y="2"/>
                      <a:pt x="0" y="1"/>
                      <a:pt x="0" y="5"/>
                    </a:cubicBezTo>
                    <a:cubicBezTo>
                      <a:pt x="1" y="9"/>
                      <a:pt x="14" y="8"/>
                      <a:pt x="14" y="8"/>
                    </a:cubicBezTo>
                    <a:cubicBezTo>
                      <a:pt x="14" y="8"/>
                      <a:pt x="0" y="6"/>
                      <a:pt x="0" y="10"/>
                    </a:cubicBezTo>
                    <a:cubicBezTo>
                      <a:pt x="0" y="13"/>
                      <a:pt x="15" y="14"/>
                      <a:pt x="15" y="14"/>
                    </a:cubicBezTo>
                    <a:cubicBezTo>
                      <a:pt x="15" y="14"/>
                      <a:pt x="1" y="11"/>
                      <a:pt x="0" y="15"/>
                    </a:cubicBezTo>
                    <a:cubicBezTo>
                      <a:pt x="0" y="19"/>
                      <a:pt x="14" y="18"/>
                      <a:pt x="14" y="18"/>
                    </a:cubicBezTo>
                    <a:cubicBezTo>
                      <a:pt x="14" y="18"/>
                      <a:pt x="9" y="19"/>
                      <a:pt x="9" y="21"/>
                    </a:cubicBezTo>
                    <a:cubicBezTo>
                      <a:pt x="10" y="23"/>
                      <a:pt x="20" y="23"/>
                      <a:pt x="23" y="23"/>
                    </a:cubicBezTo>
                    <a:cubicBezTo>
                      <a:pt x="27" y="24"/>
                      <a:pt x="29" y="21"/>
                      <a:pt x="29" y="21"/>
                    </a:cubicBezTo>
                    <a:cubicBezTo>
                      <a:pt x="29" y="21"/>
                      <a:pt x="30" y="15"/>
                      <a:pt x="29" y="10"/>
                    </a:cubicBezTo>
                  </a:path>
                </a:pathLst>
              </a:custGeom>
              <a:solidFill>
                <a:srgbClr val="DFB28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70" name="Google Shape;775;p83"/>
              <p:cNvSpPr/>
              <p:nvPr/>
            </p:nvSpPr>
            <p:spPr>
              <a:xfrm>
                <a:off x="5416" y="438"/>
                <a:ext cx="219" cy="215"/>
              </a:xfrm>
              <a:custGeom>
                <a:avLst/>
                <a:gdLst/>
                <a:ahLst/>
                <a:cxnLst/>
                <a:rect l="l" t="t" r="r" b="b"/>
                <a:pathLst>
                  <a:path w="113" h="111" extrusionOk="0">
                    <a:moveTo>
                      <a:pt x="0" y="0"/>
                    </a:moveTo>
                    <a:cubicBezTo>
                      <a:pt x="0" y="64"/>
                      <a:pt x="0" y="64"/>
                      <a:pt x="0" y="64"/>
                    </a:cubicBezTo>
                    <a:cubicBezTo>
                      <a:pt x="0" y="90"/>
                      <a:pt x="21" y="111"/>
                      <a:pt x="47" y="110"/>
                    </a:cubicBezTo>
                    <a:cubicBezTo>
                      <a:pt x="66" y="110"/>
                      <a:pt x="66" y="110"/>
                      <a:pt x="66" y="110"/>
                    </a:cubicBezTo>
                    <a:cubicBezTo>
                      <a:pt x="92" y="110"/>
                      <a:pt x="113" y="89"/>
                      <a:pt x="112" y="63"/>
                    </a:cubicBezTo>
                    <a:cubicBezTo>
                      <a:pt x="112" y="0"/>
                      <a:pt x="112" y="0"/>
                      <a:pt x="112" y="0"/>
                    </a:cubicBezTo>
                    <a:lnTo>
                      <a:pt x="0" y="0"/>
                    </a:lnTo>
                    <a:close/>
                  </a:path>
                </a:pathLst>
              </a:custGeom>
              <a:solidFill>
                <a:srgbClr val="DFB28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71" name="Google Shape;776;p83"/>
              <p:cNvSpPr/>
              <p:nvPr/>
            </p:nvSpPr>
            <p:spPr>
              <a:xfrm>
                <a:off x="5396" y="529"/>
                <a:ext cx="33" cy="58"/>
              </a:xfrm>
              <a:custGeom>
                <a:avLst/>
                <a:gdLst/>
                <a:ahLst/>
                <a:cxnLst/>
                <a:rect l="l" t="t" r="r" b="b"/>
                <a:pathLst>
                  <a:path w="17" h="30" extrusionOk="0">
                    <a:moveTo>
                      <a:pt x="12" y="6"/>
                    </a:moveTo>
                    <a:cubicBezTo>
                      <a:pt x="12" y="6"/>
                      <a:pt x="0" y="0"/>
                      <a:pt x="1" y="13"/>
                    </a:cubicBezTo>
                    <a:cubicBezTo>
                      <a:pt x="2" y="26"/>
                      <a:pt x="10" y="30"/>
                      <a:pt x="13" y="22"/>
                    </a:cubicBezTo>
                    <a:cubicBezTo>
                      <a:pt x="17" y="14"/>
                      <a:pt x="12" y="6"/>
                      <a:pt x="12" y="6"/>
                    </a:cubicBezTo>
                  </a:path>
                </a:pathLst>
              </a:custGeom>
              <a:solidFill>
                <a:srgbClr val="DFB28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72" name="Google Shape;777;p83"/>
              <p:cNvSpPr/>
              <p:nvPr/>
            </p:nvSpPr>
            <p:spPr>
              <a:xfrm>
                <a:off x="5621" y="529"/>
                <a:ext cx="33" cy="58"/>
              </a:xfrm>
              <a:custGeom>
                <a:avLst/>
                <a:gdLst/>
                <a:ahLst/>
                <a:cxnLst/>
                <a:rect l="l" t="t" r="r" b="b"/>
                <a:pathLst>
                  <a:path w="17" h="30" extrusionOk="0">
                    <a:moveTo>
                      <a:pt x="5" y="6"/>
                    </a:moveTo>
                    <a:cubicBezTo>
                      <a:pt x="5" y="6"/>
                      <a:pt x="17" y="0"/>
                      <a:pt x="16" y="13"/>
                    </a:cubicBezTo>
                    <a:cubicBezTo>
                      <a:pt x="15" y="26"/>
                      <a:pt x="7" y="30"/>
                      <a:pt x="4" y="22"/>
                    </a:cubicBezTo>
                    <a:cubicBezTo>
                      <a:pt x="0" y="14"/>
                      <a:pt x="5" y="6"/>
                      <a:pt x="5" y="6"/>
                    </a:cubicBezTo>
                  </a:path>
                </a:pathLst>
              </a:custGeom>
              <a:solidFill>
                <a:srgbClr val="DFB28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73" name="Google Shape;778;p83"/>
              <p:cNvSpPr/>
              <p:nvPr/>
            </p:nvSpPr>
            <p:spPr>
              <a:xfrm>
                <a:off x="5390" y="387"/>
                <a:ext cx="270" cy="181"/>
              </a:xfrm>
              <a:custGeom>
                <a:avLst/>
                <a:gdLst/>
                <a:ahLst/>
                <a:cxnLst/>
                <a:rect l="l" t="t" r="r" b="b"/>
                <a:pathLst>
                  <a:path w="139" h="93" extrusionOk="0">
                    <a:moveTo>
                      <a:pt x="33" y="60"/>
                    </a:moveTo>
                    <a:cubicBezTo>
                      <a:pt x="33" y="60"/>
                      <a:pt x="61" y="85"/>
                      <a:pt x="71" y="84"/>
                    </a:cubicBezTo>
                    <a:cubicBezTo>
                      <a:pt x="81" y="84"/>
                      <a:pt x="78" y="80"/>
                      <a:pt x="78" y="80"/>
                    </a:cubicBezTo>
                    <a:cubicBezTo>
                      <a:pt x="78" y="80"/>
                      <a:pt x="101" y="93"/>
                      <a:pt x="120" y="66"/>
                    </a:cubicBezTo>
                    <a:cubicBezTo>
                      <a:pt x="126" y="57"/>
                      <a:pt x="119" y="78"/>
                      <a:pt x="120" y="82"/>
                    </a:cubicBezTo>
                    <a:cubicBezTo>
                      <a:pt x="121" y="87"/>
                      <a:pt x="121" y="87"/>
                      <a:pt x="121" y="87"/>
                    </a:cubicBezTo>
                    <a:cubicBezTo>
                      <a:pt x="125" y="89"/>
                      <a:pt x="125" y="89"/>
                      <a:pt x="125" y="89"/>
                    </a:cubicBezTo>
                    <a:cubicBezTo>
                      <a:pt x="131" y="78"/>
                      <a:pt x="131" y="78"/>
                      <a:pt x="131" y="78"/>
                    </a:cubicBezTo>
                    <a:cubicBezTo>
                      <a:pt x="131" y="78"/>
                      <a:pt x="139" y="44"/>
                      <a:pt x="131" y="24"/>
                    </a:cubicBezTo>
                    <a:cubicBezTo>
                      <a:pt x="126" y="13"/>
                      <a:pt x="96" y="0"/>
                      <a:pt x="66" y="1"/>
                    </a:cubicBezTo>
                    <a:cubicBezTo>
                      <a:pt x="46" y="2"/>
                      <a:pt x="32" y="10"/>
                      <a:pt x="32" y="10"/>
                    </a:cubicBezTo>
                    <a:cubicBezTo>
                      <a:pt x="32" y="10"/>
                      <a:pt x="22" y="13"/>
                      <a:pt x="17" y="13"/>
                    </a:cubicBezTo>
                    <a:cubicBezTo>
                      <a:pt x="11" y="14"/>
                      <a:pt x="14" y="18"/>
                      <a:pt x="14" y="18"/>
                    </a:cubicBezTo>
                    <a:cubicBezTo>
                      <a:pt x="14" y="18"/>
                      <a:pt x="9" y="22"/>
                      <a:pt x="7" y="25"/>
                    </a:cubicBezTo>
                    <a:cubicBezTo>
                      <a:pt x="0" y="35"/>
                      <a:pt x="8" y="77"/>
                      <a:pt x="8" y="77"/>
                    </a:cubicBezTo>
                    <a:cubicBezTo>
                      <a:pt x="14" y="86"/>
                      <a:pt x="14" y="86"/>
                      <a:pt x="14" y="86"/>
                    </a:cubicBezTo>
                    <a:cubicBezTo>
                      <a:pt x="21" y="86"/>
                      <a:pt x="21" y="86"/>
                      <a:pt x="21" y="86"/>
                    </a:cubicBezTo>
                    <a:lnTo>
                      <a:pt x="33" y="60"/>
                    </a:lnTo>
                    <a:close/>
                  </a:path>
                </a:pathLst>
              </a:custGeom>
              <a:solidFill>
                <a:srgbClr val="8B5E3C"/>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74" name="Google Shape;779;p83"/>
              <p:cNvSpPr/>
              <p:nvPr/>
            </p:nvSpPr>
            <p:spPr>
              <a:xfrm>
                <a:off x="5937" y="1001"/>
                <a:ext cx="53" cy="408"/>
              </a:xfrm>
              <a:prstGeom prst="rect">
                <a:avLst/>
              </a:prstGeom>
              <a:solidFill>
                <a:srgbClr val="BCBEC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75" name="Google Shape;780;p83"/>
              <p:cNvSpPr/>
              <p:nvPr/>
            </p:nvSpPr>
            <p:spPr>
              <a:xfrm>
                <a:off x="5945" y="1001"/>
                <a:ext cx="14" cy="408"/>
              </a:xfrm>
              <a:prstGeom prst="rect">
                <a:avLst/>
              </a:prstGeom>
              <a:solidFill>
                <a:srgbClr val="D1D3D4"/>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76" name="Google Shape;781;p83"/>
              <p:cNvSpPr/>
              <p:nvPr/>
            </p:nvSpPr>
            <p:spPr>
              <a:xfrm>
                <a:off x="5972" y="1001"/>
                <a:ext cx="12" cy="408"/>
              </a:xfrm>
              <a:prstGeom prst="rect">
                <a:avLst/>
              </a:prstGeom>
              <a:solidFill>
                <a:srgbClr val="D1D3D4"/>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77" name="Google Shape;782;p83"/>
              <p:cNvSpPr/>
              <p:nvPr/>
            </p:nvSpPr>
            <p:spPr>
              <a:xfrm>
                <a:off x="4981" y="1001"/>
                <a:ext cx="51" cy="408"/>
              </a:xfrm>
              <a:prstGeom prst="rect">
                <a:avLst/>
              </a:prstGeom>
              <a:solidFill>
                <a:srgbClr val="BCBEC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78" name="Google Shape;783;p83"/>
              <p:cNvSpPr/>
              <p:nvPr/>
            </p:nvSpPr>
            <p:spPr>
              <a:xfrm>
                <a:off x="4989" y="1001"/>
                <a:ext cx="14" cy="408"/>
              </a:xfrm>
              <a:prstGeom prst="rect">
                <a:avLst/>
              </a:prstGeom>
              <a:solidFill>
                <a:srgbClr val="D1D3D4"/>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79" name="Google Shape;784;p83"/>
              <p:cNvSpPr/>
              <p:nvPr/>
            </p:nvSpPr>
            <p:spPr>
              <a:xfrm>
                <a:off x="5016" y="1001"/>
                <a:ext cx="12" cy="408"/>
              </a:xfrm>
              <a:prstGeom prst="rect">
                <a:avLst/>
              </a:prstGeom>
              <a:solidFill>
                <a:srgbClr val="D1D3D4"/>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80" name="Google Shape;785;p83"/>
              <p:cNvSpPr/>
              <p:nvPr/>
            </p:nvSpPr>
            <p:spPr>
              <a:xfrm>
                <a:off x="4880" y="927"/>
                <a:ext cx="1230" cy="74"/>
              </a:xfrm>
              <a:prstGeom prst="rect">
                <a:avLst/>
              </a:prstGeom>
              <a:solidFill>
                <a:schemeClr val="accent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81" name="Google Shape;786;p83"/>
              <p:cNvSpPr/>
              <p:nvPr/>
            </p:nvSpPr>
            <p:spPr>
              <a:xfrm>
                <a:off x="4880" y="927"/>
                <a:ext cx="1230" cy="35"/>
              </a:xfrm>
              <a:prstGeom prst="rect">
                <a:avLst/>
              </a:prstGeom>
              <a:solidFill>
                <a:srgbClr val="167863"/>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82" name="Google Shape;787;p83"/>
              <p:cNvSpPr/>
              <p:nvPr/>
            </p:nvSpPr>
            <p:spPr>
              <a:xfrm>
                <a:off x="5788" y="811"/>
                <a:ext cx="52" cy="116"/>
              </a:xfrm>
              <a:custGeom>
                <a:avLst/>
                <a:gdLst/>
                <a:ahLst/>
                <a:cxnLst/>
                <a:rect l="l" t="t" r="r" b="b"/>
                <a:pathLst>
                  <a:path w="27" h="60" extrusionOk="0">
                    <a:moveTo>
                      <a:pt x="23" y="14"/>
                    </a:moveTo>
                    <a:cubicBezTo>
                      <a:pt x="15" y="8"/>
                      <a:pt x="17" y="0"/>
                      <a:pt x="17" y="0"/>
                    </a:cubicBezTo>
                    <a:cubicBezTo>
                      <a:pt x="15" y="0"/>
                      <a:pt x="15" y="0"/>
                      <a:pt x="15" y="0"/>
                    </a:cubicBezTo>
                    <a:cubicBezTo>
                      <a:pt x="13" y="0"/>
                      <a:pt x="13" y="0"/>
                      <a:pt x="13" y="0"/>
                    </a:cubicBezTo>
                    <a:cubicBezTo>
                      <a:pt x="11" y="0"/>
                      <a:pt x="11" y="0"/>
                      <a:pt x="11" y="0"/>
                    </a:cubicBezTo>
                    <a:cubicBezTo>
                      <a:pt x="11" y="0"/>
                      <a:pt x="12" y="8"/>
                      <a:pt x="5" y="14"/>
                    </a:cubicBezTo>
                    <a:cubicBezTo>
                      <a:pt x="1" y="16"/>
                      <a:pt x="1" y="22"/>
                      <a:pt x="3" y="23"/>
                    </a:cubicBezTo>
                    <a:cubicBezTo>
                      <a:pt x="3" y="23"/>
                      <a:pt x="0" y="29"/>
                      <a:pt x="4" y="31"/>
                    </a:cubicBezTo>
                    <a:cubicBezTo>
                      <a:pt x="8" y="32"/>
                      <a:pt x="3" y="47"/>
                      <a:pt x="3" y="52"/>
                    </a:cubicBezTo>
                    <a:cubicBezTo>
                      <a:pt x="2" y="57"/>
                      <a:pt x="8" y="60"/>
                      <a:pt x="11" y="60"/>
                    </a:cubicBezTo>
                    <a:cubicBezTo>
                      <a:pt x="12" y="60"/>
                      <a:pt x="13" y="60"/>
                      <a:pt x="14" y="60"/>
                    </a:cubicBezTo>
                    <a:cubicBezTo>
                      <a:pt x="14" y="60"/>
                      <a:pt x="14" y="60"/>
                      <a:pt x="14" y="60"/>
                    </a:cubicBezTo>
                    <a:cubicBezTo>
                      <a:pt x="14" y="60"/>
                      <a:pt x="14" y="60"/>
                      <a:pt x="14" y="60"/>
                    </a:cubicBezTo>
                    <a:cubicBezTo>
                      <a:pt x="14" y="60"/>
                      <a:pt x="14" y="60"/>
                      <a:pt x="14" y="60"/>
                    </a:cubicBezTo>
                    <a:cubicBezTo>
                      <a:pt x="14" y="60"/>
                      <a:pt x="14" y="60"/>
                      <a:pt x="14" y="60"/>
                    </a:cubicBezTo>
                    <a:cubicBezTo>
                      <a:pt x="15" y="60"/>
                      <a:pt x="15" y="60"/>
                      <a:pt x="17" y="60"/>
                    </a:cubicBezTo>
                    <a:cubicBezTo>
                      <a:pt x="20" y="60"/>
                      <a:pt x="26" y="57"/>
                      <a:pt x="26" y="52"/>
                    </a:cubicBezTo>
                    <a:cubicBezTo>
                      <a:pt x="26" y="47"/>
                      <a:pt x="20" y="32"/>
                      <a:pt x="24" y="31"/>
                    </a:cubicBezTo>
                    <a:cubicBezTo>
                      <a:pt x="27" y="29"/>
                      <a:pt x="25" y="23"/>
                      <a:pt x="25" y="23"/>
                    </a:cubicBezTo>
                    <a:cubicBezTo>
                      <a:pt x="27" y="22"/>
                      <a:pt x="27" y="16"/>
                      <a:pt x="23" y="14"/>
                    </a:cubicBezTo>
                  </a:path>
                </a:pathLst>
              </a:custGeom>
              <a:solidFill>
                <a:srgbClr val="BADCE8"/>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83" name="Google Shape;788;p83"/>
              <p:cNvSpPr/>
              <p:nvPr/>
            </p:nvSpPr>
            <p:spPr>
              <a:xfrm>
                <a:off x="5792" y="813"/>
                <a:ext cx="25" cy="114"/>
              </a:xfrm>
              <a:custGeom>
                <a:avLst/>
                <a:gdLst/>
                <a:ahLst/>
                <a:cxnLst/>
                <a:rect l="l" t="t" r="r" b="b"/>
                <a:pathLst>
                  <a:path w="13" h="59" extrusionOk="0">
                    <a:moveTo>
                      <a:pt x="11" y="58"/>
                    </a:moveTo>
                    <a:cubicBezTo>
                      <a:pt x="9" y="58"/>
                      <a:pt x="3" y="56"/>
                      <a:pt x="4" y="51"/>
                    </a:cubicBezTo>
                    <a:cubicBezTo>
                      <a:pt x="4" y="50"/>
                      <a:pt x="4" y="47"/>
                      <a:pt x="5" y="44"/>
                    </a:cubicBezTo>
                    <a:cubicBezTo>
                      <a:pt x="6" y="38"/>
                      <a:pt x="7" y="31"/>
                      <a:pt x="5" y="29"/>
                    </a:cubicBezTo>
                    <a:cubicBezTo>
                      <a:pt x="2" y="27"/>
                      <a:pt x="4" y="22"/>
                      <a:pt x="4" y="22"/>
                    </a:cubicBezTo>
                    <a:cubicBezTo>
                      <a:pt x="4" y="22"/>
                      <a:pt x="4" y="22"/>
                      <a:pt x="4" y="22"/>
                    </a:cubicBezTo>
                    <a:cubicBezTo>
                      <a:pt x="4" y="21"/>
                      <a:pt x="4" y="21"/>
                      <a:pt x="4" y="21"/>
                    </a:cubicBezTo>
                    <a:cubicBezTo>
                      <a:pt x="3" y="21"/>
                      <a:pt x="3" y="20"/>
                      <a:pt x="2" y="19"/>
                    </a:cubicBezTo>
                    <a:cubicBezTo>
                      <a:pt x="2" y="17"/>
                      <a:pt x="3" y="15"/>
                      <a:pt x="5" y="13"/>
                    </a:cubicBezTo>
                    <a:cubicBezTo>
                      <a:pt x="12" y="9"/>
                      <a:pt x="12" y="2"/>
                      <a:pt x="12" y="0"/>
                    </a:cubicBezTo>
                    <a:cubicBezTo>
                      <a:pt x="10" y="0"/>
                      <a:pt x="10" y="0"/>
                      <a:pt x="10" y="0"/>
                    </a:cubicBezTo>
                    <a:cubicBezTo>
                      <a:pt x="10" y="2"/>
                      <a:pt x="10" y="9"/>
                      <a:pt x="3" y="13"/>
                    </a:cubicBezTo>
                    <a:cubicBezTo>
                      <a:pt x="1" y="15"/>
                      <a:pt x="0" y="17"/>
                      <a:pt x="0" y="19"/>
                    </a:cubicBezTo>
                    <a:cubicBezTo>
                      <a:pt x="0" y="20"/>
                      <a:pt x="1" y="21"/>
                      <a:pt x="1" y="21"/>
                    </a:cubicBezTo>
                    <a:cubicBezTo>
                      <a:pt x="2" y="22"/>
                      <a:pt x="2" y="22"/>
                      <a:pt x="2" y="22"/>
                    </a:cubicBezTo>
                    <a:cubicBezTo>
                      <a:pt x="2" y="22"/>
                      <a:pt x="2" y="22"/>
                      <a:pt x="2" y="22"/>
                    </a:cubicBezTo>
                    <a:cubicBezTo>
                      <a:pt x="2" y="22"/>
                      <a:pt x="0" y="27"/>
                      <a:pt x="2" y="29"/>
                    </a:cubicBezTo>
                    <a:cubicBezTo>
                      <a:pt x="5" y="31"/>
                      <a:pt x="4" y="38"/>
                      <a:pt x="3" y="44"/>
                    </a:cubicBezTo>
                    <a:cubicBezTo>
                      <a:pt x="2" y="47"/>
                      <a:pt x="2" y="50"/>
                      <a:pt x="2" y="51"/>
                    </a:cubicBezTo>
                    <a:cubicBezTo>
                      <a:pt x="1" y="56"/>
                      <a:pt x="7" y="58"/>
                      <a:pt x="9" y="58"/>
                    </a:cubicBezTo>
                    <a:cubicBezTo>
                      <a:pt x="12" y="59"/>
                      <a:pt x="12" y="59"/>
                      <a:pt x="12" y="59"/>
                    </a:cubicBezTo>
                    <a:cubicBezTo>
                      <a:pt x="12" y="59"/>
                      <a:pt x="12" y="59"/>
                      <a:pt x="12" y="59"/>
                    </a:cubicBezTo>
                    <a:cubicBezTo>
                      <a:pt x="13" y="59"/>
                      <a:pt x="13" y="59"/>
                      <a:pt x="13" y="59"/>
                    </a:cubicBezTo>
                    <a:lnTo>
                      <a:pt x="11" y="58"/>
                    </a:lnTo>
                    <a:close/>
                  </a:path>
                </a:pathLst>
              </a:custGeom>
              <a:solidFill>
                <a:srgbClr val="D6EAF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84" name="Google Shape;789;p83"/>
              <p:cNvSpPr/>
              <p:nvPr/>
            </p:nvSpPr>
            <p:spPr>
              <a:xfrm>
                <a:off x="5813" y="813"/>
                <a:ext cx="25" cy="114"/>
              </a:xfrm>
              <a:custGeom>
                <a:avLst/>
                <a:gdLst/>
                <a:ahLst/>
                <a:cxnLst/>
                <a:rect l="l" t="t" r="r" b="b"/>
                <a:pathLst>
                  <a:path w="13" h="59" extrusionOk="0">
                    <a:moveTo>
                      <a:pt x="1" y="58"/>
                    </a:moveTo>
                    <a:cubicBezTo>
                      <a:pt x="4" y="58"/>
                      <a:pt x="10" y="56"/>
                      <a:pt x="9" y="51"/>
                    </a:cubicBezTo>
                    <a:cubicBezTo>
                      <a:pt x="9" y="50"/>
                      <a:pt x="10" y="47"/>
                      <a:pt x="9" y="44"/>
                    </a:cubicBezTo>
                    <a:cubicBezTo>
                      <a:pt x="8" y="38"/>
                      <a:pt x="5" y="31"/>
                      <a:pt x="8" y="29"/>
                    </a:cubicBezTo>
                    <a:cubicBezTo>
                      <a:pt x="11" y="27"/>
                      <a:pt x="10" y="22"/>
                      <a:pt x="10" y="22"/>
                    </a:cubicBezTo>
                    <a:cubicBezTo>
                      <a:pt x="10" y="22"/>
                      <a:pt x="10" y="22"/>
                      <a:pt x="10" y="22"/>
                    </a:cubicBezTo>
                    <a:cubicBezTo>
                      <a:pt x="11" y="21"/>
                      <a:pt x="11" y="21"/>
                      <a:pt x="11" y="21"/>
                    </a:cubicBezTo>
                    <a:cubicBezTo>
                      <a:pt x="11" y="21"/>
                      <a:pt x="10" y="20"/>
                      <a:pt x="10" y="19"/>
                    </a:cubicBezTo>
                    <a:cubicBezTo>
                      <a:pt x="10" y="17"/>
                      <a:pt x="11" y="15"/>
                      <a:pt x="8" y="13"/>
                    </a:cubicBezTo>
                    <a:cubicBezTo>
                      <a:pt x="2" y="9"/>
                      <a:pt x="2" y="2"/>
                      <a:pt x="3" y="0"/>
                    </a:cubicBezTo>
                    <a:cubicBezTo>
                      <a:pt x="3" y="0"/>
                      <a:pt x="3" y="0"/>
                      <a:pt x="3" y="0"/>
                    </a:cubicBezTo>
                    <a:cubicBezTo>
                      <a:pt x="3" y="2"/>
                      <a:pt x="3" y="9"/>
                      <a:pt x="9" y="13"/>
                    </a:cubicBezTo>
                    <a:cubicBezTo>
                      <a:pt x="12" y="15"/>
                      <a:pt x="12" y="17"/>
                      <a:pt x="12" y="19"/>
                    </a:cubicBezTo>
                    <a:cubicBezTo>
                      <a:pt x="12" y="20"/>
                      <a:pt x="12" y="21"/>
                      <a:pt x="11" y="21"/>
                    </a:cubicBezTo>
                    <a:cubicBezTo>
                      <a:pt x="11" y="22"/>
                      <a:pt x="11" y="22"/>
                      <a:pt x="11" y="22"/>
                    </a:cubicBezTo>
                    <a:cubicBezTo>
                      <a:pt x="11" y="22"/>
                      <a:pt x="11" y="22"/>
                      <a:pt x="11" y="22"/>
                    </a:cubicBezTo>
                    <a:cubicBezTo>
                      <a:pt x="11" y="22"/>
                      <a:pt x="13" y="27"/>
                      <a:pt x="10" y="29"/>
                    </a:cubicBezTo>
                    <a:cubicBezTo>
                      <a:pt x="7" y="31"/>
                      <a:pt x="9" y="38"/>
                      <a:pt x="10" y="44"/>
                    </a:cubicBezTo>
                    <a:cubicBezTo>
                      <a:pt x="11" y="47"/>
                      <a:pt x="11" y="50"/>
                      <a:pt x="11" y="51"/>
                    </a:cubicBezTo>
                    <a:cubicBezTo>
                      <a:pt x="11" y="56"/>
                      <a:pt x="6" y="58"/>
                      <a:pt x="4" y="58"/>
                    </a:cubicBezTo>
                    <a:cubicBezTo>
                      <a:pt x="1" y="59"/>
                      <a:pt x="1" y="59"/>
                      <a:pt x="1" y="59"/>
                    </a:cubicBezTo>
                    <a:cubicBezTo>
                      <a:pt x="1" y="59"/>
                      <a:pt x="1" y="59"/>
                      <a:pt x="1" y="59"/>
                    </a:cubicBezTo>
                    <a:cubicBezTo>
                      <a:pt x="0" y="59"/>
                      <a:pt x="0" y="59"/>
                      <a:pt x="0" y="59"/>
                    </a:cubicBezTo>
                    <a:lnTo>
                      <a:pt x="1" y="58"/>
                    </a:lnTo>
                    <a:close/>
                  </a:path>
                </a:pathLst>
              </a:custGeom>
              <a:solidFill>
                <a:srgbClr val="D6EAF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85" name="Google Shape;790;p83"/>
              <p:cNvSpPr/>
              <p:nvPr/>
            </p:nvSpPr>
            <p:spPr>
              <a:xfrm>
                <a:off x="5807" y="805"/>
                <a:ext cx="14" cy="6"/>
              </a:xfrm>
              <a:prstGeom prst="ellipse">
                <a:avLst/>
              </a:prstGeom>
              <a:solidFill>
                <a:srgbClr val="27AAE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86" name="Google Shape;791;p83"/>
              <p:cNvSpPr/>
              <p:nvPr/>
            </p:nvSpPr>
            <p:spPr>
              <a:xfrm>
                <a:off x="5807" y="813"/>
                <a:ext cx="14" cy="3"/>
              </a:xfrm>
              <a:prstGeom prst="ellipse">
                <a:avLst/>
              </a:prstGeom>
              <a:solidFill>
                <a:srgbClr val="27AAE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87" name="Google Shape;792;p83"/>
              <p:cNvSpPr/>
              <p:nvPr/>
            </p:nvSpPr>
            <p:spPr>
              <a:xfrm>
                <a:off x="5807" y="809"/>
                <a:ext cx="14" cy="5"/>
              </a:xfrm>
              <a:prstGeom prst="rect">
                <a:avLst/>
              </a:prstGeom>
              <a:solidFill>
                <a:srgbClr val="27AAE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88" name="Google Shape;793;p83"/>
              <p:cNvSpPr/>
              <p:nvPr/>
            </p:nvSpPr>
            <p:spPr>
              <a:xfrm>
                <a:off x="5259" y="811"/>
                <a:ext cx="52" cy="116"/>
              </a:xfrm>
              <a:custGeom>
                <a:avLst/>
                <a:gdLst/>
                <a:ahLst/>
                <a:cxnLst/>
                <a:rect l="l" t="t" r="r" b="b"/>
                <a:pathLst>
                  <a:path w="27" h="60" extrusionOk="0">
                    <a:moveTo>
                      <a:pt x="23" y="14"/>
                    </a:moveTo>
                    <a:cubicBezTo>
                      <a:pt x="15" y="8"/>
                      <a:pt x="16" y="0"/>
                      <a:pt x="16" y="0"/>
                    </a:cubicBezTo>
                    <a:cubicBezTo>
                      <a:pt x="15" y="0"/>
                      <a:pt x="15" y="0"/>
                      <a:pt x="15" y="0"/>
                    </a:cubicBezTo>
                    <a:cubicBezTo>
                      <a:pt x="13" y="0"/>
                      <a:pt x="13" y="0"/>
                      <a:pt x="13" y="0"/>
                    </a:cubicBezTo>
                    <a:cubicBezTo>
                      <a:pt x="11" y="0"/>
                      <a:pt x="11" y="0"/>
                      <a:pt x="11" y="0"/>
                    </a:cubicBezTo>
                    <a:cubicBezTo>
                      <a:pt x="11" y="0"/>
                      <a:pt x="12" y="8"/>
                      <a:pt x="5" y="14"/>
                    </a:cubicBezTo>
                    <a:cubicBezTo>
                      <a:pt x="1" y="16"/>
                      <a:pt x="1" y="22"/>
                      <a:pt x="3" y="23"/>
                    </a:cubicBezTo>
                    <a:cubicBezTo>
                      <a:pt x="3" y="23"/>
                      <a:pt x="0" y="29"/>
                      <a:pt x="4" y="31"/>
                    </a:cubicBezTo>
                    <a:cubicBezTo>
                      <a:pt x="7" y="32"/>
                      <a:pt x="3" y="47"/>
                      <a:pt x="2" y="52"/>
                    </a:cubicBezTo>
                    <a:cubicBezTo>
                      <a:pt x="2" y="57"/>
                      <a:pt x="8" y="60"/>
                      <a:pt x="11" y="60"/>
                    </a:cubicBezTo>
                    <a:cubicBezTo>
                      <a:pt x="12" y="60"/>
                      <a:pt x="13" y="60"/>
                      <a:pt x="13" y="60"/>
                    </a:cubicBezTo>
                    <a:cubicBezTo>
                      <a:pt x="13" y="60"/>
                      <a:pt x="13" y="60"/>
                      <a:pt x="13" y="60"/>
                    </a:cubicBezTo>
                    <a:cubicBezTo>
                      <a:pt x="13" y="60"/>
                      <a:pt x="13" y="60"/>
                      <a:pt x="14" y="60"/>
                    </a:cubicBezTo>
                    <a:cubicBezTo>
                      <a:pt x="14" y="60"/>
                      <a:pt x="14" y="60"/>
                      <a:pt x="14" y="60"/>
                    </a:cubicBezTo>
                    <a:cubicBezTo>
                      <a:pt x="14" y="60"/>
                      <a:pt x="14" y="60"/>
                      <a:pt x="14" y="60"/>
                    </a:cubicBezTo>
                    <a:cubicBezTo>
                      <a:pt x="14" y="60"/>
                      <a:pt x="15" y="60"/>
                      <a:pt x="16" y="60"/>
                    </a:cubicBezTo>
                    <a:cubicBezTo>
                      <a:pt x="20" y="60"/>
                      <a:pt x="26" y="57"/>
                      <a:pt x="25" y="52"/>
                    </a:cubicBezTo>
                    <a:cubicBezTo>
                      <a:pt x="25" y="47"/>
                      <a:pt x="20" y="32"/>
                      <a:pt x="23" y="31"/>
                    </a:cubicBezTo>
                    <a:cubicBezTo>
                      <a:pt x="27" y="29"/>
                      <a:pt x="25" y="23"/>
                      <a:pt x="25" y="23"/>
                    </a:cubicBezTo>
                    <a:cubicBezTo>
                      <a:pt x="27" y="22"/>
                      <a:pt x="27" y="16"/>
                      <a:pt x="23" y="14"/>
                    </a:cubicBezTo>
                  </a:path>
                </a:pathLst>
              </a:custGeom>
              <a:solidFill>
                <a:srgbClr val="BADCE8"/>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89" name="Google Shape;794;p83"/>
              <p:cNvSpPr/>
              <p:nvPr/>
            </p:nvSpPr>
            <p:spPr>
              <a:xfrm>
                <a:off x="5260" y="813"/>
                <a:ext cx="28" cy="114"/>
              </a:xfrm>
              <a:custGeom>
                <a:avLst/>
                <a:gdLst/>
                <a:ahLst/>
                <a:cxnLst/>
                <a:rect l="l" t="t" r="r" b="b"/>
                <a:pathLst>
                  <a:path w="14" h="59" extrusionOk="0">
                    <a:moveTo>
                      <a:pt x="12" y="58"/>
                    </a:moveTo>
                    <a:cubicBezTo>
                      <a:pt x="10" y="58"/>
                      <a:pt x="4" y="56"/>
                      <a:pt x="4" y="51"/>
                    </a:cubicBezTo>
                    <a:cubicBezTo>
                      <a:pt x="4" y="50"/>
                      <a:pt x="5" y="47"/>
                      <a:pt x="5" y="44"/>
                    </a:cubicBezTo>
                    <a:cubicBezTo>
                      <a:pt x="7" y="38"/>
                      <a:pt x="8" y="31"/>
                      <a:pt x="5" y="29"/>
                    </a:cubicBezTo>
                    <a:cubicBezTo>
                      <a:pt x="2" y="27"/>
                      <a:pt x="5" y="22"/>
                      <a:pt x="5" y="22"/>
                    </a:cubicBezTo>
                    <a:cubicBezTo>
                      <a:pt x="5" y="22"/>
                      <a:pt x="5" y="22"/>
                      <a:pt x="5" y="22"/>
                    </a:cubicBezTo>
                    <a:cubicBezTo>
                      <a:pt x="4" y="21"/>
                      <a:pt x="4" y="21"/>
                      <a:pt x="4" y="21"/>
                    </a:cubicBezTo>
                    <a:cubicBezTo>
                      <a:pt x="4" y="21"/>
                      <a:pt x="3" y="20"/>
                      <a:pt x="3" y="19"/>
                    </a:cubicBezTo>
                    <a:cubicBezTo>
                      <a:pt x="3" y="17"/>
                      <a:pt x="4" y="15"/>
                      <a:pt x="6" y="13"/>
                    </a:cubicBezTo>
                    <a:cubicBezTo>
                      <a:pt x="13" y="9"/>
                      <a:pt x="13" y="2"/>
                      <a:pt x="13" y="0"/>
                    </a:cubicBezTo>
                    <a:cubicBezTo>
                      <a:pt x="11" y="0"/>
                      <a:pt x="11" y="0"/>
                      <a:pt x="11" y="0"/>
                    </a:cubicBezTo>
                    <a:cubicBezTo>
                      <a:pt x="11" y="2"/>
                      <a:pt x="11" y="9"/>
                      <a:pt x="4" y="13"/>
                    </a:cubicBezTo>
                    <a:cubicBezTo>
                      <a:pt x="2" y="15"/>
                      <a:pt x="1" y="17"/>
                      <a:pt x="1" y="19"/>
                    </a:cubicBezTo>
                    <a:cubicBezTo>
                      <a:pt x="1" y="20"/>
                      <a:pt x="2" y="21"/>
                      <a:pt x="2" y="21"/>
                    </a:cubicBezTo>
                    <a:cubicBezTo>
                      <a:pt x="3" y="22"/>
                      <a:pt x="3" y="22"/>
                      <a:pt x="3" y="22"/>
                    </a:cubicBezTo>
                    <a:cubicBezTo>
                      <a:pt x="2" y="22"/>
                      <a:pt x="2" y="22"/>
                      <a:pt x="2" y="22"/>
                    </a:cubicBezTo>
                    <a:cubicBezTo>
                      <a:pt x="2" y="22"/>
                      <a:pt x="0" y="27"/>
                      <a:pt x="3" y="29"/>
                    </a:cubicBezTo>
                    <a:cubicBezTo>
                      <a:pt x="6" y="31"/>
                      <a:pt x="5" y="38"/>
                      <a:pt x="3" y="44"/>
                    </a:cubicBezTo>
                    <a:cubicBezTo>
                      <a:pt x="3" y="47"/>
                      <a:pt x="2" y="50"/>
                      <a:pt x="2" y="51"/>
                    </a:cubicBezTo>
                    <a:cubicBezTo>
                      <a:pt x="2" y="56"/>
                      <a:pt x="7" y="58"/>
                      <a:pt x="10" y="58"/>
                    </a:cubicBezTo>
                    <a:cubicBezTo>
                      <a:pt x="13" y="59"/>
                      <a:pt x="13" y="59"/>
                      <a:pt x="13" y="59"/>
                    </a:cubicBezTo>
                    <a:cubicBezTo>
                      <a:pt x="13" y="59"/>
                      <a:pt x="13" y="59"/>
                      <a:pt x="13" y="59"/>
                    </a:cubicBezTo>
                    <a:cubicBezTo>
                      <a:pt x="14" y="59"/>
                      <a:pt x="14" y="59"/>
                      <a:pt x="14" y="59"/>
                    </a:cubicBezTo>
                    <a:lnTo>
                      <a:pt x="12" y="58"/>
                    </a:lnTo>
                    <a:close/>
                  </a:path>
                </a:pathLst>
              </a:custGeom>
              <a:solidFill>
                <a:srgbClr val="D6EAF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90" name="Google Shape;795;p83"/>
              <p:cNvSpPr/>
              <p:nvPr/>
            </p:nvSpPr>
            <p:spPr>
              <a:xfrm>
                <a:off x="5282" y="813"/>
                <a:ext cx="27" cy="114"/>
              </a:xfrm>
              <a:custGeom>
                <a:avLst/>
                <a:gdLst/>
                <a:ahLst/>
                <a:cxnLst/>
                <a:rect l="l" t="t" r="r" b="b"/>
                <a:pathLst>
                  <a:path w="14" h="59" extrusionOk="0">
                    <a:moveTo>
                      <a:pt x="2" y="58"/>
                    </a:moveTo>
                    <a:cubicBezTo>
                      <a:pt x="5" y="58"/>
                      <a:pt x="10" y="56"/>
                      <a:pt x="10" y="51"/>
                    </a:cubicBezTo>
                    <a:cubicBezTo>
                      <a:pt x="10" y="50"/>
                      <a:pt x="11" y="47"/>
                      <a:pt x="10" y="44"/>
                    </a:cubicBezTo>
                    <a:cubicBezTo>
                      <a:pt x="9" y="38"/>
                      <a:pt x="6" y="31"/>
                      <a:pt x="9" y="29"/>
                    </a:cubicBezTo>
                    <a:cubicBezTo>
                      <a:pt x="12" y="27"/>
                      <a:pt x="11" y="22"/>
                      <a:pt x="11" y="22"/>
                    </a:cubicBezTo>
                    <a:cubicBezTo>
                      <a:pt x="11" y="22"/>
                      <a:pt x="11" y="22"/>
                      <a:pt x="11" y="22"/>
                    </a:cubicBezTo>
                    <a:cubicBezTo>
                      <a:pt x="11" y="21"/>
                      <a:pt x="11" y="21"/>
                      <a:pt x="11" y="21"/>
                    </a:cubicBezTo>
                    <a:cubicBezTo>
                      <a:pt x="12" y="21"/>
                      <a:pt x="11" y="20"/>
                      <a:pt x="11" y="19"/>
                    </a:cubicBezTo>
                    <a:cubicBezTo>
                      <a:pt x="11" y="17"/>
                      <a:pt x="11" y="15"/>
                      <a:pt x="9" y="13"/>
                    </a:cubicBezTo>
                    <a:cubicBezTo>
                      <a:pt x="3" y="9"/>
                      <a:pt x="3" y="2"/>
                      <a:pt x="3" y="0"/>
                    </a:cubicBezTo>
                    <a:cubicBezTo>
                      <a:pt x="4" y="0"/>
                      <a:pt x="4" y="0"/>
                      <a:pt x="4" y="0"/>
                    </a:cubicBezTo>
                    <a:cubicBezTo>
                      <a:pt x="3" y="2"/>
                      <a:pt x="4" y="9"/>
                      <a:pt x="10" y="13"/>
                    </a:cubicBezTo>
                    <a:cubicBezTo>
                      <a:pt x="12" y="15"/>
                      <a:pt x="13" y="17"/>
                      <a:pt x="13" y="19"/>
                    </a:cubicBezTo>
                    <a:cubicBezTo>
                      <a:pt x="13" y="20"/>
                      <a:pt x="13" y="21"/>
                      <a:pt x="12" y="21"/>
                    </a:cubicBezTo>
                    <a:cubicBezTo>
                      <a:pt x="11" y="22"/>
                      <a:pt x="11" y="22"/>
                      <a:pt x="11" y="22"/>
                    </a:cubicBezTo>
                    <a:cubicBezTo>
                      <a:pt x="12" y="22"/>
                      <a:pt x="12" y="22"/>
                      <a:pt x="12" y="22"/>
                    </a:cubicBezTo>
                    <a:cubicBezTo>
                      <a:pt x="12" y="22"/>
                      <a:pt x="14" y="27"/>
                      <a:pt x="11" y="29"/>
                    </a:cubicBezTo>
                    <a:cubicBezTo>
                      <a:pt x="8" y="31"/>
                      <a:pt x="9" y="38"/>
                      <a:pt x="11" y="44"/>
                    </a:cubicBezTo>
                    <a:cubicBezTo>
                      <a:pt x="11" y="47"/>
                      <a:pt x="12" y="50"/>
                      <a:pt x="12" y="51"/>
                    </a:cubicBezTo>
                    <a:cubicBezTo>
                      <a:pt x="12" y="56"/>
                      <a:pt x="7" y="58"/>
                      <a:pt x="4" y="58"/>
                    </a:cubicBezTo>
                    <a:cubicBezTo>
                      <a:pt x="2" y="59"/>
                      <a:pt x="2" y="59"/>
                      <a:pt x="2" y="59"/>
                    </a:cubicBezTo>
                    <a:cubicBezTo>
                      <a:pt x="1" y="59"/>
                      <a:pt x="1" y="59"/>
                      <a:pt x="1" y="59"/>
                    </a:cubicBezTo>
                    <a:cubicBezTo>
                      <a:pt x="0" y="59"/>
                      <a:pt x="0" y="59"/>
                      <a:pt x="0" y="59"/>
                    </a:cubicBezTo>
                    <a:lnTo>
                      <a:pt x="2" y="58"/>
                    </a:lnTo>
                    <a:close/>
                  </a:path>
                </a:pathLst>
              </a:custGeom>
              <a:solidFill>
                <a:srgbClr val="D6EAF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91" name="Google Shape;796;p83"/>
              <p:cNvSpPr/>
              <p:nvPr/>
            </p:nvSpPr>
            <p:spPr>
              <a:xfrm>
                <a:off x="5278" y="805"/>
                <a:ext cx="13" cy="6"/>
              </a:xfrm>
              <a:prstGeom prst="ellipse">
                <a:avLst/>
              </a:prstGeom>
              <a:solidFill>
                <a:srgbClr val="27AAE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92" name="Google Shape;797;p83"/>
              <p:cNvSpPr/>
              <p:nvPr/>
            </p:nvSpPr>
            <p:spPr>
              <a:xfrm>
                <a:off x="5278" y="813"/>
                <a:ext cx="13" cy="3"/>
              </a:xfrm>
              <a:prstGeom prst="ellipse">
                <a:avLst/>
              </a:prstGeom>
              <a:solidFill>
                <a:srgbClr val="27AAE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93" name="Google Shape;798;p83"/>
              <p:cNvSpPr/>
              <p:nvPr/>
            </p:nvSpPr>
            <p:spPr>
              <a:xfrm>
                <a:off x="5278" y="809"/>
                <a:ext cx="13" cy="5"/>
              </a:xfrm>
              <a:prstGeom prst="rect">
                <a:avLst/>
              </a:prstGeom>
              <a:solidFill>
                <a:srgbClr val="27AAE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94" name="Google Shape;799;p83"/>
              <p:cNvSpPr/>
              <p:nvPr/>
            </p:nvSpPr>
            <p:spPr>
              <a:xfrm>
                <a:off x="5049" y="811"/>
                <a:ext cx="52" cy="116"/>
              </a:xfrm>
              <a:custGeom>
                <a:avLst/>
                <a:gdLst/>
                <a:ahLst/>
                <a:cxnLst/>
                <a:rect l="l" t="t" r="r" b="b"/>
                <a:pathLst>
                  <a:path w="27" h="60" extrusionOk="0">
                    <a:moveTo>
                      <a:pt x="23" y="14"/>
                    </a:moveTo>
                    <a:cubicBezTo>
                      <a:pt x="15" y="8"/>
                      <a:pt x="17" y="0"/>
                      <a:pt x="17" y="0"/>
                    </a:cubicBezTo>
                    <a:cubicBezTo>
                      <a:pt x="15" y="0"/>
                      <a:pt x="15" y="0"/>
                      <a:pt x="15" y="0"/>
                    </a:cubicBezTo>
                    <a:cubicBezTo>
                      <a:pt x="13" y="0"/>
                      <a:pt x="13" y="0"/>
                      <a:pt x="13" y="0"/>
                    </a:cubicBezTo>
                    <a:cubicBezTo>
                      <a:pt x="11" y="0"/>
                      <a:pt x="11" y="0"/>
                      <a:pt x="11" y="0"/>
                    </a:cubicBezTo>
                    <a:cubicBezTo>
                      <a:pt x="11" y="0"/>
                      <a:pt x="12" y="8"/>
                      <a:pt x="5" y="14"/>
                    </a:cubicBezTo>
                    <a:cubicBezTo>
                      <a:pt x="1" y="16"/>
                      <a:pt x="1" y="22"/>
                      <a:pt x="3" y="23"/>
                    </a:cubicBezTo>
                    <a:cubicBezTo>
                      <a:pt x="3" y="23"/>
                      <a:pt x="0" y="29"/>
                      <a:pt x="4" y="31"/>
                    </a:cubicBezTo>
                    <a:cubicBezTo>
                      <a:pt x="7" y="32"/>
                      <a:pt x="3" y="47"/>
                      <a:pt x="3" y="52"/>
                    </a:cubicBezTo>
                    <a:cubicBezTo>
                      <a:pt x="2" y="57"/>
                      <a:pt x="8" y="60"/>
                      <a:pt x="11" y="60"/>
                    </a:cubicBezTo>
                    <a:cubicBezTo>
                      <a:pt x="12" y="60"/>
                      <a:pt x="13" y="60"/>
                      <a:pt x="14" y="60"/>
                    </a:cubicBezTo>
                    <a:cubicBezTo>
                      <a:pt x="14" y="60"/>
                      <a:pt x="14" y="60"/>
                      <a:pt x="14" y="60"/>
                    </a:cubicBezTo>
                    <a:cubicBezTo>
                      <a:pt x="14" y="60"/>
                      <a:pt x="14" y="60"/>
                      <a:pt x="14" y="60"/>
                    </a:cubicBezTo>
                    <a:cubicBezTo>
                      <a:pt x="14" y="60"/>
                      <a:pt x="14" y="60"/>
                      <a:pt x="14" y="60"/>
                    </a:cubicBezTo>
                    <a:cubicBezTo>
                      <a:pt x="14" y="60"/>
                      <a:pt x="14" y="60"/>
                      <a:pt x="14" y="60"/>
                    </a:cubicBezTo>
                    <a:cubicBezTo>
                      <a:pt x="14" y="60"/>
                      <a:pt x="15" y="60"/>
                      <a:pt x="17" y="60"/>
                    </a:cubicBezTo>
                    <a:cubicBezTo>
                      <a:pt x="20" y="60"/>
                      <a:pt x="26" y="57"/>
                      <a:pt x="26" y="52"/>
                    </a:cubicBezTo>
                    <a:cubicBezTo>
                      <a:pt x="25" y="47"/>
                      <a:pt x="20" y="32"/>
                      <a:pt x="24" y="31"/>
                    </a:cubicBezTo>
                    <a:cubicBezTo>
                      <a:pt x="27" y="29"/>
                      <a:pt x="25" y="23"/>
                      <a:pt x="25" y="23"/>
                    </a:cubicBezTo>
                    <a:cubicBezTo>
                      <a:pt x="27" y="22"/>
                      <a:pt x="27" y="16"/>
                      <a:pt x="23" y="14"/>
                    </a:cubicBezTo>
                  </a:path>
                </a:pathLst>
              </a:custGeom>
              <a:solidFill>
                <a:srgbClr val="BADCE8"/>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95" name="Google Shape;800;p83"/>
              <p:cNvSpPr/>
              <p:nvPr/>
            </p:nvSpPr>
            <p:spPr>
              <a:xfrm>
                <a:off x="5051" y="813"/>
                <a:ext cx="27" cy="114"/>
              </a:xfrm>
              <a:custGeom>
                <a:avLst/>
                <a:gdLst/>
                <a:ahLst/>
                <a:cxnLst/>
                <a:rect l="l" t="t" r="r" b="b"/>
                <a:pathLst>
                  <a:path w="14" h="59" extrusionOk="0">
                    <a:moveTo>
                      <a:pt x="12" y="58"/>
                    </a:moveTo>
                    <a:cubicBezTo>
                      <a:pt x="10" y="58"/>
                      <a:pt x="4" y="56"/>
                      <a:pt x="5" y="51"/>
                    </a:cubicBezTo>
                    <a:cubicBezTo>
                      <a:pt x="5" y="50"/>
                      <a:pt x="5" y="47"/>
                      <a:pt x="6" y="44"/>
                    </a:cubicBezTo>
                    <a:cubicBezTo>
                      <a:pt x="7" y="38"/>
                      <a:pt x="8" y="31"/>
                      <a:pt x="5" y="29"/>
                    </a:cubicBezTo>
                    <a:cubicBezTo>
                      <a:pt x="2" y="27"/>
                      <a:pt x="5" y="22"/>
                      <a:pt x="5" y="22"/>
                    </a:cubicBezTo>
                    <a:cubicBezTo>
                      <a:pt x="5" y="22"/>
                      <a:pt x="5" y="22"/>
                      <a:pt x="5" y="22"/>
                    </a:cubicBezTo>
                    <a:cubicBezTo>
                      <a:pt x="4" y="21"/>
                      <a:pt x="4" y="21"/>
                      <a:pt x="4" y="21"/>
                    </a:cubicBezTo>
                    <a:cubicBezTo>
                      <a:pt x="4" y="21"/>
                      <a:pt x="3" y="20"/>
                      <a:pt x="3" y="19"/>
                    </a:cubicBezTo>
                    <a:cubicBezTo>
                      <a:pt x="3" y="17"/>
                      <a:pt x="4" y="15"/>
                      <a:pt x="6" y="13"/>
                    </a:cubicBezTo>
                    <a:cubicBezTo>
                      <a:pt x="13" y="9"/>
                      <a:pt x="13" y="2"/>
                      <a:pt x="13" y="0"/>
                    </a:cubicBezTo>
                    <a:cubicBezTo>
                      <a:pt x="11" y="0"/>
                      <a:pt x="11" y="0"/>
                      <a:pt x="11" y="0"/>
                    </a:cubicBezTo>
                    <a:cubicBezTo>
                      <a:pt x="11" y="2"/>
                      <a:pt x="11" y="9"/>
                      <a:pt x="4" y="13"/>
                    </a:cubicBezTo>
                    <a:cubicBezTo>
                      <a:pt x="2" y="15"/>
                      <a:pt x="1" y="17"/>
                      <a:pt x="1" y="19"/>
                    </a:cubicBezTo>
                    <a:cubicBezTo>
                      <a:pt x="1" y="20"/>
                      <a:pt x="2" y="21"/>
                      <a:pt x="2" y="21"/>
                    </a:cubicBezTo>
                    <a:cubicBezTo>
                      <a:pt x="3" y="22"/>
                      <a:pt x="3" y="22"/>
                      <a:pt x="3" y="22"/>
                    </a:cubicBezTo>
                    <a:cubicBezTo>
                      <a:pt x="3" y="22"/>
                      <a:pt x="3" y="22"/>
                      <a:pt x="3" y="22"/>
                    </a:cubicBezTo>
                    <a:cubicBezTo>
                      <a:pt x="3" y="22"/>
                      <a:pt x="0" y="27"/>
                      <a:pt x="3" y="29"/>
                    </a:cubicBezTo>
                    <a:cubicBezTo>
                      <a:pt x="6" y="31"/>
                      <a:pt x="5" y="38"/>
                      <a:pt x="4" y="44"/>
                    </a:cubicBezTo>
                    <a:cubicBezTo>
                      <a:pt x="3" y="47"/>
                      <a:pt x="3" y="50"/>
                      <a:pt x="2" y="51"/>
                    </a:cubicBezTo>
                    <a:cubicBezTo>
                      <a:pt x="2" y="56"/>
                      <a:pt x="8" y="58"/>
                      <a:pt x="10" y="58"/>
                    </a:cubicBezTo>
                    <a:cubicBezTo>
                      <a:pt x="13" y="59"/>
                      <a:pt x="13" y="59"/>
                      <a:pt x="13" y="59"/>
                    </a:cubicBezTo>
                    <a:cubicBezTo>
                      <a:pt x="13" y="59"/>
                      <a:pt x="13" y="59"/>
                      <a:pt x="13" y="59"/>
                    </a:cubicBezTo>
                    <a:cubicBezTo>
                      <a:pt x="14" y="59"/>
                      <a:pt x="14" y="59"/>
                      <a:pt x="14" y="59"/>
                    </a:cubicBezTo>
                    <a:lnTo>
                      <a:pt x="12" y="58"/>
                    </a:lnTo>
                    <a:close/>
                  </a:path>
                </a:pathLst>
              </a:custGeom>
              <a:solidFill>
                <a:srgbClr val="D6EAF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96" name="Google Shape;801;p83"/>
              <p:cNvSpPr/>
              <p:nvPr/>
            </p:nvSpPr>
            <p:spPr>
              <a:xfrm>
                <a:off x="5074" y="813"/>
                <a:ext cx="26" cy="114"/>
              </a:xfrm>
              <a:custGeom>
                <a:avLst/>
                <a:gdLst/>
                <a:ahLst/>
                <a:cxnLst/>
                <a:rect l="l" t="t" r="r" b="b"/>
                <a:pathLst>
                  <a:path w="13" h="59" extrusionOk="0">
                    <a:moveTo>
                      <a:pt x="1" y="58"/>
                    </a:moveTo>
                    <a:cubicBezTo>
                      <a:pt x="4" y="58"/>
                      <a:pt x="9" y="56"/>
                      <a:pt x="9" y="51"/>
                    </a:cubicBezTo>
                    <a:cubicBezTo>
                      <a:pt x="9" y="50"/>
                      <a:pt x="10" y="47"/>
                      <a:pt x="9" y="44"/>
                    </a:cubicBezTo>
                    <a:cubicBezTo>
                      <a:pt x="8" y="38"/>
                      <a:pt x="5" y="31"/>
                      <a:pt x="8" y="29"/>
                    </a:cubicBezTo>
                    <a:cubicBezTo>
                      <a:pt x="11" y="27"/>
                      <a:pt x="10" y="22"/>
                      <a:pt x="10" y="22"/>
                    </a:cubicBezTo>
                    <a:cubicBezTo>
                      <a:pt x="10" y="22"/>
                      <a:pt x="10" y="22"/>
                      <a:pt x="10" y="22"/>
                    </a:cubicBezTo>
                    <a:cubicBezTo>
                      <a:pt x="11" y="21"/>
                      <a:pt x="11" y="21"/>
                      <a:pt x="11" y="21"/>
                    </a:cubicBezTo>
                    <a:cubicBezTo>
                      <a:pt x="11" y="21"/>
                      <a:pt x="10" y="20"/>
                      <a:pt x="10" y="19"/>
                    </a:cubicBezTo>
                    <a:cubicBezTo>
                      <a:pt x="10" y="17"/>
                      <a:pt x="11" y="15"/>
                      <a:pt x="8" y="13"/>
                    </a:cubicBezTo>
                    <a:cubicBezTo>
                      <a:pt x="2" y="9"/>
                      <a:pt x="2" y="2"/>
                      <a:pt x="3" y="0"/>
                    </a:cubicBezTo>
                    <a:cubicBezTo>
                      <a:pt x="3" y="0"/>
                      <a:pt x="3" y="0"/>
                      <a:pt x="3" y="0"/>
                    </a:cubicBezTo>
                    <a:cubicBezTo>
                      <a:pt x="3" y="2"/>
                      <a:pt x="3" y="9"/>
                      <a:pt x="9" y="13"/>
                    </a:cubicBezTo>
                    <a:cubicBezTo>
                      <a:pt x="12" y="15"/>
                      <a:pt x="12" y="17"/>
                      <a:pt x="12" y="19"/>
                    </a:cubicBezTo>
                    <a:cubicBezTo>
                      <a:pt x="12" y="20"/>
                      <a:pt x="12" y="21"/>
                      <a:pt x="11" y="21"/>
                    </a:cubicBezTo>
                    <a:cubicBezTo>
                      <a:pt x="11" y="22"/>
                      <a:pt x="11" y="22"/>
                      <a:pt x="11" y="22"/>
                    </a:cubicBezTo>
                    <a:cubicBezTo>
                      <a:pt x="11" y="22"/>
                      <a:pt x="11" y="22"/>
                      <a:pt x="11" y="22"/>
                    </a:cubicBezTo>
                    <a:cubicBezTo>
                      <a:pt x="11" y="22"/>
                      <a:pt x="13" y="27"/>
                      <a:pt x="10" y="29"/>
                    </a:cubicBezTo>
                    <a:cubicBezTo>
                      <a:pt x="7" y="31"/>
                      <a:pt x="9" y="38"/>
                      <a:pt x="10" y="44"/>
                    </a:cubicBezTo>
                    <a:cubicBezTo>
                      <a:pt x="10" y="47"/>
                      <a:pt x="11" y="50"/>
                      <a:pt x="11" y="51"/>
                    </a:cubicBezTo>
                    <a:cubicBezTo>
                      <a:pt x="11" y="56"/>
                      <a:pt x="6" y="58"/>
                      <a:pt x="3" y="58"/>
                    </a:cubicBezTo>
                    <a:cubicBezTo>
                      <a:pt x="1" y="59"/>
                      <a:pt x="1" y="59"/>
                      <a:pt x="1" y="59"/>
                    </a:cubicBezTo>
                    <a:cubicBezTo>
                      <a:pt x="1" y="59"/>
                      <a:pt x="1" y="59"/>
                      <a:pt x="1" y="59"/>
                    </a:cubicBezTo>
                    <a:cubicBezTo>
                      <a:pt x="0" y="59"/>
                      <a:pt x="0" y="59"/>
                      <a:pt x="0" y="59"/>
                    </a:cubicBezTo>
                    <a:lnTo>
                      <a:pt x="1" y="58"/>
                    </a:lnTo>
                    <a:close/>
                  </a:path>
                </a:pathLst>
              </a:custGeom>
              <a:solidFill>
                <a:srgbClr val="D6EAF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97" name="Google Shape;802;p83"/>
              <p:cNvSpPr/>
              <p:nvPr/>
            </p:nvSpPr>
            <p:spPr>
              <a:xfrm>
                <a:off x="5068" y="805"/>
                <a:ext cx="14" cy="6"/>
              </a:xfrm>
              <a:prstGeom prst="ellipse">
                <a:avLst/>
              </a:prstGeom>
              <a:solidFill>
                <a:srgbClr val="27AAE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98" name="Google Shape;803;p83"/>
              <p:cNvSpPr/>
              <p:nvPr/>
            </p:nvSpPr>
            <p:spPr>
              <a:xfrm>
                <a:off x="5068" y="813"/>
                <a:ext cx="14" cy="3"/>
              </a:xfrm>
              <a:prstGeom prst="ellipse">
                <a:avLst/>
              </a:prstGeom>
              <a:solidFill>
                <a:srgbClr val="27AAE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99" name="Google Shape;804;p83"/>
              <p:cNvSpPr/>
              <p:nvPr/>
            </p:nvSpPr>
            <p:spPr>
              <a:xfrm>
                <a:off x="5068" y="809"/>
                <a:ext cx="14" cy="5"/>
              </a:xfrm>
              <a:prstGeom prst="rect">
                <a:avLst/>
              </a:prstGeom>
              <a:solidFill>
                <a:srgbClr val="27AAE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00" name="Google Shape;805;p83"/>
              <p:cNvSpPr/>
              <p:nvPr/>
            </p:nvSpPr>
            <p:spPr>
              <a:xfrm>
                <a:off x="6385" y="527"/>
                <a:ext cx="487" cy="303"/>
              </a:xfrm>
              <a:custGeom>
                <a:avLst/>
                <a:gdLst/>
                <a:ahLst/>
                <a:cxnLst/>
                <a:rect l="l" t="t" r="r" b="b"/>
                <a:pathLst>
                  <a:path w="251" h="156" extrusionOk="0">
                    <a:moveTo>
                      <a:pt x="221" y="0"/>
                    </a:moveTo>
                    <a:cubicBezTo>
                      <a:pt x="238" y="2"/>
                      <a:pt x="224" y="84"/>
                      <a:pt x="231" y="112"/>
                    </a:cubicBezTo>
                    <a:cubicBezTo>
                      <a:pt x="235" y="128"/>
                      <a:pt x="251" y="128"/>
                      <a:pt x="251" y="128"/>
                    </a:cubicBezTo>
                    <a:cubicBezTo>
                      <a:pt x="251" y="128"/>
                      <a:pt x="155" y="156"/>
                      <a:pt x="77" y="134"/>
                    </a:cubicBezTo>
                    <a:cubicBezTo>
                      <a:pt x="0" y="113"/>
                      <a:pt x="32" y="52"/>
                      <a:pt x="32" y="52"/>
                    </a:cubicBezTo>
                    <a:lnTo>
                      <a:pt x="221" y="0"/>
                    </a:lnTo>
                    <a:close/>
                  </a:path>
                </a:pathLst>
              </a:custGeom>
              <a:solidFill>
                <a:srgbClr val="D1D3D4"/>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01" name="Google Shape;806;p83"/>
              <p:cNvSpPr/>
              <p:nvPr/>
            </p:nvSpPr>
            <p:spPr>
              <a:xfrm>
                <a:off x="6379" y="647"/>
                <a:ext cx="268" cy="743"/>
              </a:xfrm>
              <a:custGeom>
                <a:avLst/>
                <a:gdLst/>
                <a:ahLst/>
                <a:cxnLst/>
                <a:rect l="l" t="t" r="r" b="b"/>
                <a:pathLst>
                  <a:path w="268" h="743" extrusionOk="0">
                    <a:moveTo>
                      <a:pt x="268" y="0"/>
                    </a:moveTo>
                    <a:lnTo>
                      <a:pt x="235" y="0"/>
                    </a:lnTo>
                    <a:lnTo>
                      <a:pt x="0" y="743"/>
                    </a:lnTo>
                    <a:lnTo>
                      <a:pt x="33" y="743"/>
                    </a:lnTo>
                    <a:lnTo>
                      <a:pt x="268" y="0"/>
                    </a:lnTo>
                    <a:close/>
                  </a:path>
                </a:pathLst>
              </a:custGeom>
              <a:solidFill>
                <a:srgbClr val="58595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02" name="Google Shape;807;p83"/>
              <p:cNvSpPr/>
              <p:nvPr/>
            </p:nvSpPr>
            <p:spPr>
              <a:xfrm>
                <a:off x="6568" y="647"/>
                <a:ext cx="267" cy="743"/>
              </a:xfrm>
              <a:custGeom>
                <a:avLst/>
                <a:gdLst/>
                <a:ahLst/>
                <a:cxnLst/>
                <a:rect l="l" t="t" r="r" b="b"/>
                <a:pathLst>
                  <a:path w="267" h="743" extrusionOk="0">
                    <a:moveTo>
                      <a:pt x="0" y="0"/>
                    </a:moveTo>
                    <a:lnTo>
                      <a:pt x="32" y="0"/>
                    </a:lnTo>
                    <a:lnTo>
                      <a:pt x="267" y="743"/>
                    </a:lnTo>
                    <a:lnTo>
                      <a:pt x="234" y="743"/>
                    </a:lnTo>
                    <a:lnTo>
                      <a:pt x="0" y="0"/>
                    </a:lnTo>
                    <a:close/>
                  </a:path>
                </a:pathLst>
              </a:custGeom>
              <a:solidFill>
                <a:srgbClr val="58595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03" name="Google Shape;808;p83"/>
              <p:cNvSpPr/>
              <p:nvPr/>
            </p:nvSpPr>
            <p:spPr>
              <a:xfrm>
                <a:off x="6399" y="579"/>
                <a:ext cx="421" cy="358"/>
              </a:xfrm>
              <a:prstGeom prst="rect">
                <a:avLst/>
              </a:prstGeom>
              <a:solidFill>
                <a:srgbClr val="58595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04" name="Google Shape;809;p83"/>
              <p:cNvSpPr/>
              <p:nvPr/>
            </p:nvSpPr>
            <p:spPr>
              <a:xfrm>
                <a:off x="6397" y="925"/>
                <a:ext cx="426" cy="12"/>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05" name="Google Shape;810;p83"/>
              <p:cNvSpPr/>
              <p:nvPr/>
            </p:nvSpPr>
            <p:spPr>
              <a:xfrm>
                <a:off x="6469" y="649"/>
                <a:ext cx="2" cy="193"/>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06" name="Google Shape;811;p83"/>
              <p:cNvSpPr/>
              <p:nvPr/>
            </p:nvSpPr>
            <p:spPr>
              <a:xfrm>
                <a:off x="6459" y="828"/>
                <a:ext cx="302" cy="4"/>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07" name="Google Shape;812;p83"/>
              <p:cNvSpPr/>
              <p:nvPr/>
            </p:nvSpPr>
            <p:spPr>
              <a:xfrm>
                <a:off x="6540" y="725"/>
                <a:ext cx="18" cy="103"/>
              </a:xfrm>
              <a:prstGeom prst="rect">
                <a:avLst/>
              </a:prstGeom>
              <a:solidFill>
                <a:srgbClr val="F9ED32"/>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08" name="Google Shape;813;p83"/>
              <p:cNvSpPr/>
              <p:nvPr/>
            </p:nvSpPr>
            <p:spPr>
              <a:xfrm>
                <a:off x="6581" y="698"/>
                <a:ext cx="18" cy="130"/>
              </a:xfrm>
              <a:prstGeom prst="rect">
                <a:avLst/>
              </a:prstGeom>
              <a:solidFill>
                <a:srgbClr val="F7941E"/>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09" name="Google Shape;814;p83"/>
              <p:cNvSpPr/>
              <p:nvPr/>
            </p:nvSpPr>
            <p:spPr>
              <a:xfrm>
                <a:off x="6624" y="698"/>
                <a:ext cx="19" cy="130"/>
              </a:xfrm>
              <a:prstGeom prst="rect">
                <a:avLst/>
              </a:prstGeom>
              <a:solidFill>
                <a:srgbClr val="27AAE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10" name="Google Shape;815;p83"/>
              <p:cNvSpPr/>
              <p:nvPr/>
            </p:nvSpPr>
            <p:spPr>
              <a:xfrm>
                <a:off x="6663" y="692"/>
                <a:ext cx="19" cy="136"/>
              </a:xfrm>
              <a:prstGeom prst="rect">
                <a:avLst/>
              </a:prstGeom>
              <a:solidFill>
                <a:srgbClr val="ED1C24"/>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11" name="Google Shape;816;p83"/>
              <p:cNvSpPr/>
              <p:nvPr/>
            </p:nvSpPr>
            <p:spPr>
              <a:xfrm>
                <a:off x="6703" y="669"/>
                <a:ext cx="20" cy="159"/>
              </a:xfrm>
              <a:prstGeom prst="rect">
                <a:avLst/>
              </a:prstGeom>
              <a:solidFill>
                <a:srgbClr val="662D9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12" name="Google Shape;817;p83"/>
              <p:cNvSpPr/>
              <p:nvPr/>
            </p:nvSpPr>
            <p:spPr>
              <a:xfrm>
                <a:off x="6498" y="745"/>
                <a:ext cx="19" cy="83"/>
              </a:xfrm>
              <a:prstGeom prst="rect">
                <a:avLst/>
              </a:prstGeom>
              <a:solidFill>
                <a:srgbClr val="8DC63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13" name="Google Shape;818;p83"/>
              <p:cNvSpPr/>
              <p:nvPr/>
            </p:nvSpPr>
            <p:spPr>
              <a:xfrm>
                <a:off x="6486" y="832"/>
                <a:ext cx="2" cy="8"/>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14" name="Google Shape;819;p83"/>
              <p:cNvSpPr/>
              <p:nvPr/>
            </p:nvSpPr>
            <p:spPr>
              <a:xfrm>
                <a:off x="6504" y="832"/>
                <a:ext cx="3" cy="8"/>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15" name="Google Shape;820;p83"/>
              <p:cNvSpPr/>
              <p:nvPr/>
            </p:nvSpPr>
            <p:spPr>
              <a:xfrm>
                <a:off x="6523" y="832"/>
                <a:ext cx="2" cy="8"/>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16" name="Google Shape;821;p83"/>
              <p:cNvSpPr/>
              <p:nvPr/>
            </p:nvSpPr>
            <p:spPr>
              <a:xfrm>
                <a:off x="6540" y="832"/>
                <a:ext cx="4" cy="8"/>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17" name="Google Shape;822;p83"/>
              <p:cNvSpPr/>
              <p:nvPr/>
            </p:nvSpPr>
            <p:spPr>
              <a:xfrm>
                <a:off x="6560" y="832"/>
                <a:ext cx="2" cy="8"/>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18" name="Google Shape;823;p83"/>
              <p:cNvSpPr/>
              <p:nvPr/>
            </p:nvSpPr>
            <p:spPr>
              <a:xfrm>
                <a:off x="6577" y="832"/>
                <a:ext cx="2" cy="8"/>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19" name="Google Shape;824;p83"/>
              <p:cNvSpPr/>
              <p:nvPr/>
            </p:nvSpPr>
            <p:spPr>
              <a:xfrm>
                <a:off x="6595" y="832"/>
                <a:ext cx="4" cy="8"/>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20" name="Google Shape;825;p83"/>
              <p:cNvSpPr/>
              <p:nvPr/>
            </p:nvSpPr>
            <p:spPr>
              <a:xfrm>
                <a:off x="6614" y="832"/>
                <a:ext cx="2" cy="8"/>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21" name="Google Shape;826;p83"/>
              <p:cNvSpPr/>
              <p:nvPr/>
            </p:nvSpPr>
            <p:spPr>
              <a:xfrm>
                <a:off x="6632" y="832"/>
                <a:ext cx="1" cy="8"/>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22" name="Google Shape;827;p83"/>
              <p:cNvSpPr/>
              <p:nvPr/>
            </p:nvSpPr>
            <p:spPr>
              <a:xfrm>
                <a:off x="6649" y="832"/>
                <a:ext cx="4" cy="8"/>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23" name="Google Shape;828;p83"/>
              <p:cNvSpPr/>
              <p:nvPr/>
            </p:nvSpPr>
            <p:spPr>
              <a:xfrm>
                <a:off x="6668" y="832"/>
                <a:ext cx="2" cy="8"/>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24" name="Google Shape;829;p83"/>
              <p:cNvSpPr/>
              <p:nvPr/>
            </p:nvSpPr>
            <p:spPr>
              <a:xfrm>
                <a:off x="6686" y="832"/>
                <a:ext cx="2" cy="8"/>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25" name="Google Shape;830;p83"/>
              <p:cNvSpPr/>
              <p:nvPr/>
            </p:nvSpPr>
            <p:spPr>
              <a:xfrm>
                <a:off x="6703" y="832"/>
                <a:ext cx="4" cy="8"/>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26" name="Google Shape;831;p83"/>
              <p:cNvSpPr/>
              <p:nvPr/>
            </p:nvSpPr>
            <p:spPr>
              <a:xfrm>
                <a:off x="6723" y="832"/>
                <a:ext cx="2" cy="8"/>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27" name="Google Shape;832;p83"/>
              <p:cNvSpPr/>
              <p:nvPr/>
            </p:nvSpPr>
            <p:spPr>
              <a:xfrm>
                <a:off x="6740" y="832"/>
                <a:ext cx="4" cy="8"/>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28" name="Google Shape;833;p83"/>
              <p:cNvSpPr/>
              <p:nvPr/>
            </p:nvSpPr>
            <p:spPr>
              <a:xfrm>
                <a:off x="6459" y="811"/>
                <a:ext cx="8" cy="2"/>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29" name="Google Shape;834;p83"/>
              <p:cNvSpPr/>
              <p:nvPr/>
            </p:nvSpPr>
            <p:spPr>
              <a:xfrm>
                <a:off x="6459" y="793"/>
                <a:ext cx="8" cy="2"/>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30" name="Google Shape;835;p83"/>
              <p:cNvSpPr/>
              <p:nvPr/>
            </p:nvSpPr>
            <p:spPr>
              <a:xfrm>
                <a:off x="6459" y="774"/>
                <a:ext cx="8" cy="4"/>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31" name="Google Shape;836;p83"/>
              <p:cNvSpPr/>
              <p:nvPr/>
            </p:nvSpPr>
            <p:spPr>
              <a:xfrm>
                <a:off x="6459" y="756"/>
                <a:ext cx="8" cy="2"/>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32" name="Google Shape;837;p83"/>
              <p:cNvSpPr/>
              <p:nvPr/>
            </p:nvSpPr>
            <p:spPr>
              <a:xfrm>
                <a:off x="6459" y="739"/>
                <a:ext cx="8" cy="2"/>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33" name="Google Shape;838;p83"/>
              <p:cNvSpPr/>
              <p:nvPr/>
            </p:nvSpPr>
            <p:spPr>
              <a:xfrm>
                <a:off x="6459" y="719"/>
                <a:ext cx="8" cy="4"/>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34" name="Google Shape;839;p83"/>
              <p:cNvSpPr/>
              <p:nvPr/>
            </p:nvSpPr>
            <p:spPr>
              <a:xfrm>
                <a:off x="6459" y="702"/>
                <a:ext cx="8" cy="2"/>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35" name="Google Shape;840;p83"/>
              <p:cNvSpPr/>
              <p:nvPr/>
            </p:nvSpPr>
            <p:spPr>
              <a:xfrm>
                <a:off x="6459" y="684"/>
                <a:ext cx="8" cy="2"/>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36" name="Google Shape;841;p83"/>
              <p:cNvSpPr/>
              <p:nvPr/>
            </p:nvSpPr>
            <p:spPr>
              <a:xfrm>
                <a:off x="6459" y="665"/>
                <a:ext cx="8" cy="4"/>
              </a:xfrm>
              <a:prstGeom prst="rect">
                <a:avLst/>
              </a:prstGeom>
              <a:solidFill>
                <a:srgbClr val="231F2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37" name="Google Shape;842;p83"/>
              <p:cNvSpPr/>
              <p:nvPr/>
            </p:nvSpPr>
            <p:spPr>
              <a:xfrm>
                <a:off x="6393" y="527"/>
                <a:ext cx="444" cy="64"/>
              </a:xfrm>
              <a:custGeom>
                <a:avLst/>
                <a:gdLst/>
                <a:ahLst/>
                <a:cxnLst/>
                <a:rect l="l" t="t" r="r" b="b"/>
                <a:pathLst>
                  <a:path w="229" h="33" extrusionOk="0">
                    <a:moveTo>
                      <a:pt x="210" y="33"/>
                    </a:moveTo>
                    <a:cubicBezTo>
                      <a:pt x="210" y="33"/>
                      <a:pt x="229" y="22"/>
                      <a:pt x="218" y="0"/>
                    </a:cubicBezTo>
                    <a:cubicBezTo>
                      <a:pt x="14" y="12"/>
                      <a:pt x="14" y="12"/>
                      <a:pt x="14" y="12"/>
                    </a:cubicBezTo>
                    <a:cubicBezTo>
                      <a:pt x="14" y="12"/>
                      <a:pt x="0" y="22"/>
                      <a:pt x="13" y="33"/>
                    </a:cubicBezTo>
                    <a:lnTo>
                      <a:pt x="210" y="33"/>
                    </a:lnTo>
                    <a:close/>
                  </a:path>
                </a:pathLst>
              </a:custGeom>
              <a:solidFill>
                <a:srgbClr val="F1F2F2"/>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38" name="Google Shape;843;p83"/>
              <p:cNvSpPr/>
              <p:nvPr/>
            </p:nvSpPr>
            <p:spPr>
              <a:xfrm>
                <a:off x="5648" y="919"/>
                <a:ext cx="14" cy="10"/>
              </a:xfrm>
              <a:custGeom>
                <a:avLst/>
                <a:gdLst/>
                <a:ahLst/>
                <a:cxnLst/>
                <a:rect l="l" t="t" r="r" b="b"/>
                <a:pathLst>
                  <a:path w="7" h="5" extrusionOk="0">
                    <a:moveTo>
                      <a:pt x="2" y="1"/>
                    </a:moveTo>
                    <a:cubicBezTo>
                      <a:pt x="1" y="3"/>
                      <a:pt x="1" y="2"/>
                      <a:pt x="0" y="2"/>
                    </a:cubicBezTo>
                    <a:cubicBezTo>
                      <a:pt x="0" y="2"/>
                      <a:pt x="0" y="2"/>
                      <a:pt x="0" y="2"/>
                    </a:cubicBezTo>
                    <a:cubicBezTo>
                      <a:pt x="0" y="2"/>
                      <a:pt x="0" y="2"/>
                      <a:pt x="0" y="2"/>
                    </a:cubicBezTo>
                    <a:cubicBezTo>
                      <a:pt x="0" y="2"/>
                      <a:pt x="0" y="2"/>
                      <a:pt x="0" y="2"/>
                    </a:cubicBezTo>
                    <a:cubicBezTo>
                      <a:pt x="0" y="2"/>
                      <a:pt x="0" y="2"/>
                      <a:pt x="0" y="2"/>
                    </a:cubicBezTo>
                    <a:cubicBezTo>
                      <a:pt x="1" y="3"/>
                      <a:pt x="1" y="2"/>
                      <a:pt x="2" y="3"/>
                    </a:cubicBezTo>
                    <a:cubicBezTo>
                      <a:pt x="3" y="5"/>
                      <a:pt x="7" y="4"/>
                      <a:pt x="7" y="4"/>
                    </a:cubicBezTo>
                    <a:cubicBezTo>
                      <a:pt x="7" y="2"/>
                      <a:pt x="7" y="2"/>
                      <a:pt x="7" y="2"/>
                    </a:cubicBezTo>
                    <a:cubicBezTo>
                      <a:pt x="7" y="2"/>
                      <a:pt x="7" y="2"/>
                      <a:pt x="7" y="2"/>
                    </a:cubicBezTo>
                    <a:cubicBezTo>
                      <a:pt x="7" y="2"/>
                      <a:pt x="7" y="2"/>
                      <a:pt x="7" y="2"/>
                    </a:cubicBezTo>
                    <a:cubicBezTo>
                      <a:pt x="7" y="0"/>
                      <a:pt x="7" y="0"/>
                      <a:pt x="7" y="0"/>
                    </a:cubicBezTo>
                    <a:cubicBezTo>
                      <a:pt x="7" y="0"/>
                      <a:pt x="3" y="0"/>
                      <a:pt x="2" y="1"/>
                    </a:cubicBezTo>
                  </a:path>
                </a:pathLst>
              </a:custGeom>
              <a:solidFill>
                <a:srgbClr val="F7BA1E"/>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39" name="Google Shape;844;p83"/>
              <p:cNvSpPr/>
              <p:nvPr/>
            </p:nvSpPr>
            <p:spPr>
              <a:xfrm>
                <a:off x="5656" y="923"/>
                <a:ext cx="8" cy="2"/>
              </a:xfrm>
              <a:prstGeom prst="rect">
                <a:avLst/>
              </a:prstGeom>
              <a:solidFill>
                <a:srgbClr val="553E02"/>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40" name="Google Shape;845;p83"/>
              <p:cNvSpPr/>
              <p:nvPr/>
            </p:nvSpPr>
            <p:spPr>
              <a:xfrm>
                <a:off x="5662" y="919"/>
                <a:ext cx="52" cy="8"/>
              </a:xfrm>
              <a:prstGeom prst="rect">
                <a:avLst/>
              </a:prstGeom>
              <a:solidFill>
                <a:srgbClr val="58595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41" name="Google Shape;846;p83"/>
              <p:cNvSpPr/>
              <p:nvPr/>
            </p:nvSpPr>
            <p:spPr>
              <a:xfrm>
                <a:off x="5708" y="919"/>
                <a:ext cx="24" cy="8"/>
              </a:xfrm>
              <a:custGeom>
                <a:avLst/>
                <a:gdLst/>
                <a:ahLst/>
                <a:cxnLst/>
                <a:rect l="l" t="t" r="r" b="b"/>
                <a:pathLst>
                  <a:path w="12" h="4" extrusionOk="0">
                    <a:moveTo>
                      <a:pt x="10" y="0"/>
                    </a:moveTo>
                    <a:cubicBezTo>
                      <a:pt x="0" y="0"/>
                      <a:pt x="0" y="0"/>
                      <a:pt x="0" y="0"/>
                    </a:cubicBezTo>
                    <a:cubicBezTo>
                      <a:pt x="0" y="4"/>
                      <a:pt x="0" y="4"/>
                      <a:pt x="0" y="4"/>
                    </a:cubicBezTo>
                    <a:cubicBezTo>
                      <a:pt x="10" y="4"/>
                      <a:pt x="10" y="4"/>
                      <a:pt x="10" y="4"/>
                    </a:cubicBezTo>
                    <a:cubicBezTo>
                      <a:pt x="11" y="4"/>
                      <a:pt x="12" y="4"/>
                      <a:pt x="12" y="3"/>
                    </a:cubicBezTo>
                    <a:cubicBezTo>
                      <a:pt x="12" y="1"/>
                      <a:pt x="12" y="1"/>
                      <a:pt x="12" y="1"/>
                    </a:cubicBezTo>
                    <a:cubicBezTo>
                      <a:pt x="12" y="1"/>
                      <a:pt x="11" y="0"/>
                      <a:pt x="10" y="0"/>
                    </a:cubicBezTo>
                  </a:path>
                </a:pathLst>
              </a:custGeom>
              <a:solidFill>
                <a:srgbClr val="58595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42" name="Google Shape;847;p83"/>
              <p:cNvSpPr/>
              <p:nvPr/>
            </p:nvSpPr>
            <p:spPr>
              <a:xfrm>
                <a:off x="5706" y="919"/>
                <a:ext cx="2" cy="8"/>
              </a:xfrm>
              <a:prstGeom prst="ellipse">
                <a:avLst/>
              </a:prstGeom>
              <a:solidFill>
                <a:srgbClr val="414042"/>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43" name="Google Shape;848;p83"/>
              <p:cNvSpPr/>
              <p:nvPr/>
            </p:nvSpPr>
            <p:spPr>
              <a:xfrm>
                <a:off x="5714" y="919"/>
                <a:ext cx="1" cy="10"/>
              </a:xfrm>
              <a:prstGeom prst="rect">
                <a:avLst/>
              </a:prstGeom>
              <a:solidFill>
                <a:srgbClr val="F7BA1E"/>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44" name="Google Shape;849;p83"/>
              <p:cNvSpPr/>
              <p:nvPr/>
            </p:nvSpPr>
            <p:spPr>
              <a:xfrm>
                <a:off x="5687" y="927"/>
                <a:ext cx="41" cy="2"/>
              </a:xfrm>
              <a:custGeom>
                <a:avLst/>
                <a:gdLst/>
                <a:ahLst/>
                <a:cxnLst/>
                <a:rect l="l" t="t" r="r" b="b"/>
                <a:pathLst>
                  <a:path w="21" h="1" extrusionOk="0">
                    <a:moveTo>
                      <a:pt x="19" y="1"/>
                    </a:moveTo>
                    <a:cubicBezTo>
                      <a:pt x="19" y="1"/>
                      <a:pt x="6" y="1"/>
                      <a:pt x="4" y="1"/>
                    </a:cubicBezTo>
                    <a:cubicBezTo>
                      <a:pt x="2" y="1"/>
                      <a:pt x="1" y="0"/>
                      <a:pt x="1" y="1"/>
                    </a:cubicBezTo>
                    <a:cubicBezTo>
                      <a:pt x="0" y="1"/>
                      <a:pt x="1" y="1"/>
                      <a:pt x="1" y="1"/>
                    </a:cubicBezTo>
                    <a:cubicBezTo>
                      <a:pt x="2" y="0"/>
                      <a:pt x="2" y="1"/>
                      <a:pt x="8" y="1"/>
                    </a:cubicBezTo>
                    <a:cubicBezTo>
                      <a:pt x="14" y="1"/>
                      <a:pt x="21" y="1"/>
                      <a:pt x="19" y="1"/>
                    </a:cubicBezTo>
                  </a:path>
                </a:pathLst>
              </a:custGeom>
              <a:solidFill>
                <a:srgbClr val="F7BA1E"/>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45" name="Google Shape;850;p83"/>
              <p:cNvSpPr/>
              <p:nvPr/>
            </p:nvSpPr>
            <p:spPr>
              <a:xfrm>
                <a:off x="5745" y="811"/>
                <a:ext cx="31" cy="87"/>
              </a:xfrm>
              <a:custGeom>
                <a:avLst/>
                <a:gdLst/>
                <a:ahLst/>
                <a:cxnLst/>
                <a:rect l="l" t="t" r="r" b="b"/>
                <a:pathLst>
                  <a:path w="16" h="45" extrusionOk="0">
                    <a:moveTo>
                      <a:pt x="3" y="45"/>
                    </a:moveTo>
                    <a:cubicBezTo>
                      <a:pt x="2" y="45"/>
                      <a:pt x="2" y="45"/>
                      <a:pt x="1" y="45"/>
                    </a:cubicBezTo>
                    <a:cubicBezTo>
                      <a:pt x="1" y="45"/>
                      <a:pt x="0" y="45"/>
                      <a:pt x="0" y="44"/>
                    </a:cubicBezTo>
                    <a:cubicBezTo>
                      <a:pt x="0" y="42"/>
                      <a:pt x="12" y="3"/>
                      <a:pt x="12" y="3"/>
                    </a:cubicBezTo>
                    <a:cubicBezTo>
                      <a:pt x="15" y="0"/>
                      <a:pt x="15" y="0"/>
                      <a:pt x="15" y="0"/>
                    </a:cubicBezTo>
                    <a:cubicBezTo>
                      <a:pt x="16" y="4"/>
                      <a:pt x="16" y="4"/>
                      <a:pt x="16" y="4"/>
                    </a:cubicBezTo>
                    <a:cubicBezTo>
                      <a:pt x="16" y="4"/>
                      <a:pt x="4" y="43"/>
                      <a:pt x="3" y="45"/>
                    </a:cubicBezTo>
                    <a:close/>
                  </a:path>
                </a:pathLst>
              </a:custGeom>
              <a:solidFill>
                <a:srgbClr val="F0EDDA"/>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46" name="Google Shape;851;p83"/>
              <p:cNvSpPr/>
              <p:nvPr/>
            </p:nvSpPr>
            <p:spPr>
              <a:xfrm>
                <a:off x="5745" y="816"/>
                <a:ext cx="31" cy="82"/>
              </a:xfrm>
              <a:custGeom>
                <a:avLst/>
                <a:gdLst/>
                <a:ahLst/>
                <a:cxnLst/>
                <a:rect l="l" t="t" r="r" b="b"/>
                <a:pathLst>
                  <a:path w="16" h="42" extrusionOk="0">
                    <a:moveTo>
                      <a:pt x="16" y="1"/>
                    </a:moveTo>
                    <a:cubicBezTo>
                      <a:pt x="16" y="1"/>
                      <a:pt x="16" y="1"/>
                      <a:pt x="16" y="1"/>
                    </a:cubicBezTo>
                    <a:cubicBezTo>
                      <a:pt x="15" y="2"/>
                      <a:pt x="14" y="2"/>
                      <a:pt x="14" y="1"/>
                    </a:cubicBezTo>
                    <a:cubicBezTo>
                      <a:pt x="13" y="1"/>
                      <a:pt x="13" y="1"/>
                      <a:pt x="12" y="0"/>
                    </a:cubicBezTo>
                    <a:cubicBezTo>
                      <a:pt x="11" y="3"/>
                      <a:pt x="0" y="39"/>
                      <a:pt x="0" y="41"/>
                    </a:cubicBezTo>
                    <a:cubicBezTo>
                      <a:pt x="0" y="42"/>
                      <a:pt x="1" y="42"/>
                      <a:pt x="1" y="42"/>
                    </a:cubicBezTo>
                    <a:cubicBezTo>
                      <a:pt x="2" y="42"/>
                      <a:pt x="2" y="42"/>
                      <a:pt x="3" y="42"/>
                    </a:cubicBezTo>
                    <a:cubicBezTo>
                      <a:pt x="4" y="40"/>
                      <a:pt x="16" y="1"/>
                      <a:pt x="16" y="1"/>
                    </a:cubicBezTo>
                    <a:close/>
                  </a:path>
                </a:pathLst>
              </a:custGeom>
              <a:solidFill>
                <a:srgbClr val="2EB28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47" name="Google Shape;852;p83"/>
              <p:cNvSpPr/>
              <p:nvPr/>
            </p:nvSpPr>
            <p:spPr>
              <a:xfrm>
                <a:off x="5772" y="814"/>
                <a:ext cx="2" cy="1"/>
              </a:xfrm>
              <a:prstGeom prst="rect">
                <a:avLst/>
              </a:prstGeom>
              <a:solidFill>
                <a:srgbClr val="F0EDDA"/>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48" name="Google Shape;853;p83"/>
              <p:cNvSpPr/>
              <p:nvPr/>
            </p:nvSpPr>
            <p:spPr>
              <a:xfrm>
                <a:off x="5772" y="811"/>
                <a:ext cx="2" cy="3"/>
              </a:xfrm>
              <a:custGeom>
                <a:avLst/>
                <a:gdLst/>
                <a:ahLst/>
                <a:cxnLst/>
                <a:rect l="l" t="t" r="r" b="b"/>
                <a:pathLst>
                  <a:path w="1" h="2" extrusionOk="0">
                    <a:moveTo>
                      <a:pt x="0" y="2"/>
                    </a:moveTo>
                    <a:cubicBezTo>
                      <a:pt x="0" y="2"/>
                      <a:pt x="1" y="2"/>
                      <a:pt x="1" y="2"/>
                    </a:cubicBezTo>
                    <a:cubicBezTo>
                      <a:pt x="1" y="2"/>
                      <a:pt x="1" y="2"/>
                      <a:pt x="1" y="2"/>
                    </a:cubicBezTo>
                    <a:cubicBezTo>
                      <a:pt x="1" y="0"/>
                      <a:pt x="1" y="0"/>
                      <a:pt x="1" y="0"/>
                    </a:cubicBezTo>
                    <a:lnTo>
                      <a:pt x="0" y="2"/>
                    </a:lnTo>
                    <a:close/>
                  </a:path>
                </a:pathLst>
              </a:custGeom>
              <a:solidFill>
                <a:srgbClr val="2EB28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49" name="Google Shape;854;p83"/>
              <p:cNvSpPr/>
              <p:nvPr/>
            </p:nvSpPr>
            <p:spPr>
              <a:xfrm>
                <a:off x="5757" y="826"/>
                <a:ext cx="4" cy="80"/>
              </a:xfrm>
              <a:custGeom>
                <a:avLst/>
                <a:gdLst/>
                <a:ahLst/>
                <a:cxnLst/>
                <a:rect l="l" t="t" r="r" b="b"/>
                <a:pathLst>
                  <a:path w="2" h="41" extrusionOk="0">
                    <a:moveTo>
                      <a:pt x="2" y="41"/>
                    </a:moveTo>
                    <a:cubicBezTo>
                      <a:pt x="1" y="0"/>
                      <a:pt x="1" y="0"/>
                      <a:pt x="1" y="0"/>
                    </a:cubicBezTo>
                    <a:cubicBezTo>
                      <a:pt x="1" y="1"/>
                      <a:pt x="0" y="1"/>
                      <a:pt x="0" y="1"/>
                    </a:cubicBezTo>
                    <a:cubicBezTo>
                      <a:pt x="2" y="41"/>
                      <a:pt x="2" y="41"/>
                      <a:pt x="2" y="41"/>
                    </a:cubicBezTo>
                    <a:close/>
                  </a:path>
                </a:pathLst>
              </a:custGeom>
              <a:solidFill>
                <a:srgbClr val="47656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50" name="Google Shape;855;p83"/>
              <p:cNvSpPr/>
              <p:nvPr/>
            </p:nvSpPr>
            <p:spPr>
              <a:xfrm>
                <a:off x="5753" y="826"/>
                <a:ext cx="8" cy="80"/>
              </a:xfrm>
              <a:custGeom>
                <a:avLst/>
                <a:gdLst/>
                <a:ahLst/>
                <a:cxnLst/>
                <a:rect l="l" t="t" r="r" b="b"/>
                <a:pathLst>
                  <a:path w="4" h="41" extrusionOk="0">
                    <a:moveTo>
                      <a:pt x="1" y="41"/>
                    </a:moveTo>
                    <a:cubicBezTo>
                      <a:pt x="4" y="41"/>
                      <a:pt x="4" y="41"/>
                      <a:pt x="4" y="41"/>
                    </a:cubicBezTo>
                    <a:cubicBezTo>
                      <a:pt x="2" y="1"/>
                      <a:pt x="2" y="1"/>
                      <a:pt x="2" y="1"/>
                    </a:cubicBezTo>
                    <a:cubicBezTo>
                      <a:pt x="2" y="1"/>
                      <a:pt x="2" y="1"/>
                      <a:pt x="2" y="1"/>
                    </a:cubicBezTo>
                    <a:cubicBezTo>
                      <a:pt x="2" y="1"/>
                      <a:pt x="2" y="1"/>
                      <a:pt x="2" y="1"/>
                    </a:cubicBezTo>
                    <a:cubicBezTo>
                      <a:pt x="2" y="1"/>
                      <a:pt x="2" y="1"/>
                      <a:pt x="2" y="1"/>
                    </a:cubicBezTo>
                    <a:cubicBezTo>
                      <a:pt x="2" y="1"/>
                      <a:pt x="2" y="0"/>
                      <a:pt x="1" y="0"/>
                    </a:cubicBezTo>
                    <a:cubicBezTo>
                      <a:pt x="0" y="1"/>
                      <a:pt x="0" y="1"/>
                      <a:pt x="0" y="2"/>
                    </a:cubicBezTo>
                    <a:cubicBezTo>
                      <a:pt x="0" y="2"/>
                      <a:pt x="0" y="2"/>
                      <a:pt x="0" y="2"/>
                    </a:cubicBezTo>
                    <a:cubicBezTo>
                      <a:pt x="0" y="2"/>
                      <a:pt x="0" y="2"/>
                      <a:pt x="0" y="2"/>
                    </a:cubicBezTo>
                    <a:cubicBezTo>
                      <a:pt x="0" y="2"/>
                      <a:pt x="0" y="2"/>
                      <a:pt x="0" y="2"/>
                    </a:cubicBezTo>
                    <a:lnTo>
                      <a:pt x="1" y="41"/>
                    </a:lnTo>
                    <a:close/>
                  </a:path>
                </a:pathLst>
              </a:custGeom>
              <a:solidFill>
                <a:srgbClr val="5C8283"/>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51" name="Google Shape;856;p83"/>
              <p:cNvSpPr/>
              <p:nvPr/>
            </p:nvSpPr>
            <p:spPr>
              <a:xfrm>
                <a:off x="5751" y="828"/>
                <a:ext cx="4" cy="78"/>
              </a:xfrm>
              <a:custGeom>
                <a:avLst/>
                <a:gdLst/>
                <a:ahLst/>
                <a:cxnLst/>
                <a:rect l="l" t="t" r="r" b="b"/>
                <a:pathLst>
                  <a:path w="2" h="40" extrusionOk="0">
                    <a:moveTo>
                      <a:pt x="1" y="1"/>
                    </a:moveTo>
                    <a:cubicBezTo>
                      <a:pt x="1" y="0"/>
                      <a:pt x="0" y="0"/>
                      <a:pt x="0" y="0"/>
                    </a:cubicBezTo>
                    <a:cubicBezTo>
                      <a:pt x="1" y="40"/>
                      <a:pt x="1" y="40"/>
                      <a:pt x="1" y="40"/>
                    </a:cubicBezTo>
                    <a:cubicBezTo>
                      <a:pt x="2" y="40"/>
                      <a:pt x="2" y="40"/>
                      <a:pt x="2" y="40"/>
                    </a:cubicBezTo>
                    <a:lnTo>
                      <a:pt x="1" y="1"/>
                    </a:lnTo>
                    <a:close/>
                  </a:path>
                </a:pathLst>
              </a:custGeom>
              <a:solidFill>
                <a:srgbClr val="47656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52" name="Google Shape;857;p83"/>
              <p:cNvSpPr/>
              <p:nvPr/>
            </p:nvSpPr>
            <p:spPr>
              <a:xfrm>
                <a:off x="5751" y="822"/>
                <a:ext cx="8" cy="8"/>
              </a:xfrm>
              <a:custGeom>
                <a:avLst/>
                <a:gdLst/>
                <a:ahLst/>
                <a:cxnLst/>
                <a:rect l="l" t="t" r="r" b="b"/>
                <a:pathLst>
                  <a:path w="4" h="4" extrusionOk="0">
                    <a:moveTo>
                      <a:pt x="0" y="3"/>
                    </a:moveTo>
                    <a:cubicBezTo>
                      <a:pt x="0" y="3"/>
                      <a:pt x="1" y="3"/>
                      <a:pt x="1" y="4"/>
                    </a:cubicBezTo>
                    <a:cubicBezTo>
                      <a:pt x="1" y="4"/>
                      <a:pt x="1" y="4"/>
                      <a:pt x="1" y="4"/>
                    </a:cubicBezTo>
                    <a:cubicBezTo>
                      <a:pt x="1" y="4"/>
                      <a:pt x="1" y="4"/>
                      <a:pt x="1" y="4"/>
                    </a:cubicBezTo>
                    <a:cubicBezTo>
                      <a:pt x="1" y="4"/>
                      <a:pt x="1" y="4"/>
                      <a:pt x="1" y="4"/>
                    </a:cubicBezTo>
                    <a:cubicBezTo>
                      <a:pt x="1" y="3"/>
                      <a:pt x="1" y="3"/>
                      <a:pt x="2" y="2"/>
                    </a:cubicBezTo>
                    <a:cubicBezTo>
                      <a:pt x="3" y="2"/>
                      <a:pt x="3" y="3"/>
                      <a:pt x="3" y="3"/>
                    </a:cubicBezTo>
                    <a:cubicBezTo>
                      <a:pt x="3" y="3"/>
                      <a:pt x="3" y="3"/>
                      <a:pt x="3" y="3"/>
                    </a:cubicBezTo>
                    <a:cubicBezTo>
                      <a:pt x="3" y="3"/>
                      <a:pt x="3" y="3"/>
                      <a:pt x="3" y="3"/>
                    </a:cubicBezTo>
                    <a:cubicBezTo>
                      <a:pt x="3" y="3"/>
                      <a:pt x="3" y="3"/>
                      <a:pt x="3" y="3"/>
                    </a:cubicBezTo>
                    <a:cubicBezTo>
                      <a:pt x="3" y="3"/>
                      <a:pt x="4" y="3"/>
                      <a:pt x="4" y="2"/>
                    </a:cubicBezTo>
                    <a:cubicBezTo>
                      <a:pt x="2" y="0"/>
                      <a:pt x="2" y="0"/>
                      <a:pt x="2" y="0"/>
                    </a:cubicBezTo>
                    <a:lnTo>
                      <a:pt x="0" y="3"/>
                    </a:lnTo>
                    <a:close/>
                  </a:path>
                </a:pathLst>
              </a:custGeom>
              <a:solidFill>
                <a:srgbClr val="F0EDDA"/>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53" name="Google Shape;858;p83"/>
              <p:cNvSpPr/>
              <p:nvPr/>
            </p:nvSpPr>
            <p:spPr>
              <a:xfrm>
                <a:off x="5753" y="822"/>
                <a:ext cx="4" cy="2"/>
              </a:xfrm>
              <a:custGeom>
                <a:avLst/>
                <a:gdLst/>
                <a:ahLst/>
                <a:cxnLst/>
                <a:rect l="l" t="t" r="r" b="b"/>
                <a:pathLst>
                  <a:path w="2" h="1" extrusionOk="0">
                    <a:moveTo>
                      <a:pt x="2" y="1"/>
                    </a:moveTo>
                    <a:cubicBezTo>
                      <a:pt x="1" y="0"/>
                      <a:pt x="1" y="0"/>
                      <a:pt x="1" y="0"/>
                    </a:cubicBezTo>
                    <a:cubicBezTo>
                      <a:pt x="0" y="1"/>
                      <a:pt x="0" y="1"/>
                      <a:pt x="0" y="1"/>
                    </a:cubicBezTo>
                    <a:cubicBezTo>
                      <a:pt x="0" y="1"/>
                      <a:pt x="1" y="1"/>
                      <a:pt x="1" y="1"/>
                    </a:cubicBezTo>
                    <a:cubicBezTo>
                      <a:pt x="1" y="1"/>
                      <a:pt x="2" y="1"/>
                      <a:pt x="2" y="1"/>
                    </a:cubicBezTo>
                    <a:close/>
                  </a:path>
                </a:pathLst>
              </a:custGeom>
              <a:solidFill>
                <a:srgbClr val="47656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54" name="Google Shape;859;p83"/>
              <p:cNvSpPr/>
              <p:nvPr/>
            </p:nvSpPr>
            <p:spPr>
              <a:xfrm>
                <a:off x="5761" y="906"/>
                <a:ext cx="2" cy="2"/>
              </a:xfrm>
              <a:custGeom>
                <a:avLst/>
                <a:gdLst/>
                <a:ahLst/>
                <a:cxnLst/>
                <a:rect l="l" t="t" r="r" b="b"/>
                <a:pathLst>
                  <a:path w="2" h="2" extrusionOk="0">
                    <a:moveTo>
                      <a:pt x="0" y="0"/>
                    </a:moveTo>
                    <a:lnTo>
                      <a:pt x="0" y="0"/>
                    </a:lnTo>
                    <a:lnTo>
                      <a:pt x="0" y="2"/>
                    </a:lnTo>
                    <a:lnTo>
                      <a:pt x="2" y="2"/>
                    </a:lnTo>
                    <a:lnTo>
                      <a:pt x="0" y="0"/>
                    </a:lnTo>
                    <a:close/>
                  </a:path>
                </a:pathLst>
              </a:custGeom>
              <a:solidFill>
                <a:srgbClr val="D75B4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55" name="Google Shape;860;p83"/>
              <p:cNvSpPr/>
              <p:nvPr/>
            </p:nvSpPr>
            <p:spPr>
              <a:xfrm>
                <a:off x="5755" y="906"/>
                <a:ext cx="6" cy="2"/>
              </a:xfrm>
              <a:prstGeom prst="rect">
                <a:avLst/>
              </a:prstGeom>
              <a:solidFill>
                <a:srgbClr val="EF6A54"/>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56" name="Google Shape;861;p83"/>
              <p:cNvSpPr/>
              <p:nvPr/>
            </p:nvSpPr>
            <p:spPr>
              <a:xfrm>
                <a:off x="5753" y="906"/>
                <a:ext cx="2" cy="2"/>
              </a:xfrm>
              <a:prstGeom prst="rect">
                <a:avLst/>
              </a:prstGeom>
              <a:solidFill>
                <a:srgbClr val="D75B4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57" name="Google Shape;862;p83"/>
              <p:cNvSpPr/>
              <p:nvPr/>
            </p:nvSpPr>
            <p:spPr>
              <a:xfrm>
                <a:off x="5730" y="838"/>
                <a:ext cx="25" cy="74"/>
              </a:xfrm>
              <a:custGeom>
                <a:avLst/>
                <a:gdLst/>
                <a:ahLst/>
                <a:cxnLst/>
                <a:rect l="l" t="t" r="r" b="b"/>
                <a:pathLst>
                  <a:path w="13" h="38" extrusionOk="0">
                    <a:moveTo>
                      <a:pt x="0" y="0"/>
                    </a:moveTo>
                    <a:cubicBezTo>
                      <a:pt x="13" y="38"/>
                      <a:pt x="13" y="38"/>
                      <a:pt x="13" y="38"/>
                    </a:cubicBezTo>
                    <a:cubicBezTo>
                      <a:pt x="13" y="38"/>
                      <a:pt x="13" y="38"/>
                      <a:pt x="13" y="37"/>
                    </a:cubicBezTo>
                    <a:cubicBezTo>
                      <a:pt x="1" y="0"/>
                      <a:pt x="1" y="0"/>
                      <a:pt x="1" y="0"/>
                    </a:cubicBezTo>
                    <a:lnTo>
                      <a:pt x="0" y="0"/>
                    </a:lnTo>
                    <a:close/>
                  </a:path>
                </a:pathLst>
              </a:custGeom>
              <a:solidFill>
                <a:srgbClr val="009FB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58" name="Google Shape;863;p83"/>
              <p:cNvSpPr/>
              <p:nvPr/>
            </p:nvSpPr>
            <p:spPr>
              <a:xfrm>
                <a:off x="5732" y="836"/>
                <a:ext cx="27" cy="76"/>
              </a:xfrm>
              <a:custGeom>
                <a:avLst/>
                <a:gdLst/>
                <a:ahLst/>
                <a:cxnLst/>
                <a:rect l="l" t="t" r="r" b="b"/>
                <a:pathLst>
                  <a:path w="14" h="39" extrusionOk="0">
                    <a:moveTo>
                      <a:pt x="2" y="0"/>
                    </a:moveTo>
                    <a:cubicBezTo>
                      <a:pt x="0" y="1"/>
                      <a:pt x="0" y="1"/>
                      <a:pt x="0" y="1"/>
                    </a:cubicBezTo>
                    <a:cubicBezTo>
                      <a:pt x="12" y="38"/>
                      <a:pt x="12" y="38"/>
                      <a:pt x="12" y="38"/>
                    </a:cubicBezTo>
                    <a:cubicBezTo>
                      <a:pt x="12" y="38"/>
                      <a:pt x="12" y="38"/>
                      <a:pt x="12" y="38"/>
                    </a:cubicBezTo>
                    <a:cubicBezTo>
                      <a:pt x="12" y="38"/>
                      <a:pt x="12" y="38"/>
                      <a:pt x="12" y="38"/>
                    </a:cubicBezTo>
                    <a:cubicBezTo>
                      <a:pt x="12" y="38"/>
                      <a:pt x="12" y="38"/>
                      <a:pt x="12" y="38"/>
                    </a:cubicBezTo>
                    <a:cubicBezTo>
                      <a:pt x="12" y="39"/>
                      <a:pt x="13" y="39"/>
                      <a:pt x="14" y="39"/>
                    </a:cubicBezTo>
                    <a:cubicBezTo>
                      <a:pt x="14" y="39"/>
                      <a:pt x="14" y="38"/>
                      <a:pt x="14" y="38"/>
                    </a:cubicBezTo>
                    <a:cubicBezTo>
                      <a:pt x="14" y="38"/>
                      <a:pt x="14" y="38"/>
                      <a:pt x="14" y="38"/>
                    </a:cubicBezTo>
                    <a:cubicBezTo>
                      <a:pt x="14" y="38"/>
                      <a:pt x="14" y="38"/>
                      <a:pt x="14" y="38"/>
                    </a:cubicBezTo>
                    <a:cubicBezTo>
                      <a:pt x="14" y="38"/>
                      <a:pt x="14" y="38"/>
                      <a:pt x="14" y="38"/>
                    </a:cubicBezTo>
                    <a:lnTo>
                      <a:pt x="2" y="0"/>
                    </a:lnTo>
                    <a:close/>
                  </a:path>
                </a:pathLst>
              </a:custGeom>
              <a:solidFill>
                <a:srgbClr val="59B3C5"/>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59" name="Google Shape;864;p83"/>
              <p:cNvSpPr/>
              <p:nvPr/>
            </p:nvSpPr>
            <p:spPr>
              <a:xfrm>
                <a:off x="5736" y="836"/>
                <a:ext cx="27" cy="74"/>
              </a:xfrm>
              <a:custGeom>
                <a:avLst/>
                <a:gdLst/>
                <a:ahLst/>
                <a:cxnLst/>
                <a:rect l="l" t="t" r="r" b="b"/>
                <a:pathLst>
                  <a:path w="14" h="38" extrusionOk="0">
                    <a:moveTo>
                      <a:pt x="12" y="38"/>
                    </a:moveTo>
                    <a:cubicBezTo>
                      <a:pt x="13" y="38"/>
                      <a:pt x="13" y="38"/>
                      <a:pt x="14" y="38"/>
                    </a:cubicBezTo>
                    <a:cubicBezTo>
                      <a:pt x="1" y="0"/>
                      <a:pt x="1" y="0"/>
                      <a:pt x="1" y="0"/>
                    </a:cubicBezTo>
                    <a:cubicBezTo>
                      <a:pt x="0" y="0"/>
                      <a:pt x="0" y="0"/>
                      <a:pt x="0" y="0"/>
                    </a:cubicBezTo>
                    <a:lnTo>
                      <a:pt x="12" y="38"/>
                    </a:lnTo>
                    <a:close/>
                  </a:path>
                </a:pathLst>
              </a:custGeom>
              <a:solidFill>
                <a:srgbClr val="009FB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60" name="Google Shape;865;p83"/>
              <p:cNvSpPr/>
              <p:nvPr/>
            </p:nvSpPr>
            <p:spPr>
              <a:xfrm>
                <a:off x="5755" y="910"/>
                <a:ext cx="8" cy="5"/>
              </a:xfrm>
              <a:custGeom>
                <a:avLst/>
                <a:gdLst/>
                <a:ahLst/>
                <a:cxnLst/>
                <a:rect l="l" t="t" r="r" b="b"/>
                <a:pathLst>
                  <a:path w="4" h="3" extrusionOk="0">
                    <a:moveTo>
                      <a:pt x="4" y="0"/>
                    </a:moveTo>
                    <a:cubicBezTo>
                      <a:pt x="3" y="0"/>
                      <a:pt x="3" y="0"/>
                      <a:pt x="2" y="0"/>
                    </a:cubicBezTo>
                    <a:cubicBezTo>
                      <a:pt x="2" y="0"/>
                      <a:pt x="2" y="0"/>
                      <a:pt x="2" y="0"/>
                    </a:cubicBezTo>
                    <a:cubicBezTo>
                      <a:pt x="2" y="0"/>
                      <a:pt x="2" y="0"/>
                      <a:pt x="2" y="0"/>
                    </a:cubicBezTo>
                    <a:cubicBezTo>
                      <a:pt x="2" y="0"/>
                      <a:pt x="2" y="0"/>
                      <a:pt x="2" y="0"/>
                    </a:cubicBezTo>
                    <a:cubicBezTo>
                      <a:pt x="2" y="0"/>
                      <a:pt x="2" y="1"/>
                      <a:pt x="2" y="1"/>
                    </a:cubicBezTo>
                    <a:cubicBezTo>
                      <a:pt x="1" y="1"/>
                      <a:pt x="0" y="1"/>
                      <a:pt x="0" y="0"/>
                    </a:cubicBezTo>
                    <a:cubicBezTo>
                      <a:pt x="0" y="0"/>
                      <a:pt x="0" y="0"/>
                      <a:pt x="0" y="0"/>
                    </a:cubicBezTo>
                    <a:cubicBezTo>
                      <a:pt x="0" y="0"/>
                      <a:pt x="0" y="0"/>
                      <a:pt x="0" y="0"/>
                    </a:cubicBezTo>
                    <a:cubicBezTo>
                      <a:pt x="0" y="0"/>
                      <a:pt x="0" y="0"/>
                      <a:pt x="0" y="0"/>
                    </a:cubicBezTo>
                    <a:cubicBezTo>
                      <a:pt x="0" y="1"/>
                      <a:pt x="0" y="1"/>
                      <a:pt x="0" y="1"/>
                    </a:cubicBezTo>
                    <a:cubicBezTo>
                      <a:pt x="2" y="3"/>
                      <a:pt x="2" y="3"/>
                      <a:pt x="2" y="3"/>
                    </a:cubicBezTo>
                    <a:lnTo>
                      <a:pt x="4" y="0"/>
                    </a:lnTo>
                    <a:close/>
                  </a:path>
                </a:pathLst>
              </a:custGeom>
              <a:solidFill>
                <a:srgbClr val="F0EDDA"/>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61" name="Google Shape;866;p83"/>
              <p:cNvSpPr/>
              <p:nvPr/>
            </p:nvSpPr>
            <p:spPr>
              <a:xfrm>
                <a:off x="5757" y="914"/>
                <a:ext cx="4" cy="1"/>
              </a:xfrm>
              <a:custGeom>
                <a:avLst/>
                <a:gdLst/>
                <a:ahLst/>
                <a:cxnLst/>
                <a:rect l="l" t="t" r="r" b="b"/>
                <a:pathLst>
                  <a:path w="2" h="1" extrusionOk="0">
                    <a:moveTo>
                      <a:pt x="0" y="0"/>
                    </a:moveTo>
                    <a:cubicBezTo>
                      <a:pt x="1" y="1"/>
                      <a:pt x="1" y="1"/>
                      <a:pt x="1" y="1"/>
                    </a:cubicBezTo>
                    <a:cubicBezTo>
                      <a:pt x="2" y="0"/>
                      <a:pt x="2" y="0"/>
                      <a:pt x="2" y="0"/>
                    </a:cubicBezTo>
                    <a:cubicBezTo>
                      <a:pt x="2" y="0"/>
                      <a:pt x="1" y="0"/>
                      <a:pt x="1" y="0"/>
                    </a:cubicBezTo>
                    <a:cubicBezTo>
                      <a:pt x="1" y="0"/>
                      <a:pt x="0" y="0"/>
                      <a:pt x="0" y="0"/>
                    </a:cubicBezTo>
                    <a:close/>
                  </a:path>
                </a:pathLst>
              </a:custGeom>
              <a:solidFill>
                <a:srgbClr val="47656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62" name="Google Shape;867;p83"/>
              <p:cNvSpPr/>
              <p:nvPr/>
            </p:nvSpPr>
            <p:spPr>
              <a:xfrm>
                <a:off x="5728" y="836"/>
                <a:ext cx="4" cy="2"/>
              </a:xfrm>
              <a:custGeom>
                <a:avLst/>
                <a:gdLst/>
                <a:ahLst/>
                <a:cxnLst/>
                <a:rect l="l" t="t" r="r" b="b"/>
                <a:pathLst>
                  <a:path w="4" h="2" extrusionOk="0">
                    <a:moveTo>
                      <a:pt x="2" y="2"/>
                    </a:moveTo>
                    <a:lnTo>
                      <a:pt x="4" y="2"/>
                    </a:lnTo>
                    <a:lnTo>
                      <a:pt x="2" y="0"/>
                    </a:lnTo>
                    <a:lnTo>
                      <a:pt x="0" y="0"/>
                    </a:lnTo>
                    <a:lnTo>
                      <a:pt x="2" y="2"/>
                    </a:lnTo>
                    <a:close/>
                  </a:path>
                </a:pathLst>
              </a:custGeom>
              <a:solidFill>
                <a:srgbClr val="999999"/>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63" name="Google Shape;868;p83"/>
              <p:cNvSpPr/>
              <p:nvPr/>
            </p:nvSpPr>
            <p:spPr>
              <a:xfrm>
                <a:off x="5730" y="834"/>
                <a:ext cx="6" cy="4"/>
              </a:xfrm>
              <a:custGeom>
                <a:avLst/>
                <a:gdLst/>
                <a:ahLst/>
                <a:cxnLst/>
                <a:rect l="l" t="t" r="r" b="b"/>
                <a:pathLst>
                  <a:path w="6" h="4" extrusionOk="0">
                    <a:moveTo>
                      <a:pt x="2" y="4"/>
                    </a:moveTo>
                    <a:lnTo>
                      <a:pt x="6" y="2"/>
                    </a:lnTo>
                    <a:lnTo>
                      <a:pt x="6" y="0"/>
                    </a:lnTo>
                    <a:lnTo>
                      <a:pt x="0" y="2"/>
                    </a:lnTo>
                    <a:lnTo>
                      <a:pt x="2" y="4"/>
                    </a:lnTo>
                    <a:close/>
                  </a:path>
                </a:pathLst>
              </a:custGeom>
              <a:solidFill>
                <a:srgbClr val="B3B3B3"/>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64" name="Google Shape;869;p83"/>
              <p:cNvSpPr/>
              <p:nvPr/>
            </p:nvSpPr>
            <p:spPr>
              <a:xfrm>
                <a:off x="5736" y="834"/>
                <a:ext cx="2" cy="2"/>
              </a:xfrm>
              <a:custGeom>
                <a:avLst/>
                <a:gdLst/>
                <a:ahLst/>
                <a:cxnLst/>
                <a:rect l="l" t="t" r="r" b="b"/>
                <a:pathLst>
                  <a:path w="2" h="2" extrusionOk="0">
                    <a:moveTo>
                      <a:pt x="0" y="2"/>
                    </a:moveTo>
                    <a:lnTo>
                      <a:pt x="2" y="2"/>
                    </a:lnTo>
                    <a:lnTo>
                      <a:pt x="0" y="0"/>
                    </a:lnTo>
                    <a:lnTo>
                      <a:pt x="0" y="0"/>
                    </a:lnTo>
                    <a:lnTo>
                      <a:pt x="0" y="2"/>
                    </a:lnTo>
                    <a:close/>
                  </a:path>
                </a:pathLst>
              </a:custGeom>
              <a:solidFill>
                <a:srgbClr val="999999"/>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65" name="Google Shape;870;p83"/>
              <p:cNvSpPr/>
              <p:nvPr/>
            </p:nvSpPr>
            <p:spPr>
              <a:xfrm>
                <a:off x="5736" y="814"/>
                <a:ext cx="9" cy="20"/>
              </a:xfrm>
              <a:custGeom>
                <a:avLst/>
                <a:gdLst/>
                <a:ahLst/>
                <a:cxnLst/>
                <a:rect l="l" t="t" r="r" b="b"/>
                <a:pathLst>
                  <a:path w="5" h="10" extrusionOk="0">
                    <a:moveTo>
                      <a:pt x="0" y="2"/>
                    </a:moveTo>
                    <a:cubicBezTo>
                      <a:pt x="0" y="0"/>
                      <a:pt x="2" y="0"/>
                      <a:pt x="2" y="1"/>
                    </a:cubicBezTo>
                    <a:cubicBezTo>
                      <a:pt x="3" y="4"/>
                      <a:pt x="4" y="6"/>
                      <a:pt x="5" y="9"/>
                    </a:cubicBezTo>
                    <a:cubicBezTo>
                      <a:pt x="4" y="9"/>
                      <a:pt x="3" y="10"/>
                      <a:pt x="2" y="10"/>
                    </a:cubicBezTo>
                    <a:cubicBezTo>
                      <a:pt x="1" y="7"/>
                      <a:pt x="1" y="5"/>
                      <a:pt x="0" y="2"/>
                    </a:cubicBezTo>
                    <a:close/>
                  </a:path>
                </a:pathLst>
              </a:custGeom>
              <a:solidFill>
                <a:srgbClr val="F3E8D7"/>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66" name="Google Shape;871;p83"/>
              <p:cNvSpPr/>
              <p:nvPr/>
            </p:nvSpPr>
            <p:spPr>
              <a:xfrm>
                <a:off x="5739" y="832"/>
                <a:ext cx="26" cy="74"/>
              </a:xfrm>
              <a:custGeom>
                <a:avLst/>
                <a:gdLst/>
                <a:ahLst/>
                <a:cxnLst/>
                <a:rect l="l" t="t" r="r" b="b"/>
                <a:pathLst>
                  <a:path w="13" h="38" extrusionOk="0">
                    <a:moveTo>
                      <a:pt x="9" y="34"/>
                    </a:moveTo>
                    <a:cubicBezTo>
                      <a:pt x="11" y="38"/>
                      <a:pt x="13" y="38"/>
                      <a:pt x="12" y="33"/>
                    </a:cubicBezTo>
                    <a:cubicBezTo>
                      <a:pt x="10" y="26"/>
                      <a:pt x="5" y="7"/>
                      <a:pt x="3" y="0"/>
                    </a:cubicBezTo>
                    <a:cubicBezTo>
                      <a:pt x="2" y="0"/>
                      <a:pt x="1" y="0"/>
                      <a:pt x="0" y="1"/>
                    </a:cubicBezTo>
                    <a:cubicBezTo>
                      <a:pt x="2" y="8"/>
                      <a:pt x="7" y="27"/>
                      <a:pt x="9" y="34"/>
                    </a:cubicBezTo>
                    <a:close/>
                  </a:path>
                </a:pathLst>
              </a:custGeom>
              <a:solidFill>
                <a:srgbClr val="E2C59C"/>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67" name="Google Shape;872;p83"/>
              <p:cNvSpPr/>
              <p:nvPr/>
            </p:nvSpPr>
            <p:spPr>
              <a:xfrm>
                <a:off x="5738" y="830"/>
                <a:ext cx="7" cy="4"/>
              </a:xfrm>
              <a:custGeom>
                <a:avLst/>
                <a:gdLst/>
                <a:ahLst/>
                <a:cxnLst/>
                <a:rect l="l" t="t" r="r" b="b"/>
                <a:pathLst>
                  <a:path w="7" h="4" extrusionOk="0">
                    <a:moveTo>
                      <a:pt x="1" y="4"/>
                    </a:moveTo>
                    <a:lnTo>
                      <a:pt x="7" y="2"/>
                    </a:lnTo>
                    <a:lnTo>
                      <a:pt x="7" y="0"/>
                    </a:lnTo>
                    <a:lnTo>
                      <a:pt x="0" y="2"/>
                    </a:lnTo>
                    <a:lnTo>
                      <a:pt x="1" y="4"/>
                    </a:lnTo>
                    <a:close/>
                  </a:path>
                </a:pathLst>
              </a:custGeom>
              <a:solidFill>
                <a:srgbClr val="BDA78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68" name="Google Shape;873;p83"/>
              <p:cNvSpPr/>
              <p:nvPr/>
            </p:nvSpPr>
            <p:spPr>
              <a:xfrm>
                <a:off x="5739" y="818"/>
                <a:ext cx="6" cy="12"/>
              </a:xfrm>
              <a:custGeom>
                <a:avLst/>
                <a:gdLst/>
                <a:ahLst/>
                <a:cxnLst/>
                <a:rect l="l" t="t" r="r" b="b"/>
                <a:pathLst>
                  <a:path w="3" h="6" extrusionOk="0">
                    <a:moveTo>
                      <a:pt x="0" y="0"/>
                    </a:moveTo>
                    <a:cubicBezTo>
                      <a:pt x="1" y="6"/>
                      <a:pt x="1" y="6"/>
                      <a:pt x="1" y="6"/>
                    </a:cubicBezTo>
                    <a:cubicBezTo>
                      <a:pt x="3" y="6"/>
                      <a:pt x="3" y="6"/>
                      <a:pt x="3" y="6"/>
                    </a:cubicBezTo>
                    <a:cubicBezTo>
                      <a:pt x="2" y="4"/>
                      <a:pt x="1" y="0"/>
                      <a:pt x="1" y="0"/>
                    </a:cubicBezTo>
                    <a:lnTo>
                      <a:pt x="0" y="0"/>
                    </a:lnTo>
                    <a:close/>
                  </a:path>
                </a:pathLst>
              </a:cu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69" name="Google Shape;874;p83"/>
              <p:cNvSpPr/>
              <p:nvPr/>
            </p:nvSpPr>
            <p:spPr>
              <a:xfrm>
                <a:off x="5743" y="832"/>
                <a:ext cx="20" cy="72"/>
              </a:xfrm>
              <a:custGeom>
                <a:avLst/>
                <a:gdLst/>
                <a:ahLst/>
                <a:cxnLst/>
                <a:rect l="l" t="t" r="r" b="b"/>
                <a:pathLst>
                  <a:path w="10" h="37" extrusionOk="0">
                    <a:moveTo>
                      <a:pt x="0" y="0"/>
                    </a:moveTo>
                    <a:cubicBezTo>
                      <a:pt x="9" y="37"/>
                      <a:pt x="9" y="37"/>
                      <a:pt x="9" y="37"/>
                    </a:cubicBezTo>
                    <a:cubicBezTo>
                      <a:pt x="10" y="37"/>
                      <a:pt x="10" y="36"/>
                      <a:pt x="10" y="33"/>
                    </a:cubicBezTo>
                    <a:cubicBezTo>
                      <a:pt x="8" y="26"/>
                      <a:pt x="3" y="7"/>
                      <a:pt x="1" y="0"/>
                    </a:cubicBezTo>
                    <a:lnTo>
                      <a:pt x="0" y="0"/>
                    </a:lnTo>
                    <a:close/>
                  </a:path>
                </a:pathLst>
              </a:custGeom>
              <a:solidFill>
                <a:srgbClr val="E9D6B8"/>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70" name="Google Shape;875;p83"/>
              <p:cNvSpPr/>
              <p:nvPr/>
            </p:nvSpPr>
            <p:spPr>
              <a:xfrm>
                <a:off x="5741" y="830"/>
                <a:ext cx="4" cy="2"/>
              </a:xfrm>
              <a:custGeom>
                <a:avLst/>
                <a:gdLst/>
                <a:ahLst/>
                <a:cxnLst/>
                <a:rect l="l" t="t" r="r" b="b"/>
                <a:pathLst>
                  <a:path w="4" h="2" extrusionOk="0">
                    <a:moveTo>
                      <a:pt x="2" y="2"/>
                    </a:moveTo>
                    <a:lnTo>
                      <a:pt x="4" y="2"/>
                    </a:lnTo>
                    <a:lnTo>
                      <a:pt x="4" y="2"/>
                    </a:lnTo>
                    <a:lnTo>
                      <a:pt x="4" y="0"/>
                    </a:lnTo>
                    <a:lnTo>
                      <a:pt x="4" y="0"/>
                    </a:lnTo>
                    <a:lnTo>
                      <a:pt x="0" y="0"/>
                    </a:lnTo>
                    <a:lnTo>
                      <a:pt x="2" y="2"/>
                    </a:lnTo>
                    <a:close/>
                  </a:path>
                </a:pathLst>
              </a:custGeom>
              <a:solidFill>
                <a:srgbClr val="CFB48E"/>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71" name="Google Shape;876;p83"/>
              <p:cNvSpPr/>
              <p:nvPr/>
            </p:nvSpPr>
            <p:spPr>
              <a:xfrm>
                <a:off x="5732" y="803"/>
                <a:ext cx="9" cy="17"/>
              </a:xfrm>
              <a:custGeom>
                <a:avLst/>
                <a:gdLst/>
                <a:ahLst/>
                <a:cxnLst/>
                <a:rect l="l" t="t" r="r" b="b"/>
                <a:pathLst>
                  <a:path w="5" h="9" extrusionOk="0">
                    <a:moveTo>
                      <a:pt x="3" y="9"/>
                    </a:moveTo>
                    <a:cubicBezTo>
                      <a:pt x="5" y="8"/>
                      <a:pt x="5" y="8"/>
                      <a:pt x="5" y="8"/>
                    </a:cubicBezTo>
                    <a:cubicBezTo>
                      <a:pt x="5" y="7"/>
                      <a:pt x="5" y="6"/>
                      <a:pt x="4" y="5"/>
                    </a:cubicBezTo>
                    <a:cubicBezTo>
                      <a:pt x="4" y="4"/>
                      <a:pt x="4" y="3"/>
                      <a:pt x="4" y="3"/>
                    </a:cubicBezTo>
                    <a:cubicBezTo>
                      <a:pt x="3" y="2"/>
                      <a:pt x="2" y="1"/>
                      <a:pt x="2" y="0"/>
                    </a:cubicBezTo>
                    <a:cubicBezTo>
                      <a:pt x="2" y="0"/>
                      <a:pt x="0" y="1"/>
                      <a:pt x="1" y="4"/>
                    </a:cubicBezTo>
                    <a:cubicBezTo>
                      <a:pt x="1" y="5"/>
                      <a:pt x="1" y="5"/>
                      <a:pt x="1" y="6"/>
                    </a:cubicBezTo>
                    <a:cubicBezTo>
                      <a:pt x="1" y="7"/>
                      <a:pt x="2" y="8"/>
                      <a:pt x="3" y="9"/>
                    </a:cubicBezTo>
                    <a:close/>
                  </a:path>
                </a:pathLst>
              </a:custGeom>
              <a:solidFill>
                <a:srgbClr val="E2C59C"/>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72" name="Google Shape;877;p83"/>
              <p:cNvSpPr/>
              <p:nvPr/>
            </p:nvSpPr>
            <p:spPr>
              <a:xfrm>
                <a:off x="5734" y="803"/>
                <a:ext cx="7" cy="15"/>
              </a:xfrm>
              <a:custGeom>
                <a:avLst/>
                <a:gdLst/>
                <a:ahLst/>
                <a:cxnLst/>
                <a:rect l="l" t="t" r="r" b="b"/>
                <a:pathLst>
                  <a:path w="4" h="8" extrusionOk="0">
                    <a:moveTo>
                      <a:pt x="3" y="8"/>
                    </a:moveTo>
                    <a:cubicBezTo>
                      <a:pt x="3" y="8"/>
                      <a:pt x="3" y="8"/>
                      <a:pt x="3" y="8"/>
                    </a:cubicBezTo>
                    <a:cubicBezTo>
                      <a:pt x="4" y="8"/>
                      <a:pt x="4" y="8"/>
                      <a:pt x="4" y="8"/>
                    </a:cubicBezTo>
                    <a:cubicBezTo>
                      <a:pt x="4" y="7"/>
                      <a:pt x="4" y="6"/>
                      <a:pt x="3" y="5"/>
                    </a:cubicBezTo>
                    <a:cubicBezTo>
                      <a:pt x="3" y="4"/>
                      <a:pt x="3" y="3"/>
                      <a:pt x="3" y="3"/>
                    </a:cubicBezTo>
                    <a:cubicBezTo>
                      <a:pt x="2" y="2"/>
                      <a:pt x="1" y="1"/>
                      <a:pt x="1" y="0"/>
                    </a:cubicBezTo>
                    <a:cubicBezTo>
                      <a:pt x="1" y="0"/>
                      <a:pt x="0" y="1"/>
                      <a:pt x="2" y="4"/>
                    </a:cubicBezTo>
                    <a:cubicBezTo>
                      <a:pt x="3" y="6"/>
                      <a:pt x="3" y="7"/>
                      <a:pt x="3" y="8"/>
                    </a:cubicBezTo>
                    <a:close/>
                  </a:path>
                </a:pathLst>
              </a:custGeom>
              <a:solidFill>
                <a:srgbClr val="E8D1B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73" name="Google Shape;878;p83"/>
              <p:cNvSpPr/>
              <p:nvPr/>
            </p:nvSpPr>
            <p:spPr>
              <a:xfrm>
                <a:off x="5759" y="892"/>
                <a:ext cx="10" cy="16"/>
              </a:xfrm>
              <a:custGeom>
                <a:avLst/>
                <a:gdLst/>
                <a:ahLst/>
                <a:cxnLst/>
                <a:rect l="l" t="t" r="r" b="b"/>
                <a:pathLst>
                  <a:path w="5" h="8" extrusionOk="0">
                    <a:moveTo>
                      <a:pt x="5" y="5"/>
                    </a:moveTo>
                    <a:cubicBezTo>
                      <a:pt x="4" y="5"/>
                      <a:pt x="3" y="6"/>
                      <a:pt x="2" y="8"/>
                    </a:cubicBezTo>
                    <a:cubicBezTo>
                      <a:pt x="2" y="8"/>
                      <a:pt x="2" y="8"/>
                      <a:pt x="2" y="8"/>
                    </a:cubicBezTo>
                    <a:cubicBezTo>
                      <a:pt x="2" y="8"/>
                      <a:pt x="2" y="8"/>
                      <a:pt x="2" y="8"/>
                    </a:cubicBezTo>
                    <a:cubicBezTo>
                      <a:pt x="3" y="4"/>
                      <a:pt x="3" y="4"/>
                      <a:pt x="3" y="4"/>
                    </a:cubicBezTo>
                    <a:cubicBezTo>
                      <a:pt x="3" y="4"/>
                      <a:pt x="3" y="4"/>
                      <a:pt x="3" y="4"/>
                    </a:cubicBezTo>
                    <a:cubicBezTo>
                      <a:pt x="3" y="3"/>
                      <a:pt x="3" y="3"/>
                      <a:pt x="3" y="3"/>
                    </a:cubicBezTo>
                    <a:cubicBezTo>
                      <a:pt x="2" y="3"/>
                      <a:pt x="2" y="3"/>
                      <a:pt x="2" y="3"/>
                    </a:cubicBezTo>
                    <a:cubicBezTo>
                      <a:pt x="2" y="4"/>
                      <a:pt x="2" y="4"/>
                      <a:pt x="2" y="4"/>
                    </a:cubicBezTo>
                    <a:cubicBezTo>
                      <a:pt x="2" y="8"/>
                      <a:pt x="2" y="8"/>
                      <a:pt x="2" y="8"/>
                    </a:cubicBezTo>
                    <a:cubicBezTo>
                      <a:pt x="2" y="8"/>
                      <a:pt x="2" y="8"/>
                      <a:pt x="2" y="8"/>
                    </a:cubicBezTo>
                    <a:cubicBezTo>
                      <a:pt x="1" y="8"/>
                      <a:pt x="1" y="8"/>
                      <a:pt x="1" y="8"/>
                    </a:cubicBezTo>
                    <a:cubicBezTo>
                      <a:pt x="2" y="6"/>
                      <a:pt x="1" y="4"/>
                      <a:pt x="0" y="4"/>
                    </a:cubicBezTo>
                    <a:cubicBezTo>
                      <a:pt x="0" y="3"/>
                      <a:pt x="1" y="3"/>
                      <a:pt x="1" y="2"/>
                    </a:cubicBezTo>
                    <a:cubicBezTo>
                      <a:pt x="1" y="1"/>
                      <a:pt x="1" y="0"/>
                      <a:pt x="1" y="0"/>
                    </a:cubicBezTo>
                    <a:cubicBezTo>
                      <a:pt x="2" y="0"/>
                      <a:pt x="2" y="0"/>
                      <a:pt x="3" y="0"/>
                    </a:cubicBezTo>
                    <a:cubicBezTo>
                      <a:pt x="4" y="0"/>
                      <a:pt x="4" y="0"/>
                      <a:pt x="5" y="0"/>
                    </a:cubicBezTo>
                    <a:cubicBezTo>
                      <a:pt x="5" y="1"/>
                      <a:pt x="5" y="2"/>
                      <a:pt x="5" y="3"/>
                    </a:cubicBezTo>
                    <a:cubicBezTo>
                      <a:pt x="5" y="3"/>
                      <a:pt x="5" y="4"/>
                      <a:pt x="5" y="5"/>
                    </a:cubicBezTo>
                    <a:close/>
                  </a:path>
                </a:pathLst>
              </a:custGeom>
              <a:solidFill>
                <a:srgbClr val="E6E6E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sp>
          <p:nvSpPr>
            <p:cNvPr id="329" name="Google Shape;879;p83"/>
            <p:cNvSpPr/>
            <p:nvPr/>
          </p:nvSpPr>
          <p:spPr>
            <a:xfrm>
              <a:off x="5759" y="892"/>
              <a:ext cx="10" cy="16"/>
            </a:xfrm>
            <a:custGeom>
              <a:avLst/>
              <a:gdLst/>
              <a:ahLst/>
              <a:cxnLst/>
              <a:rect l="l" t="t" r="r" b="b"/>
              <a:pathLst>
                <a:path w="5" h="8" extrusionOk="0">
                  <a:moveTo>
                    <a:pt x="2" y="8"/>
                  </a:moveTo>
                  <a:cubicBezTo>
                    <a:pt x="2" y="8"/>
                    <a:pt x="2" y="8"/>
                    <a:pt x="2" y="8"/>
                  </a:cubicBezTo>
                  <a:cubicBezTo>
                    <a:pt x="2" y="8"/>
                    <a:pt x="2" y="8"/>
                    <a:pt x="2" y="8"/>
                  </a:cubicBezTo>
                  <a:cubicBezTo>
                    <a:pt x="2" y="8"/>
                    <a:pt x="2" y="8"/>
                    <a:pt x="2" y="8"/>
                  </a:cubicBezTo>
                  <a:cubicBezTo>
                    <a:pt x="1" y="8"/>
                    <a:pt x="1" y="8"/>
                    <a:pt x="1" y="8"/>
                  </a:cubicBezTo>
                  <a:cubicBezTo>
                    <a:pt x="1" y="8"/>
                    <a:pt x="1" y="8"/>
                    <a:pt x="1" y="8"/>
                  </a:cubicBezTo>
                  <a:cubicBezTo>
                    <a:pt x="1" y="6"/>
                    <a:pt x="1" y="4"/>
                    <a:pt x="0" y="4"/>
                  </a:cubicBezTo>
                  <a:cubicBezTo>
                    <a:pt x="0" y="4"/>
                    <a:pt x="0" y="4"/>
                    <a:pt x="0" y="4"/>
                  </a:cubicBezTo>
                  <a:cubicBezTo>
                    <a:pt x="0" y="4"/>
                    <a:pt x="0" y="4"/>
                    <a:pt x="0" y="4"/>
                  </a:cubicBezTo>
                  <a:cubicBezTo>
                    <a:pt x="0" y="3"/>
                    <a:pt x="1" y="3"/>
                    <a:pt x="1" y="2"/>
                  </a:cubicBezTo>
                  <a:cubicBezTo>
                    <a:pt x="1" y="1"/>
                    <a:pt x="1" y="0"/>
                    <a:pt x="1" y="0"/>
                  </a:cubicBezTo>
                  <a:cubicBezTo>
                    <a:pt x="1" y="0"/>
                    <a:pt x="1" y="0"/>
                    <a:pt x="1" y="0"/>
                  </a:cubicBezTo>
                  <a:cubicBezTo>
                    <a:pt x="1" y="0"/>
                    <a:pt x="1" y="0"/>
                    <a:pt x="1" y="0"/>
                  </a:cubicBezTo>
                  <a:cubicBezTo>
                    <a:pt x="2" y="0"/>
                    <a:pt x="2" y="0"/>
                    <a:pt x="3" y="0"/>
                  </a:cubicBezTo>
                  <a:cubicBezTo>
                    <a:pt x="4" y="0"/>
                    <a:pt x="4" y="0"/>
                    <a:pt x="5" y="0"/>
                  </a:cubicBezTo>
                  <a:cubicBezTo>
                    <a:pt x="5" y="0"/>
                    <a:pt x="5" y="0"/>
                    <a:pt x="5" y="0"/>
                  </a:cubicBezTo>
                  <a:cubicBezTo>
                    <a:pt x="5" y="0"/>
                    <a:pt x="5" y="0"/>
                    <a:pt x="5" y="0"/>
                  </a:cubicBezTo>
                  <a:cubicBezTo>
                    <a:pt x="5" y="1"/>
                    <a:pt x="5" y="2"/>
                    <a:pt x="5" y="3"/>
                  </a:cubicBezTo>
                  <a:cubicBezTo>
                    <a:pt x="5" y="3"/>
                    <a:pt x="5" y="4"/>
                    <a:pt x="5" y="5"/>
                  </a:cubicBezTo>
                  <a:cubicBezTo>
                    <a:pt x="5" y="5"/>
                    <a:pt x="5" y="5"/>
                    <a:pt x="5" y="5"/>
                  </a:cubicBezTo>
                  <a:cubicBezTo>
                    <a:pt x="5" y="5"/>
                    <a:pt x="5" y="5"/>
                    <a:pt x="5" y="5"/>
                  </a:cubicBezTo>
                  <a:cubicBezTo>
                    <a:pt x="4" y="5"/>
                    <a:pt x="3" y="6"/>
                    <a:pt x="2" y="8"/>
                  </a:cubicBezTo>
                  <a:close/>
                  <a:moveTo>
                    <a:pt x="3" y="4"/>
                  </a:moveTo>
                  <a:cubicBezTo>
                    <a:pt x="2" y="7"/>
                    <a:pt x="2" y="7"/>
                    <a:pt x="2" y="7"/>
                  </a:cubicBezTo>
                  <a:cubicBezTo>
                    <a:pt x="3" y="6"/>
                    <a:pt x="4" y="5"/>
                    <a:pt x="5" y="5"/>
                  </a:cubicBezTo>
                  <a:cubicBezTo>
                    <a:pt x="5" y="4"/>
                    <a:pt x="5" y="3"/>
                    <a:pt x="5" y="3"/>
                  </a:cubicBezTo>
                  <a:cubicBezTo>
                    <a:pt x="5" y="2"/>
                    <a:pt x="5" y="1"/>
                    <a:pt x="5" y="1"/>
                  </a:cubicBezTo>
                  <a:cubicBezTo>
                    <a:pt x="4" y="1"/>
                    <a:pt x="4" y="1"/>
                    <a:pt x="3" y="0"/>
                  </a:cubicBezTo>
                  <a:cubicBezTo>
                    <a:pt x="2" y="0"/>
                    <a:pt x="2" y="0"/>
                    <a:pt x="1" y="0"/>
                  </a:cubicBezTo>
                  <a:cubicBezTo>
                    <a:pt x="1" y="1"/>
                    <a:pt x="1" y="1"/>
                    <a:pt x="1" y="2"/>
                  </a:cubicBezTo>
                  <a:cubicBezTo>
                    <a:pt x="1" y="3"/>
                    <a:pt x="1" y="3"/>
                    <a:pt x="0" y="4"/>
                  </a:cubicBezTo>
                  <a:cubicBezTo>
                    <a:pt x="1" y="4"/>
                    <a:pt x="2" y="6"/>
                    <a:pt x="2" y="7"/>
                  </a:cubicBezTo>
                  <a:cubicBezTo>
                    <a:pt x="2" y="4"/>
                    <a:pt x="2" y="4"/>
                    <a:pt x="2" y="4"/>
                  </a:cubicBezTo>
                  <a:cubicBezTo>
                    <a:pt x="2" y="4"/>
                    <a:pt x="2" y="4"/>
                    <a:pt x="2" y="3"/>
                  </a:cubicBezTo>
                  <a:cubicBezTo>
                    <a:pt x="2" y="3"/>
                    <a:pt x="2" y="3"/>
                    <a:pt x="3" y="3"/>
                  </a:cubicBezTo>
                  <a:cubicBezTo>
                    <a:pt x="3" y="3"/>
                    <a:pt x="3" y="3"/>
                    <a:pt x="3" y="4"/>
                  </a:cubicBezTo>
                  <a:cubicBezTo>
                    <a:pt x="3" y="4"/>
                    <a:pt x="3" y="4"/>
                    <a:pt x="3" y="4"/>
                  </a:cubicBezTo>
                  <a:close/>
                  <a:moveTo>
                    <a:pt x="3" y="3"/>
                  </a:moveTo>
                  <a:cubicBezTo>
                    <a:pt x="2" y="3"/>
                    <a:pt x="2" y="3"/>
                    <a:pt x="2" y="4"/>
                  </a:cubicBezTo>
                  <a:cubicBezTo>
                    <a:pt x="2" y="4"/>
                    <a:pt x="2" y="4"/>
                    <a:pt x="2" y="4"/>
                  </a:cubicBezTo>
                  <a:cubicBezTo>
                    <a:pt x="3" y="4"/>
                    <a:pt x="3" y="4"/>
                    <a:pt x="3" y="4"/>
                  </a:cubicBezTo>
                  <a:cubicBezTo>
                    <a:pt x="3" y="4"/>
                    <a:pt x="3" y="4"/>
                    <a:pt x="3" y="4"/>
                  </a:cubicBezTo>
                  <a:cubicBezTo>
                    <a:pt x="3" y="4"/>
                    <a:pt x="3" y="4"/>
                    <a:pt x="3" y="4"/>
                  </a:cubicBezTo>
                  <a:cubicBezTo>
                    <a:pt x="3" y="3"/>
                    <a:pt x="3" y="3"/>
                    <a:pt x="3" y="3"/>
                  </a:cubicBezTo>
                  <a:cubicBezTo>
                    <a:pt x="3" y="3"/>
                    <a:pt x="3" y="3"/>
                    <a:pt x="3" y="3"/>
                  </a:cubicBezTo>
                  <a:close/>
                </a:path>
              </a:pathLst>
            </a:custGeom>
            <a:solidFill>
              <a:srgbClr val="B3B3B3"/>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30" name="Google Shape;880;p83"/>
            <p:cNvSpPr/>
            <p:nvPr/>
          </p:nvSpPr>
          <p:spPr>
            <a:xfrm>
              <a:off x="5761" y="849"/>
              <a:ext cx="13" cy="43"/>
            </a:xfrm>
            <a:custGeom>
              <a:avLst/>
              <a:gdLst/>
              <a:ahLst/>
              <a:cxnLst/>
              <a:rect l="l" t="t" r="r" b="b"/>
              <a:pathLst>
                <a:path w="7" h="22" extrusionOk="0">
                  <a:moveTo>
                    <a:pt x="3" y="4"/>
                  </a:moveTo>
                  <a:cubicBezTo>
                    <a:pt x="4" y="0"/>
                    <a:pt x="7" y="1"/>
                    <a:pt x="7" y="4"/>
                  </a:cubicBezTo>
                  <a:cubicBezTo>
                    <a:pt x="6" y="10"/>
                    <a:pt x="5" y="16"/>
                    <a:pt x="4" y="22"/>
                  </a:cubicBezTo>
                  <a:cubicBezTo>
                    <a:pt x="3" y="22"/>
                    <a:pt x="1" y="22"/>
                    <a:pt x="0" y="22"/>
                  </a:cubicBezTo>
                  <a:cubicBezTo>
                    <a:pt x="1" y="16"/>
                    <a:pt x="2" y="10"/>
                    <a:pt x="3" y="4"/>
                  </a:cubicBezTo>
                  <a:close/>
                </a:path>
              </a:pathLst>
            </a:custGeom>
            <a:solidFill>
              <a:srgbClr val="EF6A54"/>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31" name="Google Shape;881;p83"/>
            <p:cNvSpPr/>
            <p:nvPr/>
          </p:nvSpPr>
          <p:spPr>
            <a:xfrm>
              <a:off x="5761" y="892"/>
              <a:ext cx="8" cy="2"/>
            </a:xfrm>
            <a:custGeom>
              <a:avLst/>
              <a:gdLst/>
              <a:ahLst/>
              <a:cxnLst/>
              <a:rect l="l" t="t" r="r" b="b"/>
              <a:pathLst>
                <a:path w="8" h="2" extrusionOk="0">
                  <a:moveTo>
                    <a:pt x="0" y="0"/>
                  </a:moveTo>
                  <a:lnTo>
                    <a:pt x="8" y="0"/>
                  </a:lnTo>
                  <a:lnTo>
                    <a:pt x="8" y="2"/>
                  </a:lnTo>
                  <a:lnTo>
                    <a:pt x="0" y="0"/>
                  </a:lnTo>
                  <a:lnTo>
                    <a:pt x="0" y="0"/>
                  </a:lnTo>
                  <a:close/>
                </a:path>
              </a:pathLst>
            </a:custGeom>
            <a:solidFill>
              <a:srgbClr val="D75B4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32" name="Google Shape;882;p83"/>
            <p:cNvSpPr/>
            <p:nvPr/>
          </p:nvSpPr>
          <p:spPr>
            <a:xfrm>
              <a:off x="5765" y="836"/>
              <a:ext cx="13" cy="31"/>
            </a:xfrm>
            <a:custGeom>
              <a:avLst/>
              <a:gdLst/>
              <a:ahLst/>
              <a:cxnLst/>
              <a:rect l="l" t="t" r="r" b="b"/>
              <a:pathLst>
                <a:path w="7" h="16" extrusionOk="0">
                  <a:moveTo>
                    <a:pt x="0" y="15"/>
                  </a:moveTo>
                  <a:cubicBezTo>
                    <a:pt x="2" y="2"/>
                    <a:pt x="2" y="2"/>
                    <a:pt x="2" y="2"/>
                  </a:cubicBezTo>
                  <a:cubicBezTo>
                    <a:pt x="2" y="1"/>
                    <a:pt x="3" y="0"/>
                    <a:pt x="4" y="0"/>
                  </a:cubicBezTo>
                  <a:cubicBezTo>
                    <a:pt x="5" y="0"/>
                    <a:pt x="5" y="0"/>
                    <a:pt x="5" y="0"/>
                  </a:cubicBezTo>
                  <a:cubicBezTo>
                    <a:pt x="6" y="1"/>
                    <a:pt x="7" y="2"/>
                    <a:pt x="7" y="3"/>
                  </a:cubicBezTo>
                  <a:cubicBezTo>
                    <a:pt x="5" y="16"/>
                    <a:pt x="5" y="16"/>
                    <a:pt x="5" y="16"/>
                  </a:cubicBezTo>
                  <a:lnTo>
                    <a:pt x="0" y="15"/>
                  </a:lnTo>
                  <a:close/>
                </a:path>
              </a:pathLst>
            </a:custGeom>
            <a:solidFill>
              <a:srgbClr val="D75B4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33" name="Google Shape;883;p83"/>
            <p:cNvSpPr/>
            <p:nvPr/>
          </p:nvSpPr>
          <p:spPr>
            <a:xfrm>
              <a:off x="5769" y="840"/>
              <a:ext cx="11" cy="23"/>
            </a:xfrm>
            <a:custGeom>
              <a:avLst/>
              <a:gdLst/>
              <a:ahLst/>
              <a:cxnLst/>
              <a:rect l="l" t="t" r="r" b="b"/>
              <a:pathLst>
                <a:path w="6" h="12" extrusionOk="0">
                  <a:moveTo>
                    <a:pt x="0" y="0"/>
                  </a:moveTo>
                  <a:cubicBezTo>
                    <a:pt x="4" y="1"/>
                    <a:pt x="4" y="1"/>
                    <a:pt x="4" y="1"/>
                  </a:cubicBezTo>
                  <a:cubicBezTo>
                    <a:pt x="5" y="1"/>
                    <a:pt x="6" y="2"/>
                    <a:pt x="6" y="2"/>
                  </a:cubicBezTo>
                  <a:cubicBezTo>
                    <a:pt x="4" y="10"/>
                    <a:pt x="4" y="10"/>
                    <a:pt x="4" y="10"/>
                  </a:cubicBezTo>
                  <a:cubicBezTo>
                    <a:pt x="4" y="10"/>
                    <a:pt x="4" y="10"/>
                    <a:pt x="4" y="10"/>
                  </a:cubicBezTo>
                  <a:cubicBezTo>
                    <a:pt x="4" y="12"/>
                    <a:pt x="4" y="12"/>
                    <a:pt x="4" y="12"/>
                  </a:cubicBezTo>
                  <a:cubicBezTo>
                    <a:pt x="3" y="12"/>
                    <a:pt x="3" y="11"/>
                    <a:pt x="3" y="11"/>
                  </a:cubicBezTo>
                  <a:cubicBezTo>
                    <a:pt x="3" y="11"/>
                    <a:pt x="4" y="10"/>
                    <a:pt x="4" y="10"/>
                  </a:cubicBezTo>
                  <a:cubicBezTo>
                    <a:pt x="5" y="2"/>
                    <a:pt x="5" y="2"/>
                    <a:pt x="5" y="2"/>
                  </a:cubicBezTo>
                  <a:cubicBezTo>
                    <a:pt x="5" y="2"/>
                    <a:pt x="5" y="2"/>
                    <a:pt x="4" y="2"/>
                  </a:cubicBezTo>
                  <a:cubicBezTo>
                    <a:pt x="0" y="1"/>
                    <a:pt x="0" y="1"/>
                    <a:pt x="0" y="1"/>
                  </a:cubicBezTo>
                  <a:cubicBezTo>
                    <a:pt x="0" y="1"/>
                    <a:pt x="0" y="1"/>
                    <a:pt x="0" y="0"/>
                  </a:cubicBezTo>
                  <a:cubicBezTo>
                    <a:pt x="0" y="0"/>
                    <a:pt x="0" y="0"/>
                    <a:pt x="0" y="0"/>
                  </a:cubicBezTo>
                  <a:close/>
                </a:path>
              </a:pathLst>
            </a:custGeom>
            <a:solidFill>
              <a:srgbClr val="EF6A54"/>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34" name="Google Shape;884;p83"/>
            <p:cNvSpPr/>
            <p:nvPr/>
          </p:nvSpPr>
          <p:spPr>
            <a:xfrm>
              <a:off x="5739" y="873"/>
              <a:ext cx="33" cy="56"/>
            </a:xfrm>
            <a:custGeom>
              <a:avLst/>
              <a:gdLst/>
              <a:ahLst/>
              <a:cxnLst/>
              <a:rect l="l" t="t" r="r" b="b"/>
              <a:pathLst>
                <a:path w="17" h="29" extrusionOk="0">
                  <a:moveTo>
                    <a:pt x="0" y="0"/>
                  </a:moveTo>
                  <a:cubicBezTo>
                    <a:pt x="0" y="27"/>
                    <a:pt x="0" y="27"/>
                    <a:pt x="0" y="27"/>
                  </a:cubicBezTo>
                  <a:cubicBezTo>
                    <a:pt x="0" y="28"/>
                    <a:pt x="1" y="29"/>
                    <a:pt x="2" y="29"/>
                  </a:cubicBezTo>
                  <a:cubicBezTo>
                    <a:pt x="15" y="29"/>
                    <a:pt x="15" y="29"/>
                    <a:pt x="15" y="29"/>
                  </a:cubicBezTo>
                  <a:cubicBezTo>
                    <a:pt x="16" y="29"/>
                    <a:pt x="17" y="28"/>
                    <a:pt x="17" y="27"/>
                  </a:cubicBezTo>
                  <a:cubicBezTo>
                    <a:pt x="17" y="0"/>
                    <a:pt x="17" y="0"/>
                    <a:pt x="17" y="0"/>
                  </a:cubicBezTo>
                  <a:lnTo>
                    <a:pt x="0" y="0"/>
                  </a:lnTo>
                  <a:close/>
                </a:path>
              </a:pathLst>
            </a:custGeom>
            <a:solidFill>
              <a:srgbClr val="47656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35" name="Google Shape;885;p83"/>
            <p:cNvSpPr/>
            <p:nvPr/>
          </p:nvSpPr>
          <p:spPr>
            <a:xfrm>
              <a:off x="5113" y="882"/>
              <a:ext cx="111" cy="18"/>
            </a:xfrm>
            <a:custGeom>
              <a:avLst/>
              <a:gdLst/>
              <a:ahLst/>
              <a:cxnLst/>
              <a:rect l="l" t="t" r="r" b="b"/>
              <a:pathLst>
                <a:path w="57" h="9" extrusionOk="0">
                  <a:moveTo>
                    <a:pt x="0" y="8"/>
                  </a:moveTo>
                  <a:cubicBezTo>
                    <a:pt x="0" y="8"/>
                    <a:pt x="0" y="8"/>
                    <a:pt x="0" y="8"/>
                  </a:cubicBezTo>
                  <a:cubicBezTo>
                    <a:pt x="1" y="8"/>
                    <a:pt x="1" y="8"/>
                    <a:pt x="1" y="7"/>
                  </a:cubicBezTo>
                  <a:cubicBezTo>
                    <a:pt x="1" y="2"/>
                    <a:pt x="1" y="2"/>
                    <a:pt x="1" y="2"/>
                  </a:cubicBezTo>
                  <a:cubicBezTo>
                    <a:pt x="1" y="1"/>
                    <a:pt x="1" y="1"/>
                    <a:pt x="0" y="1"/>
                  </a:cubicBezTo>
                  <a:cubicBezTo>
                    <a:pt x="0" y="1"/>
                    <a:pt x="0" y="1"/>
                    <a:pt x="0" y="1"/>
                  </a:cubicBezTo>
                  <a:cubicBezTo>
                    <a:pt x="0" y="0"/>
                    <a:pt x="0" y="0"/>
                    <a:pt x="0" y="0"/>
                  </a:cubicBezTo>
                  <a:cubicBezTo>
                    <a:pt x="56" y="0"/>
                    <a:pt x="56" y="0"/>
                    <a:pt x="56" y="0"/>
                  </a:cubicBezTo>
                  <a:cubicBezTo>
                    <a:pt x="56" y="0"/>
                    <a:pt x="57" y="1"/>
                    <a:pt x="57" y="2"/>
                  </a:cubicBezTo>
                  <a:cubicBezTo>
                    <a:pt x="57" y="7"/>
                    <a:pt x="57" y="7"/>
                    <a:pt x="57" y="7"/>
                  </a:cubicBezTo>
                  <a:cubicBezTo>
                    <a:pt x="57" y="8"/>
                    <a:pt x="56" y="9"/>
                    <a:pt x="56" y="9"/>
                  </a:cubicBezTo>
                  <a:cubicBezTo>
                    <a:pt x="0" y="9"/>
                    <a:pt x="0" y="9"/>
                    <a:pt x="0" y="9"/>
                  </a:cubicBezTo>
                  <a:lnTo>
                    <a:pt x="0" y="8"/>
                  </a:lnTo>
                  <a:close/>
                </a:path>
              </a:pathLst>
            </a:custGeom>
            <a:solidFill>
              <a:srgbClr val="15B0B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36" name="Google Shape;886;p83"/>
            <p:cNvSpPr/>
            <p:nvPr/>
          </p:nvSpPr>
          <p:spPr>
            <a:xfrm>
              <a:off x="5113" y="882"/>
              <a:ext cx="56" cy="18"/>
            </a:xfrm>
            <a:custGeom>
              <a:avLst/>
              <a:gdLst/>
              <a:ahLst/>
              <a:cxnLst/>
              <a:rect l="l" t="t" r="r" b="b"/>
              <a:pathLst>
                <a:path w="29" h="9" extrusionOk="0">
                  <a:moveTo>
                    <a:pt x="0" y="8"/>
                  </a:moveTo>
                  <a:cubicBezTo>
                    <a:pt x="0" y="8"/>
                    <a:pt x="0" y="8"/>
                    <a:pt x="0" y="8"/>
                  </a:cubicBezTo>
                  <a:cubicBezTo>
                    <a:pt x="1" y="8"/>
                    <a:pt x="1" y="8"/>
                    <a:pt x="1" y="7"/>
                  </a:cubicBezTo>
                  <a:cubicBezTo>
                    <a:pt x="1" y="2"/>
                    <a:pt x="1" y="2"/>
                    <a:pt x="1" y="2"/>
                  </a:cubicBezTo>
                  <a:cubicBezTo>
                    <a:pt x="1" y="1"/>
                    <a:pt x="1" y="1"/>
                    <a:pt x="0" y="1"/>
                  </a:cubicBezTo>
                  <a:cubicBezTo>
                    <a:pt x="0" y="1"/>
                    <a:pt x="0" y="1"/>
                    <a:pt x="0" y="1"/>
                  </a:cubicBezTo>
                  <a:cubicBezTo>
                    <a:pt x="0" y="0"/>
                    <a:pt x="0" y="0"/>
                    <a:pt x="0" y="0"/>
                  </a:cubicBezTo>
                  <a:cubicBezTo>
                    <a:pt x="29" y="0"/>
                    <a:pt x="29" y="0"/>
                    <a:pt x="29" y="0"/>
                  </a:cubicBezTo>
                  <a:cubicBezTo>
                    <a:pt x="29" y="9"/>
                    <a:pt x="29" y="9"/>
                    <a:pt x="29" y="9"/>
                  </a:cubicBezTo>
                  <a:cubicBezTo>
                    <a:pt x="0" y="9"/>
                    <a:pt x="0" y="9"/>
                    <a:pt x="0" y="9"/>
                  </a:cubicBezTo>
                  <a:lnTo>
                    <a:pt x="0" y="8"/>
                  </a:lnTo>
                  <a:close/>
                </a:path>
              </a:pathLst>
            </a:custGeom>
            <a:solidFill>
              <a:srgbClr val="1695A4"/>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37" name="Google Shape;887;p83"/>
            <p:cNvSpPr/>
            <p:nvPr/>
          </p:nvSpPr>
          <p:spPr>
            <a:xfrm>
              <a:off x="5113" y="884"/>
              <a:ext cx="109" cy="14"/>
            </a:xfrm>
            <a:custGeom>
              <a:avLst/>
              <a:gdLst/>
              <a:ahLst/>
              <a:cxnLst/>
              <a:rect l="l" t="t" r="r" b="b"/>
              <a:pathLst>
                <a:path w="56" h="7" extrusionOk="0">
                  <a:moveTo>
                    <a:pt x="1" y="6"/>
                  </a:moveTo>
                  <a:cubicBezTo>
                    <a:pt x="1" y="1"/>
                    <a:pt x="1" y="1"/>
                    <a:pt x="1" y="1"/>
                  </a:cubicBezTo>
                  <a:cubicBezTo>
                    <a:pt x="1" y="0"/>
                    <a:pt x="1" y="0"/>
                    <a:pt x="0" y="0"/>
                  </a:cubicBezTo>
                  <a:cubicBezTo>
                    <a:pt x="56" y="0"/>
                    <a:pt x="56" y="0"/>
                    <a:pt x="56" y="0"/>
                  </a:cubicBezTo>
                  <a:cubicBezTo>
                    <a:pt x="56" y="0"/>
                    <a:pt x="56" y="0"/>
                    <a:pt x="56" y="1"/>
                  </a:cubicBezTo>
                  <a:cubicBezTo>
                    <a:pt x="56" y="6"/>
                    <a:pt x="56" y="6"/>
                    <a:pt x="56" y="6"/>
                  </a:cubicBezTo>
                  <a:cubicBezTo>
                    <a:pt x="56" y="7"/>
                    <a:pt x="56" y="7"/>
                    <a:pt x="56" y="7"/>
                  </a:cubicBezTo>
                  <a:cubicBezTo>
                    <a:pt x="0" y="7"/>
                    <a:pt x="0" y="7"/>
                    <a:pt x="0" y="7"/>
                  </a:cubicBezTo>
                  <a:cubicBezTo>
                    <a:pt x="1" y="7"/>
                    <a:pt x="1" y="7"/>
                    <a:pt x="1" y="6"/>
                  </a:cubicBezTo>
                  <a:close/>
                </a:path>
              </a:pathLst>
            </a:cu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38" name="Google Shape;888;p83"/>
            <p:cNvSpPr/>
            <p:nvPr/>
          </p:nvSpPr>
          <p:spPr>
            <a:xfrm>
              <a:off x="5142" y="865"/>
              <a:ext cx="74" cy="17"/>
            </a:xfrm>
            <a:custGeom>
              <a:avLst/>
              <a:gdLst/>
              <a:ahLst/>
              <a:cxnLst/>
              <a:rect l="l" t="t" r="r" b="b"/>
              <a:pathLst>
                <a:path w="38" h="9" extrusionOk="0">
                  <a:moveTo>
                    <a:pt x="38" y="8"/>
                  </a:moveTo>
                  <a:cubicBezTo>
                    <a:pt x="37" y="8"/>
                    <a:pt x="37" y="8"/>
                    <a:pt x="37" y="8"/>
                  </a:cubicBezTo>
                  <a:cubicBezTo>
                    <a:pt x="37" y="8"/>
                    <a:pt x="36" y="8"/>
                    <a:pt x="36" y="7"/>
                  </a:cubicBezTo>
                  <a:cubicBezTo>
                    <a:pt x="36" y="6"/>
                    <a:pt x="36" y="4"/>
                    <a:pt x="36" y="2"/>
                  </a:cubicBezTo>
                  <a:cubicBezTo>
                    <a:pt x="36" y="2"/>
                    <a:pt x="37" y="1"/>
                    <a:pt x="37" y="1"/>
                  </a:cubicBezTo>
                  <a:cubicBezTo>
                    <a:pt x="37" y="1"/>
                    <a:pt x="37" y="1"/>
                    <a:pt x="38" y="1"/>
                  </a:cubicBezTo>
                  <a:cubicBezTo>
                    <a:pt x="38" y="1"/>
                    <a:pt x="38" y="1"/>
                    <a:pt x="38" y="0"/>
                  </a:cubicBezTo>
                  <a:cubicBezTo>
                    <a:pt x="26" y="0"/>
                    <a:pt x="15" y="0"/>
                    <a:pt x="4" y="0"/>
                  </a:cubicBezTo>
                  <a:cubicBezTo>
                    <a:pt x="3" y="0"/>
                    <a:pt x="2" y="1"/>
                    <a:pt x="1" y="2"/>
                  </a:cubicBezTo>
                  <a:cubicBezTo>
                    <a:pt x="0" y="4"/>
                    <a:pt x="0" y="6"/>
                    <a:pt x="1" y="8"/>
                  </a:cubicBezTo>
                  <a:cubicBezTo>
                    <a:pt x="2" y="8"/>
                    <a:pt x="3" y="9"/>
                    <a:pt x="4" y="9"/>
                  </a:cubicBezTo>
                  <a:cubicBezTo>
                    <a:pt x="15" y="9"/>
                    <a:pt x="26" y="9"/>
                    <a:pt x="38" y="9"/>
                  </a:cubicBezTo>
                  <a:cubicBezTo>
                    <a:pt x="38" y="9"/>
                    <a:pt x="38" y="8"/>
                    <a:pt x="38" y="8"/>
                  </a:cubicBezTo>
                  <a:close/>
                </a:path>
              </a:pathLst>
            </a:custGeom>
            <a:solidFill>
              <a:srgbClr val="7AC488"/>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39" name="Google Shape;889;p83"/>
            <p:cNvSpPr/>
            <p:nvPr/>
          </p:nvSpPr>
          <p:spPr>
            <a:xfrm>
              <a:off x="5144" y="867"/>
              <a:ext cx="70" cy="14"/>
            </a:xfrm>
            <a:custGeom>
              <a:avLst/>
              <a:gdLst/>
              <a:ahLst/>
              <a:cxnLst/>
              <a:rect l="l" t="t" r="r" b="b"/>
              <a:pathLst>
                <a:path w="36" h="7" extrusionOk="0">
                  <a:moveTo>
                    <a:pt x="35" y="6"/>
                  </a:moveTo>
                  <a:cubicBezTo>
                    <a:pt x="35" y="5"/>
                    <a:pt x="35" y="3"/>
                    <a:pt x="35" y="1"/>
                  </a:cubicBezTo>
                  <a:cubicBezTo>
                    <a:pt x="35" y="1"/>
                    <a:pt x="36" y="0"/>
                    <a:pt x="36" y="0"/>
                  </a:cubicBezTo>
                  <a:cubicBezTo>
                    <a:pt x="25" y="0"/>
                    <a:pt x="13" y="0"/>
                    <a:pt x="2" y="0"/>
                  </a:cubicBezTo>
                  <a:cubicBezTo>
                    <a:pt x="2" y="0"/>
                    <a:pt x="1" y="0"/>
                    <a:pt x="1" y="1"/>
                  </a:cubicBezTo>
                  <a:cubicBezTo>
                    <a:pt x="0" y="3"/>
                    <a:pt x="0" y="5"/>
                    <a:pt x="1" y="7"/>
                  </a:cubicBezTo>
                  <a:cubicBezTo>
                    <a:pt x="1" y="7"/>
                    <a:pt x="2" y="7"/>
                    <a:pt x="2" y="7"/>
                  </a:cubicBezTo>
                  <a:cubicBezTo>
                    <a:pt x="13" y="7"/>
                    <a:pt x="25" y="7"/>
                    <a:pt x="36" y="7"/>
                  </a:cubicBezTo>
                  <a:cubicBezTo>
                    <a:pt x="36" y="7"/>
                    <a:pt x="35" y="7"/>
                    <a:pt x="35" y="6"/>
                  </a:cubicBezTo>
                  <a:close/>
                </a:path>
              </a:pathLst>
            </a:cu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40" name="Google Shape;890;p83"/>
            <p:cNvSpPr/>
            <p:nvPr/>
          </p:nvSpPr>
          <p:spPr>
            <a:xfrm>
              <a:off x="5113" y="884"/>
              <a:ext cx="58" cy="14"/>
            </a:xfrm>
            <a:custGeom>
              <a:avLst/>
              <a:gdLst/>
              <a:ahLst/>
              <a:cxnLst/>
              <a:rect l="l" t="t" r="r" b="b"/>
              <a:pathLst>
                <a:path w="30" h="7" extrusionOk="0">
                  <a:moveTo>
                    <a:pt x="1" y="6"/>
                  </a:moveTo>
                  <a:cubicBezTo>
                    <a:pt x="1" y="1"/>
                    <a:pt x="1" y="1"/>
                    <a:pt x="1" y="1"/>
                  </a:cubicBezTo>
                  <a:cubicBezTo>
                    <a:pt x="1" y="0"/>
                    <a:pt x="1" y="0"/>
                    <a:pt x="0" y="0"/>
                  </a:cubicBezTo>
                  <a:cubicBezTo>
                    <a:pt x="30" y="0"/>
                    <a:pt x="30" y="0"/>
                    <a:pt x="30" y="0"/>
                  </a:cubicBezTo>
                  <a:cubicBezTo>
                    <a:pt x="30" y="0"/>
                    <a:pt x="30" y="0"/>
                    <a:pt x="30" y="1"/>
                  </a:cubicBezTo>
                  <a:cubicBezTo>
                    <a:pt x="30" y="6"/>
                    <a:pt x="30" y="6"/>
                    <a:pt x="30" y="6"/>
                  </a:cubicBezTo>
                  <a:cubicBezTo>
                    <a:pt x="30" y="7"/>
                    <a:pt x="30" y="7"/>
                    <a:pt x="30" y="7"/>
                  </a:cubicBezTo>
                  <a:cubicBezTo>
                    <a:pt x="0" y="7"/>
                    <a:pt x="0" y="7"/>
                    <a:pt x="0" y="7"/>
                  </a:cubicBezTo>
                  <a:cubicBezTo>
                    <a:pt x="1" y="7"/>
                    <a:pt x="1" y="7"/>
                    <a:pt x="1" y="6"/>
                  </a:cubicBezTo>
                  <a:close/>
                </a:path>
              </a:pathLst>
            </a:custGeom>
            <a:solidFill>
              <a:srgbClr val="D1ECF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41" name="Google Shape;891;p83"/>
            <p:cNvSpPr/>
            <p:nvPr/>
          </p:nvSpPr>
          <p:spPr>
            <a:xfrm>
              <a:off x="5132" y="842"/>
              <a:ext cx="101" cy="23"/>
            </a:xfrm>
            <a:custGeom>
              <a:avLst/>
              <a:gdLst/>
              <a:ahLst/>
              <a:cxnLst/>
              <a:rect l="l" t="t" r="r" b="b"/>
              <a:pathLst>
                <a:path w="52" h="12" extrusionOk="0">
                  <a:moveTo>
                    <a:pt x="52" y="11"/>
                  </a:moveTo>
                  <a:cubicBezTo>
                    <a:pt x="51" y="11"/>
                    <a:pt x="51" y="11"/>
                    <a:pt x="51" y="11"/>
                  </a:cubicBezTo>
                  <a:cubicBezTo>
                    <a:pt x="51" y="11"/>
                    <a:pt x="51" y="11"/>
                    <a:pt x="51" y="10"/>
                  </a:cubicBezTo>
                  <a:cubicBezTo>
                    <a:pt x="51" y="1"/>
                    <a:pt x="51" y="1"/>
                    <a:pt x="51" y="1"/>
                  </a:cubicBezTo>
                  <a:cubicBezTo>
                    <a:pt x="51" y="1"/>
                    <a:pt x="51" y="1"/>
                    <a:pt x="51" y="1"/>
                  </a:cubicBezTo>
                  <a:cubicBezTo>
                    <a:pt x="52" y="1"/>
                    <a:pt x="52" y="1"/>
                    <a:pt x="52" y="1"/>
                  </a:cubicBezTo>
                  <a:cubicBezTo>
                    <a:pt x="52" y="0"/>
                    <a:pt x="52" y="0"/>
                    <a:pt x="52" y="0"/>
                  </a:cubicBezTo>
                  <a:cubicBezTo>
                    <a:pt x="2" y="0"/>
                    <a:pt x="2" y="0"/>
                    <a:pt x="2" y="0"/>
                  </a:cubicBezTo>
                  <a:cubicBezTo>
                    <a:pt x="1" y="0"/>
                    <a:pt x="0" y="0"/>
                    <a:pt x="0" y="1"/>
                  </a:cubicBezTo>
                  <a:cubicBezTo>
                    <a:pt x="0" y="10"/>
                    <a:pt x="0" y="10"/>
                    <a:pt x="0" y="10"/>
                  </a:cubicBezTo>
                  <a:cubicBezTo>
                    <a:pt x="0" y="11"/>
                    <a:pt x="1" y="12"/>
                    <a:pt x="2" y="12"/>
                  </a:cubicBezTo>
                  <a:cubicBezTo>
                    <a:pt x="52" y="12"/>
                    <a:pt x="52" y="12"/>
                    <a:pt x="52" y="12"/>
                  </a:cubicBezTo>
                  <a:lnTo>
                    <a:pt x="52" y="11"/>
                  </a:lnTo>
                  <a:close/>
                </a:path>
              </a:pathLst>
            </a:custGeom>
            <a:solidFill>
              <a:srgbClr val="1695A4"/>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42" name="Google Shape;892;p83"/>
            <p:cNvSpPr/>
            <p:nvPr/>
          </p:nvSpPr>
          <p:spPr>
            <a:xfrm>
              <a:off x="5183" y="842"/>
              <a:ext cx="50" cy="23"/>
            </a:xfrm>
            <a:custGeom>
              <a:avLst/>
              <a:gdLst/>
              <a:ahLst/>
              <a:cxnLst/>
              <a:rect l="l" t="t" r="r" b="b"/>
              <a:pathLst>
                <a:path w="26" h="12" extrusionOk="0">
                  <a:moveTo>
                    <a:pt x="26" y="11"/>
                  </a:moveTo>
                  <a:cubicBezTo>
                    <a:pt x="25" y="11"/>
                    <a:pt x="25" y="11"/>
                    <a:pt x="25" y="11"/>
                  </a:cubicBezTo>
                  <a:cubicBezTo>
                    <a:pt x="25" y="11"/>
                    <a:pt x="25" y="11"/>
                    <a:pt x="25" y="10"/>
                  </a:cubicBezTo>
                  <a:cubicBezTo>
                    <a:pt x="25" y="1"/>
                    <a:pt x="25" y="1"/>
                    <a:pt x="25" y="1"/>
                  </a:cubicBezTo>
                  <a:cubicBezTo>
                    <a:pt x="25" y="1"/>
                    <a:pt x="25" y="1"/>
                    <a:pt x="25" y="1"/>
                  </a:cubicBezTo>
                  <a:cubicBezTo>
                    <a:pt x="26" y="1"/>
                    <a:pt x="26" y="1"/>
                    <a:pt x="26" y="1"/>
                  </a:cubicBezTo>
                  <a:cubicBezTo>
                    <a:pt x="26" y="0"/>
                    <a:pt x="26" y="0"/>
                    <a:pt x="26" y="0"/>
                  </a:cubicBezTo>
                  <a:cubicBezTo>
                    <a:pt x="0" y="0"/>
                    <a:pt x="0" y="0"/>
                    <a:pt x="0" y="0"/>
                  </a:cubicBezTo>
                  <a:cubicBezTo>
                    <a:pt x="0" y="12"/>
                    <a:pt x="0" y="12"/>
                    <a:pt x="0" y="12"/>
                  </a:cubicBezTo>
                  <a:cubicBezTo>
                    <a:pt x="26" y="12"/>
                    <a:pt x="26" y="12"/>
                    <a:pt x="26" y="12"/>
                  </a:cubicBezTo>
                  <a:lnTo>
                    <a:pt x="26" y="11"/>
                  </a:lnTo>
                  <a:close/>
                </a:path>
              </a:pathLst>
            </a:custGeom>
            <a:solidFill>
              <a:srgbClr val="15B0B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43" name="Google Shape;893;p83"/>
            <p:cNvSpPr/>
            <p:nvPr/>
          </p:nvSpPr>
          <p:spPr>
            <a:xfrm>
              <a:off x="5134" y="844"/>
              <a:ext cx="97" cy="19"/>
            </a:xfrm>
            <a:custGeom>
              <a:avLst/>
              <a:gdLst/>
              <a:ahLst/>
              <a:cxnLst/>
              <a:rect l="l" t="t" r="r" b="b"/>
              <a:pathLst>
                <a:path w="50" h="10" extrusionOk="0">
                  <a:moveTo>
                    <a:pt x="50" y="9"/>
                  </a:moveTo>
                  <a:cubicBezTo>
                    <a:pt x="50" y="0"/>
                    <a:pt x="50" y="0"/>
                    <a:pt x="50" y="0"/>
                  </a:cubicBezTo>
                  <a:cubicBezTo>
                    <a:pt x="50" y="0"/>
                    <a:pt x="50" y="0"/>
                    <a:pt x="50" y="0"/>
                  </a:cubicBezTo>
                  <a:cubicBezTo>
                    <a:pt x="1" y="0"/>
                    <a:pt x="1" y="0"/>
                    <a:pt x="1" y="0"/>
                  </a:cubicBezTo>
                  <a:cubicBezTo>
                    <a:pt x="1" y="0"/>
                    <a:pt x="0" y="0"/>
                    <a:pt x="0" y="0"/>
                  </a:cubicBezTo>
                  <a:cubicBezTo>
                    <a:pt x="0" y="9"/>
                    <a:pt x="0" y="9"/>
                    <a:pt x="0" y="9"/>
                  </a:cubicBezTo>
                  <a:cubicBezTo>
                    <a:pt x="0" y="10"/>
                    <a:pt x="1" y="10"/>
                    <a:pt x="1" y="10"/>
                  </a:cubicBezTo>
                  <a:cubicBezTo>
                    <a:pt x="50" y="10"/>
                    <a:pt x="50" y="10"/>
                    <a:pt x="50" y="10"/>
                  </a:cubicBezTo>
                  <a:cubicBezTo>
                    <a:pt x="50" y="10"/>
                    <a:pt x="50" y="10"/>
                    <a:pt x="50" y="9"/>
                  </a:cubicBezTo>
                  <a:close/>
                </a:path>
              </a:pathLst>
            </a:custGeom>
            <a:solidFill>
              <a:srgbClr val="D1ECF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44" name="Google Shape;894;p83"/>
            <p:cNvSpPr/>
            <p:nvPr/>
          </p:nvSpPr>
          <p:spPr>
            <a:xfrm>
              <a:off x="5181" y="844"/>
              <a:ext cx="50" cy="19"/>
            </a:xfrm>
            <a:custGeom>
              <a:avLst/>
              <a:gdLst/>
              <a:ahLst/>
              <a:cxnLst/>
              <a:rect l="l" t="t" r="r" b="b"/>
              <a:pathLst>
                <a:path w="26" h="10" extrusionOk="0">
                  <a:moveTo>
                    <a:pt x="26" y="9"/>
                  </a:moveTo>
                  <a:cubicBezTo>
                    <a:pt x="26" y="0"/>
                    <a:pt x="26" y="0"/>
                    <a:pt x="26" y="0"/>
                  </a:cubicBezTo>
                  <a:cubicBezTo>
                    <a:pt x="26" y="0"/>
                    <a:pt x="26" y="0"/>
                    <a:pt x="26" y="0"/>
                  </a:cubicBezTo>
                  <a:cubicBezTo>
                    <a:pt x="0" y="0"/>
                    <a:pt x="0" y="0"/>
                    <a:pt x="0" y="0"/>
                  </a:cubicBezTo>
                  <a:cubicBezTo>
                    <a:pt x="0" y="0"/>
                    <a:pt x="0" y="0"/>
                    <a:pt x="0" y="0"/>
                  </a:cubicBezTo>
                  <a:cubicBezTo>
                    <a:pt x="0" y="9"/>
                    <a:pt x="0" y="9"/>
                    <a:pt x="0" y="9"/>
                  </a:cubicBezTo>
                  <a:cubicBezTo>
                    <a:pt x="0" y="10"/>
                    <a:pt x="0" y="10"/>
                    <a:pt x="0" y="10"/>
                  </a:cubicBezTo>
                  <a:cubicBezTo>
                    <a:pt x="26" y="10"/>
                    <a:pt x="26" y="10"/>
                    <a:pt x="26" y="10"/>
                  </a:cubicBezTo>
                  <a:cubicBezTo>
                    <a:pt x="26" y="10"/>
                    <a:pt x="26" y="10"/>
                    <a:pt x="26" y="9"/>
                  </a:cubicBezTo>
                  <a:close/>
                </a:path>
              </a:pathLst>
            </a:cu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45" name="Google Shape;895;p83"/>
            <p:cNvSpPr/>
            <p:nvPr/>
          </p:nvSpPr>
          <p:spPr>
            <a:xfrm>
              <a:off x="5136" y="844"/>
              <a:ext cx="45" cy="2"/>
            </a:xfrm>
            <a:prstGeom prst="rect">
              <a:avLst/>
            </a:pr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46" name="Google Shape;896;p83"/>
            <p:cNvSpPr/>
            <p:nvPr/>
          </p:nvSpPr>
          <p:spPr>
            <a:xfrm>
              <a:off x="5136" y="861"/>
              <a:ext cx="45" cy="2"/>
            </a:xfrm>
            <a:prstGeom prst="rect">
              <a:avLst/>
            </a:pr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47" name="Google Shape;897;p83"/>
            <p:cNvSpPr/>
            <p:nvPr/>
          </p:nvSpPr>
          <p:spPr>
            <a:xfrm>
              <a:off x="5136" y="846"/>
              <a:ext cx="45" cy="1"/>
            </a:xfrm>
            <a:prstGeom prst="rect">
              <a:avLst/>
            </a:pr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48" name="Google Shape;898;p83"/>
            <p:cNvSpPr/>
            <p:nvPr/>
          </p:nvSpPr>
          <p:spPr>
            <a:xfrm>
              <a:off x="5136" y="851"/>
              <a:ext cx="45" cy="1"/>
            </a:xfrm>
            <a:prstGeom prst="rect">
              <a:avLst/>
            </a:pr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49" name="Google Shape;899;p83"/>
            <p:cNvSpPr/>
            <p:nvPr/>
          </p:nvSpPr>
          <p:spPr>
            <a:xfrm>
              <a:off x="5136" y="855"/>
              <a:ext cx="45" cy="1"/>
            </a:xfrm>
            <a:prstGeom prst="rect">
              <a:avLst/>
            </a:pr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50" name="Google Shape;900;p83"/>
            <p:cNvSpPr/>
            <p:nvPr/>
          </p:nvSpPr>
          <p:spPr>
            <a:xfrm>
              <a:off x="5136" y="857"/>
              <a:ext cx="45" cy="1"/>
            </a:xfrm>
            <a:prstGeom prst="rect">
              <a:avLst/>
            </a:pr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51" name="Google Shape;901;p83"/>
            <p:cNvSpPr/>
            <p:nvPr/>
          </p:nvSpPr>
          <p:spPr>
            <a:xfrm>
              <a:off x="5136" y="847"/>
              <a:ext cx="45" cy="1"/>
            </a:xfrm>
            <a:prstGeom prst="rect">
              <a:avLst/>
            </a:pr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52" name="Google Shape;902;p83"/>
            <p:cNvSpPr/>
            <p:nvPr/>
          </p:nvSpPr>
          <p:spPr>
            <a:xfrm>
              <a:off x="5136" y="849"/>
              <a:ext cx="45" cy="1"/>
            </a:xfrm>
            <a:prstGeom prst="rect">
              <a:avLst/>
            </a:pr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53" name="Google Shape;903;p83"/>
            <p:cNvSpPr/>
            <p:nvPr/>
          </p:nvSpPr>
          <p:spPr>
            <a:xfrm>
              <a:off x="5136" y="851"/>
              <a:ext cx="45" cy="1"/>
            </a:xfrm>
            <a:prstGeom prst="rect">
              <a:avLst/>
            </a:pr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54" name="Google Shape;904;p83"/>
            <p:cNvSpPr/>
            <p:nvPr/>
          </p:nvSpPr>
          <p:spPr>
            <a:xfrm>
              <a:off x="5136" y="859"/>
              <a:ext cx="45" cy="1"/>
            </a:xfrm>
            <a:prstGeom prst="rect">
              <a:avLst/>
            </a:pr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55" name="Google Shape;905;p83"/>
            <p:cNvSpPr/>
            <p:nvPr/>
          </p:nvSpPr>
          <p:spPr>
            <a:xfrm>
              <a:off x="5136" y="853"/>
              <a:ext cx="45" cy="2"/>
            </a:xfrm>
            <a:prstGeom prst="rect">
              <a:avLst/>
            </a:pr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56" name="Google Shape;906;p83"/>
            <p:cNvSpPr/>
            <p:nvPr/>
          </p:nvSpPr>
          <p:spPr>
            <a:xfrm>
              <a:off x="5138" y="859"/>
              <a:ext cx="10" cy="10"/>
            </a:xfrm>
            <a:custGeom>
              <a:avLst/>
              <a:gdLst/>
              <a:ahLst/>
              <a:cxnLst/>
              <a:rect l="l" t="t" r="r" b="b"/>
              <a:pathLst>
                <a:path w="10" h="10" extrusionOk="0">
                  <a:moveTo>
                    <a:pt x="10" y="10"/>
                  </a:moveTo>
                  <a:lnTo>
                    <a:pt x="6" y="8"/>
                  </a:lnTo>
                  <a:lnTo>
                    <a:pt x="0" y="10"/>
                  </a:lnTo>
                  <a:lnTo>
                    <a:pt x="0" y="0"/>
                  </a:lnTo>
                  <a:lnTo>
                    <a:pt x="6" y="0"/>
                  </a:lnTo>
                  <a:lnTo>
                    <a:pt x="10" y="0"/>
                  </a:lnTo>
                  <a:lnTo>
                    <a:pt x="10" y="10"/>
                  </a:lnTo>
                  <a:close/>
                </a:path>
              </a:pathLst>
            </a:custGeom>
            <a:solidFill>
              <a:srgbClr val="F4DA8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57" name="Google Shape;907;p83"/>
            <p:cNvSpPr/>
            <p:nvPr/>
          </p:nvSpPr>
          <p:spPr>
            <a:xfrm>
              <a:off x="5121" y="900"/>
              <a:ext cx="116" cy="25"/>
            </a:xfrm>
            <a:prstGeom prst="rect">
              <a:avLst/>
            </a:prstGeom>
            <a:solidFill>
              <a:srgbClr val="7AC488"/>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58" name="Google Shape;908;p83"/>
            <p:cNvSpPr/>
            <p:nvPr/>
          </p:nvSpPr>
          <p:spPr>
            <a:xfrm>
              <a:off x="5121" y="900"/>
              <a:ext cx="116" cy="14"/>
            </a:xfrm>
            <a:prstGeom prst="rect">
              <a:avLst/>
            </a:prstGeom>
            <a:solidFill>
              <a:srgbClr val="B1D9A8"/>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59" name="Google Shape;909;p83"/>
            <p:cNvSpPr/>
            <p:nvPr/>
          </p:nvSpPr>
          <p:spPr>
            <a:xfrm>
              <a:off x="5210" y="900"/>
              <a:ext cx="17" cy="25"/>
            </a:xfrm>
            <a:prstGeom prst="rect">
              <a:avLst/>
            </a:prstGeom>
            <a:solidFill>
              <a:srgbClr val="8FC4D7"/>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60" name="Google Shape;910;p83"/>
            <p:cNvSpPr/>
            <p:nvPr/>
          </p:nvSpPr>
          <p:spPr>
            <a:xfrm>
              <a:off x="5210" y="900"/>
              <a:ext cx="17" cy="14"/>
            </a:xfrm>
            <a:prstGeom prst="rect">
              <a:avLst/>
            </a:prstGeom>
            <a:solidFill>
              <a:srgbClr val="D1ECF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61" name="Google Shape;911;p83"/>
            <p:cNvSpPr/>
            <p:nvPr/>
          </p:nvSpPr>
          <p:spPr>
            <a:xfrm>
              <a:off x="5070" y="440"/>
              <a:ext cx="223" cy="223"/>
            </a:xfrm>
            <a:custGeom>
              <a:avLst/>
              <a:gdLst/>
              <a:ahLst/>
              <a:cxnLst/>
              <a:rect l="l" t="t" r="r" b="b"/>
              <a:pathLst>
                <a:path w="115" h="115" extrusionOk="0">
                  <a:moveTo>
                    <a:pt x="54" y="62"/>
                  </a:moveTo>
                  <a:cubicBezTo>
                    <a:pt x="54" y="0"/>
                    <a:pt x="54" y="0"/>
                    <a:pt x="54" y="0"/>
                  </a:cubicBezTo>
                  <a:cubicBezTo>
                    <a:pt x="24" y="2"/>
                    <a:pt x="0" y="27"/>
                    <a:pt x="0" y="58"/>
                  </a:cubicBezTo>
                  <a:cubicBezTo>
                    <a:pt x="0" y="89"/>
                    <a:pt x="26" y="115"/>
                    <a:pt x="58" y="115"/>
                  </a:cubicBezTo>
                  <a:cubicBezTo>
                    <a:pt x="89" y="115"/>
                    <a:pt x="113" y="92"/>
                    <a:pt x="115" y="62"/>
                  </a:cubicBezTo>
                  <a:lnTo>
                    <a:pt x="54" y="62"/>
                  </a:lnTo>
                  <a:close/>
                </a:path>
              </a:pathLst>
            </a:custGeom>
            <a:solidFill>
              <a:srgbClr val="FFEC5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62" name="Google Shape;912;p83"/>
            <p:cNvSpPr/>
            <p:nvPr/>
          </p:nvSpPr>
          <p:spPr>
            <a:xfrm>
              <a:off x="5206" y="447"/>
              <a:ext cx="84" cy="84"/>
            </a:xfrm>
            <a:custGeom>
              <a:avLst/>
              <a:gdLst/>
              <a:ahLst/>
              <a:cxnLst/>
              <a:rect l="l" t="t" r="r" b="b"/>
              <a:pathLst>
                <a:path w="43" h="43" extrusionOk="0">
                  <a:moveTo>
                    <a:pt x="43" y="43"/>
                  </a:moveTo>
                  <a:cubicBezTo>
                    <a:pt x="43" y="19"/>
                    <a:pt x="23" y="0"/>
                    <a:pt x="0" y="0"/>
                  </a:cubicBezTo>
                  <a:cubicBezTo>
                    <a:pt x="0" y="43"/>
                    <a:pt x="0" y="43"/>
                    <a:pt x="0" y="43"/>
                  </a:cubicBezTo>
                  <a:lnTo>
                    <a:pt x="43" y="43"/>
                  </a:lnTo>
                  <a:close/>
                </a:path>
              </a:pathLst>
            </a:custGeom>
            <a:solidFill>
              <a:srgbClr val="F7931E"/>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63" name="Google Shape;913;p83"/>
            <p:cNvSpPr/>
            <p:nvPr/>
          </p:nvSpPr>
          <p:spPr>
            <a:xfrm>
              <a:off x="4745" y="323"/>
              <a:ext cx="68" cy="12"/>
            </a:xfrm>
            <a:custGeom>
              <a:avLst/>
              <a:gdLst/>
              <a:ahLst/>
              <a:cxnLst/>
              <a:rect l="l" t="t" r="r" b="b"/>
              <a:pathLst>
                <a:path w="35" h="6" extrusionOk="0">
                  <a:moveTo>
                    <a:pt x="18" y="0"/>
                  </a:moveTo>
                  <a:cubicBezTo>
                    <a:pt x="33" y="0"/>
                    <a:pt x="33" y="0"/>
                    <a:pt x="33" y="0"/>
                  </a:cubicBezTo>
                  <a:cubicBezTo>
                    <a:pt x="33" y="0"/>
                    <a:pt x="35" y="2"/>
                    <a:pt x="33" y="4"/>
                  </a:cubicBezTo>
                  <a:cubicBezTo>
                    <a:pt x="25" y="4"/>
                    <a:pt x="25" y="4"/>
                    <a:pt x="25" y="4"/>
                  </a:cubicBezTo>
                  <a:cubicBezTo>
                    <a:pt x="25" y="4"/>
                    <a:pt x="25" y="4"/>
                    <a:pt x="25" y="4"/>
                  </a:cubicBezTo>
                  <a:cubicBezTo>
                    <a:pt x="25" y="4"/>
                    <a:pt x="25" y="4"/>
                    <a:pt x="25" y="4"/>
                  </a:cubicBezTo>
                  <a:cubicBezTo>
                    <a:pt x="25" y="4"/>
                    <a:pt x="25" y="5"/>
                    <a:pt x="24" y="5"/>
                  </a:cubicBezTo>
                  <a:cubicBezTo>
                    <a:pt x="24" y="6"/>
                    <a:pt x="23" y="6"/>
                    <a:pt x="22" y="6"/>
                  </a:cubicBezTo>
                  <a:cubicBezTo>
                    <a:pt x="18" y="6"/>
                    <a:pt x="18" y="6"/>
                    <a:pt x="18" y="6"/>
                  </a:cubicBezTo>
                  <a:cubicBezTo>
                    <a:pt x="17" y="6"/>
                    <a:pt x="17" y="6"/>
                    <a:pt x="17" y="6"/>
                  </a:cubicBezTo>
                  <a:cubicBezTo>
                    <a:pt x="13" y="6"/>
                    <a:pt x="13" y="6"/>
                    <a:pt x="13" y="6"/>
                  </a:cubicBezTo>
                  <a:cubicBezTo>
                    <a:pt x="12" y="6"/>
                    <a:pt x="11" y="6"/>
                    <a:pt x="11" y="5"/>
                  </a:cubicBezTo>
                  <a:cubicBezTo>
                    <a:pt x="10" y="5"/>
                    <a:pt x="10" y="4"/>
                    <a:pt x="10" y="4"/>
                  </a:cubicBezTo>
                  <a:cubicBezTo>
                    <a:pt x="10" y="4"/>
                    <a:pt x="10" y="4"/>
                    <a:pt x="10" y="4"/>
                  </a:cubicBezTo>
                  <a:cubicBezTo>
                    <a:pt x="2" y="4"/>
                    <a:pt x="2" y="4"/>
                    <a:pt x="2" y="4"/>
                  </a:cubicBezTo>
                  <a:cubicBezTo>
                    <a:pt x="0" y="2"/>
                    <a:pt x="2" y="0"/>
                    <a:pt x="2" y="0"/>
                  </a:cubicBezTo>
                  <a:cubicBezTo>
                    <a:pt x="17" y="0"/>
                    <a:pt x="17" y="0"/>
                    <a:pt x="17" y="0"/>
                  </a:cubicBezTo>
                  <a:lnTo>
                    <a:pt x="18" y="0"/>
                  </a:lnTo>
                  <a:close/>
                </a:path>
              </a:pathLst>
            </a:custGeom>
            <a:solidFill>
              <a:srgbClr val="545453"/>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64" name="Google Shape;914;p83"/>
            <p:cNvSpPr/>
            <p:nvPr/>
          </p:nvSpPr>
          <p:spPr>
            <a:xfrm>
              <a:off x="4745" y="311"/>
              <a:ext cx="68" cy="8"/>
            </a:xfrm>
            <a:custGeom>
              <a:avLst/>
              <a:gdLst/>
              <a:ahLst/>
              <a:cxnLst/>
              <a:rect l="l" t="t" r="r" b="b"/>
              <a:pathLst>
                <a:path w="35" h="4" extrusionOk="0">
                  <a:moveTo>
                    <a:pt x="18" y="0"/>
                  </a:moveTo>
                  <a:cubicBezTo>
                    <a:pt x="33" y="0"/>
                    <a:pt x="33" y="0"/>
                    <a:pt x="33" y="0"/>
                  </a:cubicBezTo>
                  <a:cubicBezTo>
                    <a:pt x="33" y="0"/>
                    <a:pt x="35" y="2"/>
                    <a:pt x="33" y="4"/>
                  </a:cubicBezTo>
                  <a:cubicBezTo>
                    <a:pt x="18" y="4"/>
                    <a:pt x="18" y="4"/>
                    <a:pt x="18" y="4"/>
                  </a:cubicBezTo>
                  <a:cubicBezTo>
                    <a:pt x="17" y="4"/>
                    <a:pt x="17" y="4"/>
                    <a:pt x="17" y="4"/>
                  </a:cubicBezTo>
                  <a:cubicBezTo>
                    <a:pt x="2" y="4"/>
                    <a:pt x="2" y="4"/>
                    <a:pt x="2" y="4"/>
                  </a:cubicBezTo>
                  <a:cubicBezTo>
                    <a:pt x="0" y="2"/>
                    <a:pt x="2" y="0"/>
                    <a:pt x="2" y="0"/>
                  </a:cubicBezTo>
                  <a:cubicBezTo>
                    <a:pt x="17" y="0"/>
                    <a:pt x="17" y="0"/>
                    <a:pt x="17" y="0"/>
                  </a:cubicBezTo>
                  <a:lnTo>
                    <a:pt x="18" y="0"/>
                  </a:lnTo>
                  <a:close/>
                </a:path>
              </a:pathLst>
            </a:custGeom>
            <a:solidFill>
              <a:srgbClr val="545453"/>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65" name="Google Shape;915;p83"/>
            <p:cNvSpPr/>
            <p:nvPr/>
          </p:nvSpPr>
          <p:spPr>
            <a:xfrm>
              <a:off x="4745" y="298"/>
              <a:ext cx="68" cy="7"/>
            </a:xfrm>
            <a:custGeom>
              <a:avLst/>
              <a:gdLst/>
              <a:ahLst/>
              <a:cxnLst/>
              <a:rect l="l" t="t" r="r" b="b"/>
              <a:pathLst>
                <a:path w="35" h="4" extrusionOk="0">
                  <a:moveTo>
                    <a:pt x="18" y="0"/>
                  </a:moveTo>
                  <a:cubicBezTo>
                    <a:pt x="33" y="0"/>
                    <a:pt x="33" y="0"/>
                    <a:pt x="33" y="0"/>
                  </a:cubicBezTo>
                  <a:cubicBezTo>
                    <a:pt x="33" y="0"/>
                    <a:pt x="35" y="3"/>
                    <a:pt x="33" y="4"/>
                  </a:cubicBezTo>
                  <a:cubicBezTo>
                    <a:pt x="18" y="4"/>
                    <a:pt x="18" y="4"/>
                    <a:pt x="18" y="4"/>
                  </a:cubicBezTo>
                  <a:cubicBezTo>
                    <a:pt x="17" y="4"/>
                    <a:pt x="17" y="4"/>
                    <a:pt x="17" y="4"/>
                  </a:cubicBezTo>
                  <a:cubicBezTo>
                    <a:pt x="2" y="4"/>
                    <a:pt x="2" y="4"/>
                    <a:pt x="2" y="4"/>
                  </a:cubicBezTo>
                  <a:cubicBezTo>
                    <a:pt x="0" y="3"/>
                    <a:pt x="2" y="0"/>
                    <a:pt x="2" y="0"/>
                  </a:cubicBezTo>
                  <a:cubicBezTo>
                    <a:pt x="17" y="0"/>
                    <a:pt x="17" y="0"/>
                    <a:pt x="17" y="0"/>
                  </a:cubicBezTo>
                  <a:lnTo>
                    <a:pt x="18" y="0"/>
                  </a:lnTo>
                  <a:close/>
                </a:path>
              </a:pathLst>
            </a:custGeom>
            <a:solidFill>
              <a:srgbClr val="545453"/>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66" name="Google Shape;916;p83"/>
            <p:cNvSpPr/>
            <p:nvPr/>
          </p:nvSpPr>
          <p:spPr>
            <a:xfrm>
              <a:off x="4702" y="115"/>
              <a:ext cx="153" cy="179"/>
            </a:xfrm>
            <a:custGeom>
              <a:avLst/>
              <a:gdLst/>
              <a:ahLst/>
              <a:cxnLst/>
              <a:rect l="l" t="t" r="r" b="b"/>
              <a:pathLst>
                <a:path w="79" h="92" extrusionOk="0">
                  <a:moveTo>
                    <a:pt x="40" y="0"/>
                  </a:moveTo>
                  <a:cubicBezTo>
                    <a:pt x="42" y="0"/>
                    <a:pt x="58" y="1"/>
                    <a:pt x="69" y="13"/>
                  </a:cubicBezTo>
                  <a:cubicBezTo>
                    <a:pt x="76" y="20"/>
                    <a:pt x="79" y="29"/>
                    <a:pt x="79" y="41"/>
                  </a:cubicBezTo>
                  <a:cubicBezTo>
                    <a:pt x="79" y="41"/>
                    <a:pt x="78" y="51"/>
                    <a:pt x="70" y="60"/>
                  </a:cubicBezTo>
                  <a:cubicBezTo>
                    <a:pt x="70" y="60"/>
                    <a:pt x="57" y="75"/>
                    <a:pt x="57" y="92"/>
                  </a:cubicBezTo>
                  <a:cubicBezTo>
                    <a:pt x="40" y="92"/>
                    <a:pt x="40" y="92"/>
                    <a:pt x="40" y="92"/>
                  </a:cubicBezTo>
                  <a:cubicBezTo>
                    <a:pt x="39" y="92"/>
                    <a:pt x="39" y="92"/>
                    <a:pt x="39" y="92"/>
                  </a:cubicBezTo>
                  <a:cubicBezTo>
                    <a:pt x="22" y="92"/>
                    <a:pt x="22" y="92"/>
                    <a:pt x="22" y="92"/>
                  </a:cubicBezTo>
                  <a:cubicBezTo>
                    <a:pt x="22" y="75"/>
                    <a:pt x="9" y="60"/>
                    <a:pt x="9" y="60"/>
                  </a:cubicBezTo>
                  <a:cubicBezTo>
                    <a:pt x="1" y="51"/>
                    <a:pt x="0" y="41"/>
                    <a:pt x="0" y="41"/>
                  </a:cubicBezTo>
                  <a:cubicBezTo>
                    <a:pt x="0" y="29"/>
                    <a:pt x="3" y="20"/>
                    <a:pt x="10" y="13"/>
                  </a:cubicBezTo>
                  <a:cubicBezTo>
                    <a:pt x="21" y="1"/>
                    <a:pt x="38" y="0"/>
                    <a:pt x="39" y="0"/>
                  </a:cubicBezTo>
                  <a:cubicBezTo>
                    <a:pt x="39" y="0"/>
                    <a:pt x="40" y="0"/>
                    <a:pt x="40" y="0"/>
                  </a:cubicBezTo>
                  <a:close/>
                </a:path>
              </a:pathLst>
            </a:custGeom>
            <a:solidFill>
              <a:srgbClr val="FFE90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67" name="Google Shape;917;p83"/>
            <p:cNvSpPr/>
            <p:nvPr/>
          </p:nvSpPr>
          <p:spPr>
            <a:xfrm>
              <a:off x="5501" y="292"/>
              <a:ext cx="45" cy="8"/>
            </a:xfrm>
            <a:custGeom>
              <a:avLst/>
              <a:gdLst/>
              <a:ahLst/>
              <a:cxnLst/>
              <a:rect l="l" t="t" r="r" b="b"/>
              <a:pathLst>
                <a:path w="23" h="4" extrusionOk="0">
                  <a:moveTo>
                    <a:pt x="12" y="0"/>
                  </a:moveTo>
                  <a:cubicBezTo>
                    <a:pt x="22" y="0"/>
                    <a:pt x="22" y="0"/>
                    <a:pt x="22" y="0"/>
                  </a:cubicBezTo>
                  <a:cubicBezTo>
                    <a:pt x="22" y="0"/>
                    <a:pt x="23" y="2"/>
                    <a:pt x="22" y="3"/>
                  </a:cubicBezTo>
                  <a:cubicBezTo>
                    <a:pt x="16" y="3"/>
                    <a:pt x="16" y="3"/>
                    <a:pt x="16" y="3"/>
                  </a:cubicBezTo>
                  <a:cubicBezTo>
                    <a:pt x="16" y="3"/>
                    <a:pt x="16" y="3"/>
                    <a:pt x="16" y="3"/>
                  </a:cubicBezTo>
                  <a:cubicBezTo>
                    <a:pt x="16" y="3"/>
                    <a:pt x="16" y="3"/>
                    <a:pt x="16" y="3"/>
                  </a:cubicBezTo>
                  <a:cubicBezTo>
                    <a:pt x="16" y="3"/>
                    <a:pt x="16" y="3"/>
                    <a:pt x="16" y="4"/>
                  </a:cubicBezTo>
                  <a:cubicBezTo>
                    <a:pt x="16" y="4"/>
                    <a:pt x="15" y="4"/>
                    <a:pt x="14" y="4"/>
                  </a:cubicBezTo>
                  <a:cubicBezTo>
                    <a:pt x="12" y="4"/>
                    <a:pt x="12" y="4"/>
                    <a:pt x="12" y="4"/>
                  </a:cubicBezTo>
                  <a:cubicBezTo>
                    <a:pt x="12" y="4"/>
                    <a:pt x="12" y="4"/>
                    <a:pt x="12" y="4"/>
                  </a:cubicBezTo>
                  <a:cubicBezTo>
                    <a:pt x="9" y="4"/>
                    <a:pt x="9" y="4"/>
                    <a:pt x="9" y="4"/>
                  </a:cubicBezTo>
                  <a:cubicBezTo>
                    <a:pt x="8" y="4"/>
                    <a:pt x="8" y="4"/>
                    <a:pt x="7" y="4"/>
                  </a:cubicBezTo>
                  <a:cubicBezTo>
                    <a:pt x="7" y="3"/>
                    <a:pt x="7" y="3"/>
                    <a:pt x="7" y="3"/>
                  </a:cubicBezTo>
                  <a:cubicBezTo>
                    <a:pt x="7" y="3"/>
                    <a:pt x="7" y="3"/>
                    <a:pt x="7" y="3"/>
                  </a:cubicBezTo>
                  <a:cubicBezTo>
                    <a:pt x="2" y="3"/>
                    <a:pt x="2" y="3"/>
                    <a:pt x="2" y="3"/>
                  </a:cubicBezTo>
                  <a:cubicBezTo>
                    <a:pt x="0" y="2"/>
                    <a:pt x="1" y="0"/>
                    <a:pt x="2" y="0"/>
                  </a:cubicBezTo>
                  <a:cubicBezTo>
                    <a:pt x="12" y="0"/>
                    <a:pt x="12" y="0"/>
                    <a:pt x="12" y="0"/>
                  </a:cubicBezTo>
                  <a:close/>
                </a:path>
              </a:pathLst>
            </a:custGeom>
            <a:solidFill>
              <a:srgbClr val="545453"/>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68" name="Google Shape;918;p83"/>
            <p:cNvSpPr/>
            <p:nvPr/>
          </p:nvSpPr>
          <p:spPr>
            <a:xfrm>
              <a:off x="5501" y="284"/>
              <a:ext cx="45" cy="6"/>
            </a:xfrm>
            <a:custGeom>
              <a:avLst/>
              <a:gdLst/>
              <a:ahLst/>
              <a:cxnLst/>
              <a:rect l="l" t="t" r="r" b="b"/>
              <a:pathLst>
                <a:path w="23" h="3" extrusionOk="0">
                  <a:moveTo>
                    <a:pt x="12" y="0"/>
                  </a:moveTo>
                  <a:cubicBezTo>
                    <a:pt x="22" y="0"/>
                    <a:pt x="22" y="0"/>
                    <a:pt x="22" y="0"/>
                  </a:cubicBezTo>
                  <a:cubicBezTo>
                    <a:pt x="22" y="0"/>
                    <a:pt x="23" y="2"/>
                    <a:pt x="22" y="3"/>
                  </a:cubicBezTo>
                  <a:cubicBezTo>
                    <a:pt x="12" y="3"/>
                    <a:pt x="12" y="3"/>
                    <a:pt x="12" y="3"/>
                  </a:cubicBezTo>
                  <a:cubicBezTo>
                    <a:pt x="12" y="3"/>
                    <a:pt x="12" y="3"/>
                    <a:pt x="12" y="3"/>
                  </a:cubicBezTo>
                  <a:cubicBezTo>
                    <a:pt x="2" y="3"/>
                    <a:pt x="2" y="3"/>
                    <a:pt x="2" y="3"/>
                  </a:cubicBezTo>
                  <a:cubicBezTo>
                    <a:pt x="0" y="2"/>
                    <a:pt x="1" y="0"/>
                    <a:pt x="2" y="0"/>
                  </a:cubicBezTo>
                  <a:cubicBezTo>
                    <a:pt x="12" y="0"/>
                    <a:pt x="12" y="0"/>
                    <a:pt x="12" y="0"/>
                  </a:cubicBezTo>
                  <a:close/>
                </a:path>
              </a:pathLst>
            </a:custGeom>
            <a:solidFill>
              <a:srgbClr val="545453"/>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69" name="Google Shape;919;p83"/>
            <p:cNvSpPr/>
            <p:nvPr/>
          </p:nvSpPr>
          <p:spPr>
            <a:xfrm>
              <a:off x="5501" y="276"/>
              <a:ext cx="45" cy="6"/>
            </a:xfrm>
            <a:custGeom>
              <a:avLst/>
              <a:gdLst/>
              <a:ahLst/>
              <a:cxnLst/>
              <a:rect l="l" t="t" r="r" b="b"/>
              <a:pathLst>
                <a:path w="23" h="3" extrusionOk="0">
                  <a:moveTo>
                    <a:pt x="12" y="0"/>
                  </a:moveTo>
                  <a:cubicBezTo>
                    <a:pt x="22" y="0"/>
                    <a:pt x="22" y="0"/>
                    <a:pt x="22" y="0"/>
                  </a:cubicBezTo>
                  <a:cubicBezTo>
                    <a:pt x="22" y="0"/>
                    <a:pt x="23" y="1"/>
                    <a:pt x="22" y="3"/>
                  </a:cubicBezTo>
                  <a:cubicBezTo>
                    <a:pt x="12" y="3"/>
                    <a:pt x="12" y="3"/>
                    <a:pt x="12" y="3"/>
                  </a:cubicBezTo>
                  <a:cubicBezTo>
                    <a:pt x="12" y="3"/>
                    <a:pt x="12" y="3"/>
                    <a:pt x="12" y="3"/>
                  </a:cubicBezTo>
                  <a:cubicBezTo>
                    <a:pt x="2" y="3"/>
                    <a:pt x="2" y="3"/>
                    <a:pt x="2" y="3"/>
                  </a:cubicBezTo>
                  <a:cubicBezTo>
                    <a:pt x="0" y="1"/>
                    <a:pt x="1" y="0"/>
                    <a:pt x="2" y="0"/>
                  </a:cubicBezTo>
                  <a:cubicBezTo>
                    <a:pt x="12" y="0"/>
                    <a:pt x="12" y="0"/>
                    <a:pt x="12" y="0"/>
                  </a:cubicBezTo>
                  <a:close/>
                </a:path>
              </a:pathLst>
            </a:custGeom>
            <a:solidFill>
              <a:srgbClr val="545453"/>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70" name="Google Shape;920;p83"/>
            <p:cNvSpPr/>
            <p:nvPr/>
          </p:nvSpPr>
          <p:spPr>
            <a:xfrm>
              <a:off x="5474" y="158"/>
              <a:ext cx="99" cy="114"/>
            </a:xfrm>
            <a:custGeom>
              <a:avLst/>
              <a:gdLst/>
              <a:ahLst/>
              <a:cxnLst/>
              <a:rect l="l" t="t" r="r" b="b"/>
              <a:pathLst>
                <a:path w="51" h="59" extrusionOk="0">
                  <a:moveTo>
                    <a:pt x="26" y="0"/>
                  </a:moveTo>
                  <a:cubicBezTo>
                    <a:pt x="27" y="0"/>
                    <a:pt x="38" y="1"/>
                    <a:pt x="45" y="8"/>
                  </a:cubicBezTo>
                  <a:cubicBezTo>
                    <a:pt x="49" y="13"/>
                    <a:pt x="51" y="19"/>
                    <a:pt x="51" y="27"/>
                  </a:cubicBezTo>
                  <a:cubicBezTo>
                    <a:pt x="51" y="27"/>
                    <a:pt x="51" y="33"/>
                    <a:pt x="45" y="39"/>
                  </a:cubicBezTo>
                  <a:cubicBezTo>
                    <a:pt x="45" y="39"/>
                    <a:pt x="37" y="49"/>
                    <a:pt x="37" y="59"/>
                  </a:cubicBezTo>
                  <a:cubicBezTo>
                    <a:pt x="26" y="59"/>
                    <a:pt x="26" y="59"/>
                    <a:pt x="26" y="59"/>
                  </a:cubicBezTo>
                  <a:cubicBezTo>
                    <a:pt x="26" y="59"/>
                    <a:pt x="26" y="59"/>
                    <a:pt x="26" y="59"/>
                  </a:cubicBezTo>
                  <a:cubicBezTo>
                    <a:pt x="14" y="59"/>
                    <a:pt x="14" y="59"/>
                    <a:pt x="14" y="59"/>
                  </a:cubicBezTo>
                  <a:cubicBezTo>
                    <a:pt x="14" y="49"/>
                    <a:pt x="6" y="39"/>
                    <a:pt x="6" y="39"/>
                  </a:cubicBezTo>
                  <a:cubicBezTo>
                    <a:pt x="0" y="33"/>
                    <a:pt x="0" y="27"/>
                    <a:pt x="0" y="27"/>
                  </a:cubicBezTo>
                  <a:cubicBezTo>
                    <a:pt x="0" y="19"/>
                    <a:pt x="2" y="13"/>
                    <a:pt x="6" y="8"/>
                  </a:cubicBezTo>
                  <a:cubicBezTo>
                    <a:pt x="13" y="1"/>
                    <a:pt x="24" y="0"/>
                    <a:pt x="26" y="0"/>
                  </a:cubicBezTo>
                  <a:cubicBezTo>
                    <a:pt x="26" y="0"/>
                    <a:pt x="26" y="0"/>
                    <a:pt x="26" y="0"/>
                  </a:cubicBezTo>
                  <a:close/>
                </a:path>
              </a:pathLst>
            </a:custGeom>
            <a:solidFill>
              <a:srgbClr val="FFE90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71" name="Google Shape;921;p83"/>
            <p:cNvSpPr/>
            <p:nvPr/>
          </p:nvSpPr>
          <p:spPr>
            <a:xfrm>
              <a:off x="6114" y="356"/>
              <a:ext cx="52" cy="10"/>
            </a:xfrm>
            <a:custGeom>
              <a:avLst/>
              <a:gdLst/>
              <a:ahLst/>
              <a:cxnLst/>
              <a:rect l="l" t="t" r="r" b="b"/>
              <a:pathLst>
                <a:path w="27" h="5" extrusionOk="0">
                  <a:moveTo>
                    <a:pt x="14" y="0"/>
                  </a:moveTo>
                  <a:cubicBezTo>
                    <a:pt x="26" y="0"/>
                    <a:pt x="26" y="0"/>
                    <a:pt x="26" y="0"/>
                  </a:cubicBezTo>
                  <a:cubicBezTo>
                    <a:pt x="26" y="0"/>
                    <a:pt x="27" y="2"/>
                    <a:pt x="26" y="3"/>
                  </a:cubicBezTo>
                  <a:cubicBezTo>
                    <a:pt x="20" y="3"/>
                    <a:pt x="20" y="3"/>
                    <a:pt x="20" y="3"/>
                  </a:cubicBezTo>
                  <a:cubicBezTo>
                    <a:pt x="19" y="3"/>
                    <a:pt x="19" y="3"/>
                    <a:pt x="19" y="3"/>
                  </a:cubicBezTo>
                  <a:cubicBezTo>
                    <a:pt x="19" y="4"/>
                    <a:pt x="19" y="4"/>
                    <a:pt x="19" y="4"/>
                  </a:cubicBezTo>
                  <a:cubicBezTo>
                    <a:pt x="19" y="4"/>
                    <a:pt x="19" y="4"/>
                    <a:pt x="19" y="5"/>
                  </a:cubicBezTo>
                  <a:cubicBezTo>
                    <a:pt x="18" y="5"/>
                    <a:pt x="18" y="5"/>
                    <a:pt x="17" y="5"/>
                  </a:cubicBezTo>
                  <a:cubicBezTo>
                    <a:pt x="14" y="5"/>
                    <a:pt x="14" y="5"/>
                    <a:pt x="14" y="5"/>
                  </a:cubicBezTo>
                  <a:cubicBezTo>
                    <a:pt x="13" y="5"/>
                    <a:pt x="13" y="5"/>
                    <a:pt x="13" y="5"/>
                  </a:cubicBezTo>
                  <a:cubicBezTo>
                    <a:pt x="10" y="5"/>
                    <a:pt x="10" y="5"/>
                    <a:pt x="10" y="5"/>
                  </a:cubicBezTo>
                  <a:cubicBezTo>
                    <a:pt x="9" y="5"/>
                    <a:pt x="9" y="5"/>
                    <a:pt x="8" y="5"/>
                  </a:cubicBezTo>
                  <a:cubicBezTo>
                    <a:pt x="8" y="4"/>
                    <a:pt x="8" y="4"/>
                    <a:pt x="8" y="4"/>
                  </a:cubicBezTo>
                  <a:cubicBezTo>
                    <a:pt x="8" y="3"/>
                    <a:pt x="8" y="3"/>
                    <a:pt x="8" y="3"/>
                  </a:cubicBezTo>
                  <a:cubicBezTo>
                    <a:pt x="1" y="3"/>
                    <a:pt x="1" y="3"/>
                    <a:pt x="1" y="3"/>
                  </a:cubicBezTo>
                  <a:cubicBezTo>
                    <a:pt x="0" y="2"/>
                    <a:pt x="1" y="0"/>
                    <a:pt x="1" y="0"/>
                  </a:cubicBezTo>
                  <a:cubicBezTo>
                    <a:pt x="13" y="0"/>
                    <a:pt x="13" y="0"/>
                    <a:pt x="13" y="0"/>
                  </a:cubicBezTo>
                  <a:lnTo>
                    <a:pt x="14" y="0"/>
                  </a:lnTo>
                  <a:close/>
                </a:path>
              </a:pathLst>
            </a:custGeom>
            <a:solidFill>
              <a:srgbClr val="545453"/>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72" name="Google Shape;922;p83"/>
            <p:cNvSpPr/>
            <p:nvPr/>
          </p:nvSpPr>
          <p:spPr>
            <a:xfrm>
              <a:off x="6114" y="346"/>
              <a:ext cx="52" cy="8"/>
            </a:xfrm>
            <a:custGeom>
              <a:avLst/>
              <a:gdLst/>
              <a:ahLst/>
              <a:cxnLst/>
              <a:rect l="l" t="t" r="r" b="b"/>
              <a:pathLst>
                <a:path w="27" h="4" extrusionOk="0">
                  <a:moveTo>
                    <a:pt x="14" y="0"/>
                  </a:moveTo>
                  <a:cubicBezTo>
                    <a:pt x="26" y="0"/>
                    <a:pt x="26" y="0"/>
                    <a:pt x="26" y="0"/>
                  </a:cubicBezTo>
                  <a:cubicBezTo>
                    <a:pt x="26" y="1"/>
                    <a:pt x="27" y="2"/>
                    <a:pt x="26" y="4"/>
                  </a:cubicBezTo>
                  <a:cubicBezTo>
                    <a:pt x="14" y="4"/>
                    <a:pt x="14" y="4"/>
                    <a:pt x="14" y="4"/>
                  </a:cubicBezTo>
                  <a:cubicBezTo>
                    <a:pt x="13" y="4"/>
                    <a:pt x="13" y="4"/>
                    <a:pt x="13" y="4"/>
                  </a:cubicBezTo>
                  <a:cubicBezTo>
                    <a:pt x="1" y="4"/>
                    <a:pt x="1" y="4"/>
                    <a:pt x="1" y="4"/>
                  </a:cubicBezTo>
                  <a:cubicBezTo>
                    <a:pt x="0" y="2"/>
                    <a:pt x="1" y="1"/>
                    <a:pt x="1" y="0"/>
                  </a:cubicBezTo>
                  <a:cubicBezTo>
                    <a:pt x="13" y="0"/>
                    <a:pt x="13" y="0"/>
                    <a:pt x="13" y="0"/>
                  </a:cubicBezTo>
                  <a:lnTo>
                    <a:pt x="14" y="0"/>
                  </a:lnTo>
                  <a:close/>
                </a:path>
              </a:pathLst>
            </a:custGeom>
            <a:solidFill>
              <a:srgbClr val="545453"/>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73" name="Google Shape;923;p83"/>
            <p:cNvSpPr/>
            <p:nvPr/>
          </p:nvSpPr>
          <p:spPr>
            <a:xfrm>
              <a:off x="6114" y="337"/>
              <a:ext cx="52" cy="7"/>
            </a:xfrm>
            <a:custGeom>
              <a:avLst/>
              <a:gdLst/>
              <a:ahLst/>
              <a:cxnLst/>
              <a:rect l="l" t="t" r="r" b="b"/>
              <a:pathLst>
                <a:path w="27" h="4" extrusionOk="0">
                  <a:moveTo>
                    <a:pt x="14" y="0"/>
                  </a:moveTo>
                  <a:cubicBezTo>
                    <a:pt x="26" y="0"/>
                    <a:pt x="26" y="0"/>
                    <a:pt x="26" y="0"/>
                  </a:cubicBezTo>
                  <a:cubicBezTo>
                    <a:pt x="26" y="0"/>
                    <a:pt x="27" y="2"/>
                    <a:pt x="26" y="4"/>
                  </a:cubicBezTo>
                  <a:cubicBezTo>
                    <a:pt x="14" y="4"/>
                    <a:pt x="14" y="4"/>
                    <a:pt x="14" y="4"/>
                  </a:cubicBezTo>
                  <a:cubicBezTo>
                    <a:pt x="13" y="4"/>
                    <a:pt x="13" y="4"/>
                    <a:pt x="13" y="4"/>
                  </a:cubicBezTo>
                  <a:cubicBezTo>
                    <a:pt x="1" y="4"/>
                    <a:pt x="1" y="4"/>
                    <a:pt x="1" y="4"/>
                  </a:cubicBezTo>
                  <a:cubicBezTo>
                    <a:pt x="0" y="2"/>
                    <a:pt x="1" y="0"/>
                    <a:pt x="1" y="0"/>
                  </a:cubicBezTo>
                  <a:cubicBezTo>
                    <a:pt x="13" y="0"/>
                    <a:pt x="13" y="0"/>
                    <a:pt x="13" y="0"/>
                  </a:cubicBezTo>
                  <a:lnTo>
                    <a:pt x="14" y="0"/>
                  </a:lnTo>
                  <a:close/>
                </a:path>
              </a:pathLst>
            </a:custGeom>
            <a:solidFill>
              <a:srgbClr val="545453"/>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74" name="Google Shape;924;p83"/>
            <p:cNvSpPr/>
            <p:nvPr/>
          </p:nvSpPr>
          <p:spPr>
            <a:xfrm>
              <a:off x="6081" y="193"/>
              <a:ext cx="120" cy="140"/>
            </a:xfrm>
            <a:custGeom>
              <a:avLst/>
              <a:gdLst/>
              <a:ahLst/>
              <a:cxnLst/>
              <a:rect l="l" t="t" r="r" b="b"/>
              <a:pathLst>
                <a:path w="62" h="72" extrusionOk="0">
                  <a:moveTo>
                    <a:pt x="31" y="0"/>
                  </a:moveTo>
                  <a:cubicBezTo>
                    <a:pt x="32" y="0"/>
                    <a:pt x="45" y="1"/>
                    <a:pt x="54" y="10"/>
                  </a:cubicBezTo>
                  <a:cubicBezTo>
                    <a:pt x="59" y="15"/>
                    <a:pt x="62" y="23"/>
                    <a:pt x="61" y="32"/>
                  </a:cubicBezTo>
                  <a:cubicBezTo>
                    <a:pt x="61" y="32"/>
                    <a:pt x="61" y="40"/>
                    <a:pt x="55" y="47"/>
                  </a:cubicBezTo>
                  <a:cubicBezTo>
                    <a:pt x="55" y="48"/>
                    <a:pt x="44" y="59"/>
                    <a:pt x="44" y="72"/>
                  </a:cubicBezTo>
                  <a:cubicBezTo>
                    <a:pt x="31" y="72"/>
                    <a:pt x="31" y="72"/>
                    <a:pt x="31" y="72"/>
                  </a:cubicBezTo>
                  <a:cubicBezTo>
                    <a:pt x="30" y="72"/>
                    <a:pt x="30" y="72"/>
                    <a:pt x="30" y="72"/>
                  </a:cubicBezTo>
                  <a:cubicBezTo>
                    <a:pt x="17" y="72"/>
                    <a:pt x="17" y="72"/>
                    <a:pt x="17" y="72"/>
                  </a:cubicBezTo>
                  <a:cubicBezTo>
                    <a:pt x="17" y="59"/>
                    <a:pt x="7" y="48"/>
                    <a:pt x="6" y="47"/>
                  </a:cubicBezTo>
                  <a:cubicBezTo>
                    <a:pt x="0" y="40"/>
                    <a:pt x="0" y="32"/>
                    <a:pt x="0" y="32"/>
                  </a:cubicBezTo>
                  <a:cubicBezTo>
                    <a:pt x="0" y="23"/>
                    <a:pt x="2" y="15"/>
                    <a:pt x="7" y="10"/>
                  </a:cubicBezTo>
                  <a:cubicBezTo>
                    <a:pt x="16" y="1"/>
                    <a:pt x="29" y="0"/>
                    <a:pt x="30" y="0"/>
                  </a:cubicBezTo>
                  <a:cubicBezTo>
                    <a:pt x="30" y="0"/>
                    <a:pt x="31" y="0"/>
                    <a:pt x="31" y="0"/>
                  </a:cubicBezTo>
                  <a:close/>
                </a:path>
              </a:pathLst>
            </a:custGeom>
            <a:solidFill>
              <a:srgbClr val="FFE900"/>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grpSp>
        <p:nvGrpSpPr>
          <p:cNvPr id="574" name="Group 573"/>
          <p:cNvGrpSpPr/>
          <p:nvPr/>
        </p:nvGrpSpPr>
        <p:grpSpPr>
          <a:xfrm>
            <a:off x="7636449" y="827920"/>
            <a:ext cx="3108960" cy="2926080"/>
            <a:chOff x="7926362" y="1121697"/>
            <a:chExt cx="3708790" cy="3277887"/>
          </a:xfrm>
          <a:solidFill>
            <a:schemeClr val="accent2"/>
          </a:solidFill>
        </p:grpSpPr>
        <p:sp>
          <p:nvSpPr>
            <p:cNvPr id="575" name="Cloud Callout 574"/>
            <p:cNvSpPr/>
            <p:nvPr/>
          </p:nvSpPr>
          <p:spPr>
            <a:xfrm>
              <a:off x="7926362" y="1121697"/>
              <a:ext cx="3708790" cy="3277887"/>
            </a:xfrm>
            <a:prstGeom prst="cloudCallou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6" name="Rectangle 575"/>
            <p:cNvSpPr/>
            <p:nvPr/>
          </p:nvSpPr>
          <p:spPr>
            <a:xfrm>
              <a:off x="8556730" y="2099721"/>
              <a:ext cx="2729675" cy="1206734"/>
            </a:xfrm>
            <a:prstGeom prst="rect">
              <a:avLst/>
            </a:prstGeom>
            <a:grpFill/>
          </p:spPr>
          <p:txBody>
            <a:bodyPr wrap="square">
              <a:spAutoFit/>
            </a:bodyPr>
            <a:lstStyle/>
            <a:p>
              <a:pPr algn="l"/>
              <a:r>
                <a:rPr lang="en-US" sz="1600" b="0" dirty="0" smtClean="0">
                  <a:solidFill>
                    <a:schemeClr val="bg1"/>
                  </a:solidFill>
                  <a:latin typeface="Calibri" panose="020F0502020204030204" pitchFamily="34" charset="0"/>
                  <a:ea typeface="Calibri" panose="020F0502020204030204" pitchFamily="34" charset="0"/>
                  <a:cs typeface="Calibri" panose="020F0502020204030204" pitchFamily="34" charset="0"/>
                </a:rPr>
                <a:t>A </a:t>
              </a:r>
              <a:r>
                <a:rPr lang="en-US" sz="1600" b="0" dirty="0">
                  <a:solidFill>
                    <a:schemeClr val="bg1"/>
                  </a:solidFill>
                  <a:latin typeface="Calibri" panose="020F0502020204030204" pitchFamily="34" charset="0"/>
                  <a:ea typeface="Calibri" panose="020F0502020204030204" pitchFamily="34" charset="0"/>
                  <a:cs typeface="Calibri" panose="020F0502020204030204" pitchFamily="34" charset="0"/>
                </a:rPr>
                <a:t>document that </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contains the core values and principles </a:t>
              </a:r>
              <a:r>
                <a:rPr lang="en-US" sz="1600" b="0" dirty="0">
                  <a:solidFill>
                    <a:schemeClr val="bg1"/>
                  </a:solidFill>
                  <a:latin typeface="Calibri" panose="020F0502020204030204" pitchFamily="34" charset="0"/>
                  <a:ea typeface="Calibri" panose="020F0502020204030204" pitchFamily="34" charset="0"/>
                  <a:cs typeface="Calibri" panose="020F0502020204030204" pitchFamily="34" charset="0"/>
                </a:rPr>
                <a:t>of agile software development.</a:t>
              </a:r>
              <a:endParaRPr lang="en-US" sz="1600" b="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grpSp>
      <p:grpSp>
        <p:nvGrpSpPr>
          <p:cNvPr id="579" name="Group 578"/>
          <p:cNvGrpSpPr/>
          <p:nvPr/>
        </p:nvGrpSpPr>
        <p:grpSpPr>
          <a:xfrm>
            <a:off x="1505022" y="1884750"/>
            <a:ext cx="2743200" cy="2286000"/>
            <a:chOff x="1755396" y="1734482"/>
            <a:chExt cx="2723241" cy="2788285"/>
          </a:xfrm>
        </p:grpSpPr>
        <p:sp>
          <p:nvSpPr>
            <p:cNvPr id="578" name="Oval Callout 577"/>
            <p:cNvSpPr/>
            <p:nvPr/>
          </p:nvSpPr>
          <p:spPr>
            <a:xfrm rot="17364502">
              <a:off x="1722874" y="1767004"/>
              <a:ext cx="2788285" cy="2723241"/>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7" name="Rectangle 576"/>
            <p:cNvSpPr/>
            <p:nvPr/>
          </p:nvSpPr>
          <p:spPr>
            <a:xfrm>
              <a:off x="2048581" y="2372144"/>
              <a:ext cx="2196337" cy="1614228"/>
            </a:xfrm>
            <a:prstGeom prst="rect">
              <a:avLst/>
            </a:prstGeom>
          </p:spPr>
          <p:txBody>
            <a:bodyPr wrap="square">
              <a:spAutoFit/>
            </a:bodyPr>
            <a:lstStyle/>
            <a:p>
              <a:pPr algn="l"/>
              <a:r>
                <a:rPr lang="en-US" sz="1600" b="0" dirty="0" smtClean="0">
                  <a:solidFill>
                    <a:schemeClr val="bg1"/>
                  </a:solidFill>
                  <a:latin typeface="Calibri" panose="020F0502020204030204" pitchFamily="34" charset="0"/>
                  <a:ea typeface="Calibri" panose="020F0502020204030204" pitchFamily="34" charset="0"/>
                  <a:cs typeface="Calibri" panose="020F0502020204030204" pitchFamily="34" charset="0"/>
                </a:rPr>
                <a:t>Released </a:t>
              </a:r>
              <a:r>
                <a:rPr lang="en-US" sz="1600" b="0" dirty="0">
                  <a:solidFill>
                    <a:schemeClr val="bg1"/>
                  </a:solidFill>
                  <a:latin typeface="Calibri" panose="020F0502020204030204" pitchFamily="34" charset="0"/>
                  <a:ea typeface="Calibri" panose="020F0502020204030204" pitchFamily="34" charset="0"/>
                  <a:cs typeface="Calibri" panose="020F0502020204030204" pitchFamily="34" charset="0"/>
                </a:rPr>
                <a:t>in </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February 2001</a:t>
              </a:r>
              <a:r>
                <a:rPr lang="en-US" sz="1600" b="0" dirty="0">
                  <a:solidFill>
                    <a:schemeClr val="bg1"/>
                  </a:solidFill>
                  <a:latin typeface="Calibri" panose="020F0502020204030204" pitchFamily="34" charset="0"/>
                  <a:ea typeface="Calibri" panose="020F0502020204030204" pitchFamily="34" charset="0"/>
                  <a:cs typeface="Calibri" panose="020F0502020204030204" pitchFamily="34" charset="0"/>
                </a:rPr>
                <a:t>,at The Lodge at </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Snowbird ski resort in Wasatch mountain of Utah</a:t>
              </a: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grpSp>
      <p:pic>
        <p:nvPicPr>
          <p:cNvPr id="3" name="intro-s3-v1">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5892800" y="3225800"/>
            <a:ext cx="406400" cy="406400"/>
          </a:xfrm>
          <a:prstGeom prst="rect">
            <a:avLst/>
          </a:prstGeom>
        </p:spPr>
      </p:pic>
      <p:pic>
        <p:nvPicPr>
          <p:cNvPr id="4" name="intro-s3-v2">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4"/>
          <a:stretch>
            <a:fillRect/>
          </a:stretch>
        </p:blipFill>
        <p:spPr>
          <a:xfrm>
            <a:off x="3837724" y="3820316"/>
            <a:ext cx="406400" cy="406400"/>
          </a:xfrm>
          <a:prstGeom prst="rect">
            <a:avLst/>
          </a:prstGeom>
        </p:spPr>
      </p:pic>
      <p:pic>
        <p:nvPicPr>
          <p:cNvPr id="259" name="Picture 25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808052" y="5873836"/>
            <a:ext cx="1260187" cy="945560"/>
          </a:xfrm>
          <a:prstGeom prst="ellipse">
            <a:avLst/>
          </a:prstGeom>
          <a:ln>
            <a:noFill/>
          </a:ln>
          <a:effectLst>
            <a:softEdge rad="112500"/>
          </a:effec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mph" presetSubtype="0" fill="hold" nodeType="clickEffect">
                                  <p:stCondLst>
                                    <p:cond delay="0"/>
                                  </p:stCondLst>
                                  <p:childTnLst>
                                    <p:animScale>
                                      <p:cBhvr>
                                        <p:cTn id="11" dur="2000" fill="hold"/>
                                        <p:tgtEl>
                                          <p:spTgt spid="2"/>
                                        </p:tgtEl>
                                      </p:cBhvr>
                                      <p:by x="50000" y="50000"/>
                                    </p:animScale>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nodeType="clickEffect">
                                  <p:stCondLst>
                                    <p:cond delay="0"/>
                                  </p:stCondLst>
                                  <p:childTnLst>
                                    <p:set>
                                      <p:cBhvr>
                                        <p:cTn id="15" dur="1" fill="hold">
                                          <p:stCondLst>
                                            <p:cond delay="0"/>
                                          </p:stCondLst>
                                        </p:cTn>
                                        <p:tgtEl>
                                          <p:spTgt spid="327"/>
                                        </p:tgtEl>
                                        <p:attrNameLst>
                                          <p:attrName>style.visibility</p:attrName>
                                        </p:attrNameLst>
                                      </p:cBhvr>
                                      <p:to>
                                        <p:strVal val="visible"/>
                                      </p:to>
                                    </p:set>
                                    <p:anim calcmode="lin" valueType="num">
                                      <p:cBhvr>
                                        <p:cTn id="16" dur="500" fill="hold"/>
                                        <p:tgtEl>
                                          <p:spTgt spid="327"/>
                                        </p:tgtEl>
                                        <p:attrNameLst>
                                          <p:attrName>ppt_w</p:attrName>
                                        </p:attrNameLst>
                                      </p:cBhvr>
                                      <p:tavLst>
                                        <p:tav tm="0">
                                          <p:val>
                                            <p:fltVal val="0"/>
                                          </p:val>
                                        </p:tav>
                                        <p:tav tm="100000">
                                          <p:val>
                                            <p:strVal val="#ppt_w"/>
                                          </p:val>
                                        </p:tav>
                                      </p:tavLst>
                                    </p:anim>
                                    <p:anim calcmode="lin" valueType="num">
                                      <p:cBhvr>
                                        <p:cTn id="17" dur="500" fill="hold"/>
                                        <p:tgtEl>
                                          <p:spTgt spid="327"/>
                                        </p:tgtEl>
                                        <p:attrNameLst>
                                          <p:attrName>ppt_h</p:attrName>
                                        </p:attrNameLst>
                                      </p:cBhvr>
                                      <p:tavLst>
                                        <p:tav tm="0">
                                          <p:val>
                                            <p:fltVal val="0"/>
                                          </p:val>
                                        </p:tav>
                                        <p:tav tm="100000">
                                          <p:val>
                                            <p:strVal val="#ppt_h"/>
                                          </p:val>
                                        </p:tav>
                                      </p:tavLst>
                                    </p:anim>
                                    <p:animEffect transition="in" filter="fade">
                                      <p:cBhvr>
                                        <p:cTn id="18" dur="500"/>
                                        <p:tgtEl>
                                          <p:spTgt spid="327"/>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nodeType="clickEffect">
                                  <p:stCondLst>
                                    <p:cond delay="0"/>
                                  </p:stCondLst>
                                  <p:childTnLst>
                                    <p:set>
                                      <p:cBhvr>
                                        <p:cTn id="22" dur="1" fill="hold">
                                          <p:stCondLst>
                                            <p:cond delay="0"/>
                                          </p:stCondLst>
                                        </p:cTn>
                                        <p:tgtEl>
                                          <p:spTgt spid="574"/>
                                        </p:tgtEl>
                                        <p:attrNameLst>
                                          <p:attrName>style.visibility</p:attrName>
                                        </p:attrNameLst>
                                      </p:cBhvr>
                                      <p:to>
                                        <p:strVal val="visible"/>
                                      </p:to>
                                    </p:set>
                                    <p:anim calcmode="lin" valueType="num">
                                      <p:cBhvr>
                                        <p:cTn id="23" dur="500" fill="hold"/>
                                        <p:tgtEl>
                                          <p:spTgt spid="574"/>
                                        </p:tgtEl>
                                        <p:attrNameLst>
                                          <p:attrName>ppt_w</p:attrName>
                                        </p:attrNameLst>
                                      </p:cBhvr>
                                      <p:tavLst>
                                        <p:tav tm="0">
                                          <p:val>
                                            <p:fltVal val="0"/>
                                          </p:val>
                                        </p:tav>
                                        <p:tav tm="100000">
                                          <p:val>
                                            <p:strVal val="#ppt_w"/>
                                          </p:val>
                                        </p:tav>
                                      </p:tavLst>
                                    </p:anim>
                                    <p:anim calcmode="lin" valueType="num">
                                      <p:cBhvr>
                                        <p:cTn id="24" dur="500" fill="hold"/>
                                        <p:tgtEl>
                                          <p:spTgt spid="574"/>
                                        </p:tgtEl>
                                        <p:attrNameLst>
                                          <p:attrName>ppt_h</p:attrName>
                                        </p:attrNameLst>
                                      </p:cBhvr>
                                      <p:tavLst>
                                        <p:tav tm="0">
                                          <p:val>
                                            <p:fltVal val="0"/>
                                          </p:val>
                                        </p:tav>
                                        <p:tav tm="100000">
                                          <p:val>
                                            <p:strVal val="#ppt_h"/>
                                          </p:val>
                                        </p:tav>
                                      </p:tavLst>
                                    </p:anim>
                                    <p:animEffect transition="in" filter="fade">
                                      <p:cBhvr>
                                        <p:cTn id="25" dur="500"/>
                                        <p:tgtEl>
                                          <p:spTgt spid="574"/>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nodeType="clickEffect">
                                  <p:stCondLst>
                                    <p:cond delay="0"/>
                                  </p:stCondLst>
                                  <p:childTnLst>
                                    <p:set>
                                      <p:cBhvr>
                                        <p:cTn id="29" dur="1" fill="hold">
                                          <p:stCondLst>
                                            <p:cond delay="0"/>
                                          </p:stCondLst>
                                        </p:cTn>
                                        <p:tgtEl>
                                          <p:spTgt spid="579"/>
                                        </p:tgtEl>
                                        <p:attrNameLst>
                                          <p:attrName>style.visibility</p:attrName>
                                        </p:attrNameLst>
                                      </p:cBhvr>
                                      <p:to>
                                        <p:strVal val="visible"/>
                                      </p:to>
                                    </p:set>
                                    <p:anim calcmode="lin" valueType="num">
                                      <p:cBhvr>
                                        <p:cTn id="30" dur="500" fill="hold"/>
                                        <p:tgtEl>
                                          <p:spTgt spid="579"/>
                                        </p:tgtEl>
                                        <p:attrNameLst>
                                          <p:attrName>ppt_w</p:attrName>
                                        </p:attrNameLst>
                                      </p:cBhvr>
                                      <p:tavLst>
                                        <p:tav tm="0">
                                          <p:val>
                                            <p:fltVal val="0"/>
                                          </p:val>
                                        </p:tav>
                                        <p:tav tm="100000">
                                          <p:val>
                                            <p:strVal val="#ppt_w"/>
                                          </p:val>
                                        </p:tav>
                                      </p:tavLst>
                                    </p:anim>
                                    <p:anim calcmode="lin" valueType="num">
                                      <p:cBhvr>
                                        <p:cTn id="31" dur="500" fill="hold"/>
                                        <p:tgtEl>
                                          <p:spTgt spid="579"/>
                                        </p:tgtEl>
                                        <p:attrNameLst>
                                          <p:attrName>ppt_h</p:attrName>
                                        </p:attrNameLst>
                                      </p:cBhvr>
                                      <p:tavLst>
                                        <p:tav tm="0">
                                          <p:val>
                                            <p:fltVal val="0"/>
                                          </p:val>
                                        </p:tav>
                                        <p:tav tm="100000">
                                          <p:val>
                                            <p:strVal val="#ppt_h"/>
                                          </p:val>
                                        </p:tav>
                                      </p:tavLst>
                                    </p:anim>
                                    <p:animEffect transition="in" filter="fade">
                                      <p:cBhvr>
                                        <p:cTn id="32" dur="500"/>
                                        <p:tgtEl>
                                          <p:spTgt spid="579"/>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33" fill="hold" display="0">
                  <p:stCondLst>
                    <p:cond delay="indefinite"/>
                  </p:stCondLst>
                  <p:endCondLst>
                    <p:cond evt="onStopAudio" delay="0">
                      <p:tgtEl>
                        <p:sldTgt/>
                      </p:tgtEl>
                    </p:cond>
                  </p:endCondLst>
                </p:cTn>
                <p:tgtEl>
                  <p:spTgt spid="3"/>
                </p:tgtEl>
              </p:cMediaNode>
            </p:audio>
            <p:audio>
              <p:cMediaNode vol="80000" showWhenStopped="0">
                <p:cTn id="34" fill="hold" display="0">
                  <p:stCondLst>
                    <p:cond delay="indefinite"/>
                  </p:stCondLst>
                  <p:endCondLst>
                    <p:cond evt="onStopAudio" delay="0">
                      <p:tgtEl>
                        <p:sldTgt/>
                      </p:tgtEl>
                    </p:cond>
                  </p:endCondLst>
                </p:cTn>
                <p:tgtEl>
                  <p:spTgt spid="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10"/>
          <p:cNvGraphicFramePr>
            <a:graphicFrameLocks noGrp="1"/>
          </p:cNvGraphicFramePr>
          <p:nvPr/>
        </p:nvGraphicFramePr>
        <p:xfrm>
          <a:off x="1167258" y="1038060"/>
          <a:ext cx="10263884" cy="5184610"/>
        </p:xfrm>
        <a:graphic>
          <a:graphicData uri="http://schemas.openxmlformats.org/drawingml/2006/table">
            <a:tbl>
              <a:tblPr firstRow="1" bandRow="1">
                <a:tableStyleId>{5C22544A-7EE6-4342-B048-85BDC9FD1C3A}</a:tableStyleId>
              </a:tblPr>
              <a:tblGrid>
                <a:gridCol w="4828855"/>
                <a:gridCol w="5435029"/>
              </a:tblGrid>
              <a:tr h="1327064">
                <a:tc>
                  <a:txBody>
                    <a:bodyPr/>
                    <a:lstStyle/>
                    <a:p>
                      <a:pPr algn="l"/>
                      <a:endParaRPr lang="en-US" sz="2800" dirty="0"/>
                    </a:p>
                  </a:txBody>
                  <a:tcPr/>
                </a:tc>
                <a:tc>
                  <a:txBody>
                    <a:bodyPr/>
                    <a:lstStyle/>
                    <a:p>
                      <a:pPr algn="l"/>
                      <a:endParaRPr lang="en-US" sz="2800" dirty="0"/>
                    </a:p>
                  </a:txBody>
                  <a:tcPr/>
                </a:tc>
              </a:tr>
              <a:tr h="943351">
                <a:tc>
                  <a:txBody>
                    <a:bodyPr/>
                    <a:lstStyle/>
                    <a:p>
                      <a:pPr algn="l"/>
                      <a:endParaRPr lang="en-US" sz="2800" dirty="0"/>
                    </a:p>
                  </a:txBody>
                  <a:tcPr/>
                </a:tc>
                <a:tc>
                  <a:txBody>
                    <a:bodyPr/>
                    <a:lstStyle/>
                    <a:p>
                      <a:pPr algn="l"/>
                      <a:endParaRPr lang="en-US" sz="2800" dirty="0"/>
                    </a:p>
                  </a:txBody>
                  <a:tcPr/>
                </a:tc>
              </a:tr>
              <a:tr h="858342">
                <a:tc>
                  <a:txBody>
                    <a:bodyPr/>
                    <a:lstStyle/>
                    <a:p>
                      <a:pPr algn="l"/>
                      <a:endParaRPr lang="en-US" sz="2800" dirty="0"/>
                    </a:p>
                  </a:txBody>
                  <a:tcPr/>
                </a:tc>
                <a:tc>
                  <a:txBody>
                    <a:bodyPr/>
                    <a:lstStyle/>
                    <a:p>
                      <a:pPr algn="l"/>
                      <a:endParaRPr lang="en-US" sz="2800" dirty="0"/>
                    </a:p>
                  </a:txBody>
                  <a:tcPr/>
                </a:tc>
              </a:tr>
              <a:tr h="785193">
                <a:tc>
                  <a:txBody>
                    <a:bodyPr/>
                    <a:lstStyle/>
                    <a:p>
                      <a:pPr algn="l"/>
                      <a:endParaRPr lang="en-US" sz="2800" dirty="0"/>
                    </a:p>
                  </a:txBody>
                  <a:tcPr/>
                </a:tc>
                <a:tc>
                  <a:txBody>
                    <a:bodyPr/>
                    <a:lstStyle/>
                    <a:p>
                      <a:pPr algn="l"/>
                      <a:endParaRPr lang="en-US" sz="2800" dirty="0"/>
                    </a:p>
                  </a:txBody>
                  <a:tcPr/>
                </a:tc>
              </a:tr>
              <a:tr h="1270660">
                <a:tc>
                  <a:txBody>
                    <a:bodyPr/>
                    <a:lstStyle/>
                    <a:p>
                      <a:pPr algn="l"/>
                      <a:endParaRPr lang="en-US" sz="2800" dirty="0"/>
                    </a:p>
                  </a:txBody>
                  <a:tcPr/>
                </a:tc>
                <a:tc>
                  <a:txBody>
                    <a:bodyPr/>
                    <a:lstStyle/>
                    <a:p>
                      <a:pPr algn="l"/>
                      <a:endParaRPr lang="en-US" sz="2800" dirty="0"/>
                    </a:p>
                  </a:txBody>
                  <a:tcPr/>
                </a:tc>
              </a:tr>
            </a:tbl>
          </a:graphicData>
        </a:graphic>
      </p:graphicFrame>
      <p:sp>
        <p:nvSpPr>
          <p:cNvPr id="278" name="Google Shape;10800;p244"/>
          <p:cNvSpPr/>
          <p:nvPr/>
        </p:nvSpPr>
        <p:spPr>
          <a:xfrm rot="5400000">
            <a:off x="6238978" y="2982501"/>
            <a:ext cx="733425" cy="4103249"/>
          </a:xfrm>
          <a:custGeom>
            <a:avLst/>
            <a:gdLst/>
            <a:ahLst/>
            <a:cxnLst/>
            <a:rect l="l" t="t" r="r" b="b"/>
            <a:pathLst>
              <a:path w="462" h="2068" extrusionOk="0">
                <a:moveTo>
                  <a:pt x="0" y="0"/>
                </a:moveTo>
                <a:lnTo>
                  <a:pt x="0" y="2068"/>
                </a:lnTo>
                <a:lnTo>
                  <a:pt x="462" y="1702"/>
                </a:lnTo>
                <a:lnTo>
                  <a:pt x="462" y="0"/>
                </a:lnTo>
                <a:lnTo>
                  <a:pt x="0" y="0"/>
                </a:lnTo>
              </a:path>
            </a:pathLst>
          </a:cu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281" name="Google Shape;10802;p244"/>
          <p:cNvSpPr/>
          <p:nvPr/>
        </p:nvSpPr>
        <p:spPr>
          <a:xfrm rot="5400000">
            <a:off x="8240762" y="4642254"/>
            <a:ext cx="1454151" cy="783744"/>
          </a:xfrm>
          <a:custGeom>
            <a:avLst/>
            <a:gdLst/>
            <a:ahLst/>
            <a:cxnLst/>
            <a:rect l="l" t="t" r="r" b="b"/>
            <a:pathLst>
              <a:path w="916" h="395" extrusionOk="0">
                <a:moveTo>
                  <a:pt x="458" y="0"/>
                </a:moveTo>
                <a:lnTo>
                  <a:pt x="916" y="395"/>
                </a:lnTo>
                <a:lnTo>
                  <a:pt x="458" y="395"/>
                </a:lnTo>
                <a:lnTo>
                  <a:pt x="0" y="395"/>
                </a:lnTo>
                <a:lnTo>
                  <a:pt x="458" y="0"/>
                </a:lnTo>
              </a:path>
            </a:pathLst>
          </a:cu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282" name="Google Shape;10803;p244"/>
          <p:cNvSpPr/>
          <p:nvPr/>
        </p:nvSpPr>
        <p:spPr>
          <a:xfrm rot="5400000">
            <a:off x="8604300" y="4278716"/>
            <a:ext cx="727075" cy="783744"/>
          </a:xfrm>
          <a:custGeom>
            <a:avLst/>
            <a:gdLst/>
            <a:ahLst/>
            <a:cxnLst/>
            <a:rect l="l" t="t" r="r" b="b"/>
            <a:pathLst>
              <a:path w="458" h="395" extrusionOk="0">
                <a:moveTo>
                  <a:pt x="458" y="0"/>
                </a:moveTo>
                <a:lnTo>
                  <a:pt x="0" y="395"/>
                </a:lnTo>
                <a:lnTo>
                  <a:pt x="227" y="395"/>
                </a:lnTo>
                <a:lnTo>
                  <a:pt x="0" y="395"/>
                </a:lnTo>
                <a:lnTo>
                  <a:pt x="210" y="214"/>
                </a:lnTo>
                <a:lnTo>
                  <a:pt x="458" y="0"/>
                </a:lnTo>
                <a:close/>
              </a:path>
            </a:pathLst>
          </a:custGeom>
          <a:solidFill>
            <a:srgbClr val="A6A5C2"/>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283" name="Google Shape;10804;p244"/>
          <p:cNvSpPr/>
          <p:nvPr/>
        </p:nvSpPr>
        <p:spPr>
          <a:xfrm rot="5400000">
            <a:off x="8604300" y="4278716"/>
            <a:ext cx="727075" cy="783744"/>
          </a:xfrm>
          <a:custGeom>
            <a:avLst/>
            <a:gdLst/>
            <a:ahLst/>
            <a:cxnLst/>
            <a:rect l="l" t="t" r="r" b="b"/>
            <a:pathLst>
              <a:path w="458" h="395" extrusionOk="0">
                <a:moveTo>
                  <a:pt x="458" y="0"/>
                </a:moveTo>
                <a:lnTo>
                  <a:pt x="0" y="395"/>
                </a:lnTo>
                <a:lnTo>
                  <a:pt x="227" y="395"/>
                </a:lnTo>
                <a:lnTo>
                  <a:pt x="0" y="395"/>
                </a:lnTo>
                <a:lnTo>
                  <a:pt x="210" y="214"/>
                </a:lnTo>
                <a:lnTo>
                  <a:pt x="458" y="0"/>
                </a:lnTo>
              </a:path>
            </a:pathLst>
          </a:cu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284" name="Google Shape;10805;p244"/>
          <p:cNvSpPr/>
          <p:nvPr/>
        </p:nvSpPr>
        <p:spPr>
          <a:xfrm rot="5400000">
            <a:off x="8604300" y="5005792"/>
            <a:ext cx="727075" cy="783744"/>
          </a:xfrm>
          <a:custGeom>
            <a:avLst/>
            <a:gdLst/>
            <a:ahLst/>
            <a:cxnLst/>
            <a:rect l="l" t="t" r="r" b="b"/>
            <a:pathLst>
              <a:path w="458" h="395" extrusionOk="0">
                <a:moveTo>
                  <a:pt x="0" y="0"/>
                </a:moveTo>
                <a:lnTo>
                  <a:pt x="0" y="0"/>
                </a:lnTo>
                <a:lnTo>
                  <a:pt x="458" y="395"/>
                </a:lnTo>
                <a:lnTo>
                  <a:pt x="458" y="395"/>
                </a:lnTo>
                <a:lnTo>
                  <a:pt x="0" y="0"/>
                </a:lnTo>
                <a:close/>
              </a:path>
            </a:pathLst>
          </a:custGeom>
          <a:solidFill>
            <a:srgbClr val="AEADCC"/>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285" name="Google Shape;10806;p244"/>
          <p:cNvSpPr/>
          <p:nvPr/>
        </p:nvSpPr>
        <p:spPr>
          <a:xfrm rot="5400000">
            <a:off x="8604300" y="5005792"/>
            <a:ext cx="727075" cy="783744"/>
          </a:xfrm>
          <a:custGeom>
            <a:avLst/>
            <a:gdLst/>
            <a:ahLst/>
            <a:cxnLst/>
            <a:rect l="l" t="t" r="r" b="b"/>
            <a:pathLst>
              <a:path w="458" h="395" extrusionOk="0">
                <a:moveTo>
                  <a:pt x="0" y="0"/>
                </a:moveTo>
                <a:lnTo>
                  <a:pt x="0" y="0"/>
                </a:lnTo>
                <a:lnTo>
                  <a:pt x="458" y="395"/>
                </a:lnTo>
                <a:lnTo>
                  <a:pt x="458" y="395"/>
                </a:lnTo>
                <a:lnTo>
                  <a:pt x="0" y="0"/>
                </a:lnTo>
              </a:path>
            </a:pathLst>
          </a:cu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287" name="Google Shape;10808;p244"/>
          <p:cNvSpPr/>
          <p:nvPr/>
        </p:nvSpPr>
        <p:spPr>
          <a:xfrm rot="5400000">
            <a:off x="6198303" y="3023177"/>
            <a:ext cx="733425" cy="4021898"/>
          </a:xfrm>
          <a:custGeom>
            <a:avLst/>
            <a:gdLst/>
            <a:ahLst/>
            <a:cxnLst/>
            <a:rect l="l" t="t" r="r" b="b"/>
            <a:pathLst>
              <a:path w="462" h="2027" extrusionOk="0">
                <a:moveTo>
                  <a:pt x="462" y="0"/>
                </a:moveTo>
                <a:lnTo>
                  <a:pt x="231" y="0"/>
                </a:lnTo>
                <a:lnTo>
                  <a:pt x="0" y="0"/>
                </a:lnTo>
                <a:lnTo>
                  <a:pt x="0" y="2027"/>
                </a:lnTo>
                <a:lnTo>
                  <a:pt x="462" y="1661"/>
                </a:lnTo>
                <a:lnTo>
                  <a:pt x="462" y="0"/>
                </a:lnTo>
              </a:path>
            </a:pathLst>
          </a:cu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291" name="Google Shape;10812;p244"/>
          <p:cNvSpPr/>
          <p:nvPr/>
        </p:nvSpPr>
        <p:spPr>
          <a:xfrm rot="5400000">
            <a:off x="5236976" y="2776863"/>
            <a:ext cx="741363" cy="3039738"/>
          </a:xfrm>
          <a:custGeom>
            <a:avLst/>
            <a:gdLst/>
            <a:ahLst/>
            <a:cxnLst/>
            <a:rect l="l" t="t" r="r" b="b"/>
            <a:pathLst>
              <a:path w="467" h="1532" extrusionOk="0">
                <a:moveTo>
                  <a:pt x="0" y="1532"/>
                </a:moveTo>
                <a:lnTo>
                  <a:pt x="0" y="0"/>
                </a:lnTo>
                <a:lnTo>
                  <a:pt x="467" y="366"/>
                </a:lnTo>
                <a:lnTo>
                  <a:pt x="467" y="1532"/>
                </a:lnTo>
                <a:lnTo>
                  <a:pt x="0" y="1532"/>
                </a:lnTo>
              </a:path>
            </a:pathLst>
          </a:cu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293" name="Google Shape;10814;p244"/>
          <p:cNvSpPr/>
          <p:nvPr/>
        </p:nvSpPr>
        <p:spPr>
          <a:xfrm rot="5400000">
            <a:off x="3048405" y="3900692"/>
            <a:ext cx="1455738" cy="785729"/>
          </a:xfrm>
          <a:custGeom>
            <a:avLst/>
            <a:gdLst/>
            <a:ahLst/>
            <a:cxnLst/>
            <a:rect l="l" t="t" r="r" b="b"/>
            <a:pathLst>
              <a:path w="917" h="396" extrusionOk="0">
                <a:moveTo>
                  <a:pt x="458" y="396"/>
                </a:moveTo>
                <a:lnTo>
                  <a:pt x="917" y="0"/>
                </a:lnTo>
                <a:lnTo>
                  <a:pt x="458" y="0"/>
                </a:lnTo>
                <a:lnTo>
                  <a:pt x="0" y="0"/>
                </a:lnTo>
                <a:lnTo>
                  <a:pt x="458" y="396"/>
                </a:lnTo>
              </a:path>
            </a:pathLst>
          </a:cu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294" name="Google Shape;10815;p244"/>
          <p:cNvSpPr/>
          <p:nvPr/>
        </p:nvSpPr>
        <p:spPr>
          <a:xfrm rot="5400000">
            <a:off x="3048405" y="3900692"/>
            <a:ext cx="1455738" cy="785729"/>
          </a:xfrm>
          <a:custGeom>
            <a:avLst/>
            <a:gdLst/>
            <a:ahLst/>
            <a:cxnLst/>
            <a:rect l="l" t="t" r="r" b="b"/>
            <a:pathLst>
              <a:path w="917" h="396" extrusionOk="0">
                <a:moveTo>
                  <a:pt x="917" y="0"/>
                </a:moveTo>
                <a:lnTo>
                  <a:pt x="917" y="0"/>
                </a:lnTo>
                <a:lnTo>
                  <a:pt x="458" y="396"/>
                </a:lnTo>
                <a:lnTo>
                  <a:pt x="0" y="0"/>
                </a:lnTo>
                <a:lnTo>
                  <a:pt x="0" y="0"/>
                </a:lnTo>
                <a:lnTo>
                  <a:pt x="458" y="396"/>
                </a:lnTo>
                <a:lnTo>
                  <a:pt x="917" y="0"/>
                </a:lnTo>
                <a:close/>
              </a:path>
            </a:pathLst>
          </a:custGeom>
          <a:solidFill>
            <a:srgbClr val="A6A5C2"/>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295" name="Google Shape;10816;p244"/>
          <p:cNvSpPr/>
          <p:nvPr/>
        </p:nvSpPr>
        <p:spPr>
          <a:xfrm rot="5400000">
            <a:off x="3048405" y="3900692"/>
            <a:ext cx="1455738" cy="785729"/>
          </a:xfrm>
          <a:custGeom>
            <a:avLst/>
            <a:gdLst/>
            <a:ahLst/>
            <a:cxnLst/>
            <a:rect l="l" t="t" r="r" b="b"/>
            <a:pathLst>
              <a:path w="917" h="396" extrusionOk="0">
                <a:moveTo>
                  <a:pt x="917" y="0"/>
                </a:moveTo>
                <a:lnTo>
                  <a:pt x="917" y="0"/>
                </a:lnTo>
                <a:lnTo>
                  <a:pt x="458" y="396"/>
                </a:lnTo>
                <a:lnTo>
                  <a:pt x="0" y="0"/>
                </a:lnTo>
                <a:lnTo>
                  <a:pt x="0" y="0"/>
                </a:lnTo>
                <a:lnTo>
                  <a:pt x="458" y="396"/>
                </a:lnTo>
                <a:lnTo>
                  <a:pt x="917" y="0"/>
                </a:lnTo>
              </a:path>
            </a:pathLst>
          </a:cu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296" name="Google Shape;10817;p244"/>
          <p:cNvSpPr/>
          <p:nvPr/>
        </p:nvSpPr>
        <p:spPr>
          <a:xfrm rot="5400000">
            <a:off x="4920463" y="2814363"/>
            <a:ext cx="1455738" cy="2958387"/>
          </a:xfrm>
          <a:custGeom>
            <a:avLst/>
            <a:gdLst/>
            <a:ahLst/>
            <a:cxnLst/>
            <a:rect l="l" t="t" r="r" b="b"/>
            <a:pathLst>
              <a:path w="917" h="1491" extrusionOk="0">
                <a:moveTo>
                  <a:pt x="227" y="1491"/>
                </a:moveTo>
                <a:lnTo>
                  <a:pt x="0" y="1491"/>
                </a:lnTo>
                <a:lnTo>
                  <a:pt x="227" y="1491"/>
                </a:lnTo>
                <a:lnTo>
                  <a:pt x="227" y="1491"/>
                </a:lnTo>
                <a:close/>
                <a:moveTo>
                  <a:pt x="227" y="0"/>
                </a:moveTo>
                <a:lnTo>
                  <a:pt x="227" y="0"/>
                </a:lnTo>
                <a:lnTo>
                  <a:pt x="694" y="366"/>
                </a:lnTo>
                <a:lnTo>
                  <a:pt x="694" y="1491"/>
                </a:lnTo>
                <a:lnTo>
                  <a:pt x="917" y="1491"/>
                </a:lnTo>
                <a:lnTo>
                  <a:pt x="917" y="1491"/>
                </a:lnTo>
                <a:lnTo>
                  <a:pt x="694" y="1491"/>
                </a:lnTo>
                <a:lnTo>
                  <a:pt x="694" y="366"/>
                </a:lnTo>
                <a:lnTo>
                  <a:pt x="227" y="0"/>
                </a:lnTo>
                <a:close/>
              </a:path>
            </a:pathLst>
          </a:custGeom>
          <a:solidFill>
            <a:srgbClr val="A6A5C2"/>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297" name="Google Shape;10818;p244"/>
          <p:cNvSpPr/>
          <p:nvPr/>
        </p:nvSpPr>
        <p:spPr>
          <a:xfrm rot="5400000">
            <a:off x="4920463" y="2814363"/>
            <a:ext cx="1455738" cy="2958387"/>
          </a:xfrm>
          <a:custGeom>
            <a:avLst/>
            <a:gdLst/>
            <a:ahLst/>
            <a:cxnLst/>
            <a:rect l="l" t="t" r="r" b="b"/>
            <a:pathLst>
              <a:path w="917" h="1491" extrusionOk="0">
                <a:moveTo>
                  <a:pt x="227" y="1491"/>
                </a:moveTo>
                <a:lnTo>
                  <a:pt x="0" y="1491"/>
                </a:lnTo>
                <a:lnTo>
                  <a:pt x="227" y="1491"/>
                </a:lnTo>
                <a:lnTo>
                  <a:pt x="227" y="1491"/>
                </a:lnTo>
                <a:moveTo>
                  <a:pt x="227" y="0"/>
                </a:moveTo>
                <a:lnTo>
                  <a:pt x="227" y="0"/>
                </a:lnTo>
                <a:lnTo>
                  <a:pt x="694" y="366"/>
                </a:lnTo>
                <a:lnTo>
                  <a:pt x="694" y="1491"/>
                </a:lnTo>
                <a:lnTo>
                  <a:pt x="917" y="1491"/>
                </a:lnTo>
                <a:lnTo>
                  <a:pt x="917" y="1491"/>
                </a:lnTo>
                <a:lnTo>
                  <a:pt x="694" y="1491"/>
                </a:lnTo>
                <a:lnTo>
                  <a:pt x="694" y="366"/>
                </a:lnTo>
                <a:lnTo>
                  <a:pt x="227" y="0"/>
                </a:lnTo>
              </a:path>
            </a:pathLst>
          </a:cu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299" name="Google Shape;10820;p244"/>
          <p:cNvSpPr/>
          <p:nvPr/>
        </p:nvSpPr>
        <p:spPr>
          <a:xfrm rot="5400000">
            <a:off x="5277651" y="2817538"/>
            <a:ext cx="741363" cy="2958387"/>
          </a:xfrm>
          <a:custGeom>
            <a:avLst/>
            <a:gdLst/>
            <a:ahLst/>
            <a:cxnLst/>
            <a:rect l="l" t="t" r="r" b="b"/>
            <a:pathLst>
              <a:path w="467" h="1491" extrusionOk="0">
                <a:moveTo>
                  <a:pt x="0" y="0"/>
                </a:moveTo>
                <a:lnTo>
                  <a:pt x="0" y="1491"/>
                </a:lnTo>
                <a:lnTo>
                  <a:pt x="0" y="1491"/>
                </a:lnTo>
                <a:lnTo>
                  <a:pt x="231" y="1491"/>
                </a:lnTo>
                <a:lnTo>
                  <a:pt x="467" y="1491"/>
                </a:lnTo>
                <a:lnTo>
                  <a:pt x="467" y="366"/>
                </a:lnTo>
                <a:lnTo>
                  <a:pt x="0" y="0"/>
                </a:lnTo>
              </a:path>
            </a:pathLst>
          </a:cu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00" name="Google Shape;10821;p244"/>
          <p:cNvSpPr/>
          <p:nvPr/>
        </p:nvSpPr>
        <p:spPr>
          <a:xfrm rot="5400000">
            <a:off x="3048405" y="3900692"/>
            <a:ext cx="1455738" cy="785729"/>
          </a:xfrm>
          <a:custGeom>
            <a:avLst/>
            <a:gdLst/>
            <a:ahLst/>
            <a:cxnLst/>
            <a:rect l="l" t="t" r="r" b="b"/>
            <a:pathLst>
              <a:path w="917" h="396" extrusionOk="0">
                <a:moveTo>
                  <a:pt x="917" y="0"/>
                </a:moveTo>
                <a:lnTo>
                  <a:pt x="694" y="0"/>
                </a:lnTo>
                <a:lnTo>
                  <a:pt x="458" y="0"/>
                </a:lnTo>
                <a:lnTo>
                  <a:pt x="227" y="0"/>
                </a:lnTo>
                <a:lnTo>
                  <a:pt x="0" y="0"/>
                </a:lnTo>
                <a:lnTo>
                  <a:pt x="458" y="396"/>
                </a:lnTo>
                <a:lnTo>
                  <a:pt x="917" y="0"/>
                </a:lnTo>
              </a:path>
            </a:pathLst>
          </a:cu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02" name="Google Shape;10823;p244"/>
          <p:cNvSpPr/>
          <p:nvPr/>
        </p:nvSpPr>
        <p:spPr>
          <a:xfrm rot="5400000">
            <a:off x="6218938" y="1977761"/>
            <a:ext cx="739776" cy="3156803"/>
          </a:xfrm>
          <a:custGeom>
            <a:avLst/>
            <a:gdLst/>
            <a:ahLst/>
            <a:cxnLst/>
            <a:rect l="l" t="t" r="r" b="b"/>
            <a:pathLst>
              <a:path w="466" h="1591" extrusionOk="0">
                <a:moveTo>
                  <a:pt x="466" y="0"/>
                </a:moveTo>
                <a:lnTo>
                  <a:pt x="466" y="1591"/>
                </a:lnTo>
                <a:lnTo>
                  <a:pt x="0" y="1224"/>
                </a:lnTo>
                <a:lnTo>
                  <a:pt x="0" y="0"/>
                </a:lnTo>
                <a:lnTo>
                  <a:pt x="466" y="0"/>
                </a:lnTo>
              </a:path>
            </a:pathLst>
          </a:cu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04" name="Google Shape;10825;p244"/>
          <p:cNvSpPr/>
          <p:nvPr/>
        </p:nvSpPr>
        <p:spPr>
          <a:xfrm rot="5400000">
            <a:off x="7746506" y="3163298"/>
            <a:ext cx="1460501" cy="785729"/>
          </a:xfrm>
          <a:custGeom>
            <a:avLst/>
            <a:gdLst/>
            <a:ahLst/>
            <a:cxnLst/>
            <a:rect l="l" t="t" r="r" b="b"/>
            <a:pathLst>
              <a:path w="920" h="396" extrusionOk="0">
                <a:moveTo>
                  <a:pt x="462" y="0"/>
                </a:moveTo>
                <a:lnTo>
                  <a:pt x="0" y="396"/>
                </a:lnTo>
                <a:lnTo>
                  <a:pt x="462" y="396"/>
                </a:lnTo>
                <a:lnTo>
                  <a:pt x="920" y="396"/>
                </a:lnTo>
                <a:lnTo>
                  <a:pt x="462" y="0"/>
                </a:lnTo>
              </a:path>
            </a:pathLst>
          </a:cu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06" name="Google Shape;10827;p244"/>
          <p:cNvSpPr/>
          <p:nvPr/>
        </p:nvSpPr>
        <p:spPr>
          <a:xfrm rot="5400000">
            <a:off x="6177271" y="2019428"/>
            <a:ext cx="739776" cy="3073469"/>
          </a:xfrm>
          <a:custGeom>
            <a:avLst/>
            <a:gdLst/>
            <a:ahLst/>
            <a:cxnLst/>
            <a:rect l="l" t="t" r="r" b="b"/>
            <a:pathLst>
              <a:path w="466" h="1549" extrusionOk="0">
                <a:moveTo>
                  <a:pt x="466" y="0"/>
                </a:moveTo>
                <a:lnTo>
                  <a:pt x="235" y="0"/>
                </a:lnTo>
                <a:lnTo>
                  <a:pt x="0" y="0"/>
                </a:lnTo>
                <a:lnTo>
                  <a:pt x="0" y="539"/>
                </a:lnTo>
                <a:lnTo>
                  <a:pt x="0" y="539"/>
                </a:lnTo>
                <a:lnTo>
                  <a:pt x="0" y="1182"/>
                </a:lnTo>
                <a:lnTo>
                  <a:pt x="466" y="1549"/>
                </a:lnTo>
                <a:lnTo>
                  <a:pt x="466" y="0"/>
                </a:lnTo>
              </a:path>
            </a:pathLst>
          </a:cu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07" name="Google Shape;10828;p244"/>
          <p:cNvSpPr/>
          <p:nvPr/>
        </p:nvSpPr>
        <p:spPr>
          <a:xfrm rot="5400000">
            <a:off x="7746506" y="3163298"/>
            <a:ext cx="1460501" cy="785729"/>
          </a:xfrm>
          <a:custGeom>
            <a:avLst/>
            <a:gdLst/>
            <a:ahLst/>
            <a:cxnLst/>
            <a:rect l="l" t="t" r="r" b="b"/>
            <a:pathLst>
              <a:path w="920" h="396" extrusionOk="0">
                <a:moveTo>
                  <a:pt x="462" y="0"/>
                </a:moveTo>
                <a:lnTo>
                  <a:pt x="0" y="396"/>
                </a:lnTo>
                <a:lnTo>
                  <a:pt x="227" y="396"/>
                </a:lnTo>
                <a:lnTo>
                  <a:pt x="462" y="396"/>
                </a:lnTo>
                <a:lnTo>
                  <a:pt x="693" y="396"/>
                </a:lnTo>
                <a:lnTo>
                  <a:pt x="920" y="396"/>
                </a:lnTo>
                <a:lnTo>
                  <a:pt x="462" y="0"/>
                </a:lnTo>
              </a:path>
            </a:pathLst>
          </a:cu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09" name="Google Shape;10830;p244"/>
          <p:cNvSpPr/>
          <p:nvPr/>
        </p:nvSpPr>
        <p:spPr>
          <a:xfrm rot="5400000">
            <a:off x="4893716" y="1065562"/>
            <a:ext cx="733425" cy="3508000"/>
          </a:xfrm>
          <a:custGeom>
            <a:avLst/>
            <a:gdLst/>
            <a:ahLst/>
            <a:cxnLst/>
            <a:rect l="l" t="t" r="r" b="b"/>
            <a:pathLst>
              <a:path w="462" h="1768" extrusionOk="0">
                <a:moveTo>
                  <a:pt x="462" y="1768"/>
                </a:moveTo>
                <a:lnTo>
                  <a:pt x="462" y="0"/>
                </a:lnTo>
                <a:lnTo>
                  <a:pt x="0" y="367"/>
                </a:lnTo>
                <a:lnTo>
                  <a:pt x="0" y="1768"/>
                </a:lnTo>
                <a:lnTo>
                  <a:pt x="462" y="1768"/>
                </a:lnTo>
              </a:path>
            </a:pathLst>
          </a:cu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11" name="Google Shape;10832;p244"/>
          <p:cNvSpPr/>
          <p:nvPr/>
        </p:nvSpPr>
        <p:spPr>
          <a:xfrm rot="5400000">
            <a:off x="2477760" y="2426698"/>
            <a:ext cx="1454151" cy="785729"/>
          </a:xfrm>
          <a:custGeom>
            <a:avLst/>
            <a:gdLst/>
            <a:ahLst/>
            <a:cxnLst/>
            <a:rect l="l" t="t" r="r" b="b"/>
            <a:pathLst>
              <a:path w="916" h="396" extrusionOk="0">
                <a:moveTo>
                  <a:pt x="458" y="396"/>
                </a:moveTo>
                <a:lnTo>
                  <a:pt x="0" y="0"/>
                </a:lnTo>
                <a:lnTo>
                  <a:pt x="458" y="0"/>
                </a:lnTo>
                <a:lnTo>
                  <a:pt x="916" y="0"/>
                </a:lnTo>
                <a:lnTo>
                  <a:pt x="458" y="396"/>
                </a:lnTo>
              </a:path>
            </a:pathLst>
          </a:cu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15" name="Google Shape;10836;p244"/>
          <p:cNvSpPr/>
          <p:nvPr/>
        </p:nvSpPr>
        <p:spPr>
          <a:xfrm rot="5400000">
            <a:off x="4939352" y="1111198"/>
            <a:ext cx="733425" cy="3416729"/>
          </a:xfrm>
          <a:custGeom>
            <a:avLst/>
            <a:gdLst/>
            <a:ahLst/>
            <a:cxnLst/>
            <a:rect l="l" t="t" r="r" b="b"/>
            <a:pathLst>
              <a:path w="462" h="1722" extrusionOk="0">
                <a:moveTo>
                  <a:pt x="462" y="0"/>
                </a:moveTo>
                <a:lnTo>
                  <a:pt x="0" y="367"/>
                </a:lnTo>
                <a:lnTo>
                  <a:pt x="0" y="1722"/>
                </a:lnTo>
                <a:lnTo>
                  <a:pt x="231" y="1722"/>
                </a:lnTo>
                <a:lnTo>
                  <a:pt x="462" y="1722"/>
                </a:lnTo>
                <a:lnTo>
                  <a:pt x="462" y="0"/>
                </a:lnTo>
              </a:path>
            </a:pathLst>
          </a:cu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23" name="Title"/>
          <p:cNvSpPr txBox="1"/>
          <p:nvPr/>
        </p:nvSpPr>
        <p:spPr>
          <a:xfrm>
            <a:off x="756337" y="357294"/>
            <a:ext cx="8603373" cy="62494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chemeClr val="accent1"/>
                </a:solidFill>
              </a:rPr>
              <a:t>Four Core values of </a:t>
            </a:r>
            <a:r>
              <a:rPr lang="en-US" sz="3600" b="1" dirty="0">
                <a:solidFill>
                  <a:schemeClr val="accent2"/>
                </a:solidFill>
              </a:rPr>
              <a:t>Agile Manifesto</a:t>
            </a:r>
            <a:endParaRPr lang="en-US" sz="3600" b="1" dirty="0">
              <a:solidFill>
                <a:schemeClr val="accent2"/>
              </a:solidFill>
            </a:endParaRPr>
          </a:p>
        </p:txBody>
      </p:sp>
      <p:pic>
        <p:nvPicPr>
          <p:cNvPr id="8" name="intro-s4-v2">
            <a:hlinkClick r:id="" action="ppaction://media"/>
          </p:cNvPr>
          <p:cNvPicPr>
            <a:picLocks noChangeAspect="1"/>
          </p:cNvPicPr>
          <p:nvPr>
            <a:audioFile r:link="rId1"/>
            <p:extLst>
              <p:ext uri="{DAA4B4D4-6D71-4841-9C94-3DE7FCFB9230}">
                <p14:media xmlns:p14="http://schemas.microsoft.com/office/powerpoint/2010/main" r:embed="rId2"/>
              </p:ext>
            </p:extLst>
          </p:nvPr>
        </p:nvPicPr>
        <p:blipFill>
          <a:blip r:embed="rId3"/>
          <a:stretch>
            <a:fillRect/>
          </a:stretch>
        </p:blipFill>
        <p:spPr>
          <a:xfrm>
            <a:off x="5009141" y="5197639"/>
            <a:ext cx="406400" cy="406400"/>
          </a:xfrm>
          <a:prstGeom prst="rect">
            <a:avLst/>
          </a:prstGeom>
        </p:spPr>
      </p:pic>
      <p:pic>
        <p:nvPicPr>
          <p:cNvPr id="9" name="intro-s4-v3">
            <a:hlinkClick r:id="" action="ppaction://media"/>
          </p:cNvPr>
          <p:cNvPicPr>
            <a:picLocks noChangeAspect="1"/>
          </p:cNvPicPr>
          <p:nvPr>
            <a:audioFile r:link="rId4"/>
            <p:extLst>
              <p:ext uri="{DAA4B4D4-6D71-4841-9C94-3DE7FCFB9230}">
                <p14:media xmlns:p14="http://schemas.microsoft.com/office/powerpoint/2010/main" r:embed="rId5"/>
              </p:ext>
            </p:extLst>
          </p:nvPr>
        </p:nvPicPr>
        <p:blipFill>
          <a:blip r:embed="rId3"/>
          <a:stretch>
            <a:fillRect/>
          </a:stretch>
        </p:blipFill>
        <p:spPr>
          <a:xfrm>
            <a:off x="5892800" y="3225800"/>
            <a:ext cx="406400" cy="406400"/>
          </a:xfrm>
          <a:prstGeom prst="rect">
            <a:avLst/>
          </a:prstGeom>
        </p:spPr>
      </p:pic>
      <p:pic>
        <p:nvPicPr>
          <p:cNvPr id="10" name="intro-s4-v4">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3"/>
          <a:stretch>
            <a:fillRect/>
          </a:stretch>
        </p:blipFill>
        <p:spPr>
          <a:xfrm>
            <a:off x="6721126" y="5197639"/>
            <a:ext cx="406400" cy="406400"/>
          </a:xfrm>
          <a:prstGeom prst="rect">
            <a:avLst/>
          </a:prstGeom>
        </p:spPr>
      </p:pic>
      <p:pic>
        <p:nvPicPr>
          <p:cNvPr id="11" name="intro-s4-v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3"/>
          <a:stretch>
            <a:fillRect/>
          </a:stretch>
        </p:blipFill>
        <p:spPr>
          <a:xfrm>
            <a:off x="3674670" y="2905247"/>
            <a:ext cx="406400" cy="406400"/>
          </a:xfrm>
          <a:prstGeom prst="rect">
            <a:avLst/>
          </a:prstGeom>
        </p:spPr>
      </p:pic>
      <p:sp>
        <p:nvSpPr>
          <p:cNvPr id="12" name="TextBox 11"/>
          <p:cNvSpPr txBox="1"/>
          <p:nvPr/>
        </p:nvSpPr>
        <p:spPr>
          <a:xfrm>
            <a:off x="1969870" y="2531193"/>
            <a:ext cx="3545842"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r>
              <a:rPr lang="en-US" sz="2400" b="0" dirty="0" smtClean="0">
                <a:latin typeface="Calibri" panose="020F0502020204030204" pitchFamily="34" charset="0"/>
                <a:ea typeface="Calibri" panose="020F0502020204030204" pitchFamily="34" charset="0"/>
                <a:cs typeface="Calibri" panose="020F0502020204030204" pitchFamily="34" charset="0"/>
              </a:rPr>
              <a:t>Individuals </a:t>
            </a:r>
            <a:r>
              <a:rPr lang="en-US" sz="2400" b="0" dirty="0">
                <a:latin typeface="Calibri" panose="020F0502020204030204" pitchFamily="34" charset="0"/>
                <a:ea typeface="Calibri" panose="020F0502020204030204" pitchFamily="34" charset="0"/>
                <a:cs typeface="Calibri" panose="020F0502020204030204" pitchFamily="34" charset="0"/>
              </a:rPr>
              <a:t>and </a:t>
            </a:r>
            <a:r>
              <a:rPr lang="en-US" sz="2400" b="0" dirty="0" smtClean="0">
                <a:latin typeface="Calibri" panose="020F0502020204030204" pitchFamily="34" charset="0"/>
                <a:ea typeface="Calibri" panose="020F0502020204030204" pitchFamily="34" charset="0"/>
                <a:cs typeface="Calibri" panose="020F0502020204030204" pitchFamily="34" charset="0"/>
              </a:rPr>
              <a:t>interactions</a:t>
            </a:r>
            <a:endParaRPr kumimoji="0" lang="en-US" sz="2400" b="0" i="0" u="none" strike="noStrike" cap="none" spc="0" normalizeH="0" baseline="0" dirty="0">
              <a:ln>
                <a:noFill/>
              </a:ln>
              <a:solidFill>
                <a:srgbClr val="000000"/>
              </a:solidFill>
              <a:effectLst/>
              <a:uFillTx/>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3" name="TextBox 12"/>
          <p:cNvSpPr txBox="1"/>
          <p:nvPr/>
        </p:nvSpPr>
        <p:spPr>
          <a:xfrm>
            <a:off x="7305762" y="2531193"/>
            <a:ext cx="2341988"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r>
              <a:rPr lang="en-US" sz="2400" b="0" dirty="0">
                <a:latin typeface="Calibri" panose="020F0502020204030204" pitchFamily="34" charset="0"/>
                <a:ea typeface="Calibri" panose="020F0502020204030204" pitchFamily="34" charset="0"/>
                <a:cs typeface="Calibri" panose="020F0502020204030204" pitchFamily="34" charset="0"/>
              </a:rPr>
              <a:t>Processes &amp; </a:t>
            </a:r>
            <a:r>
              <a:rPr lang="en-US" sz="2400" b="0" dirty="0" smtClean="0">
                <a:latin typeface="Calibri" panose="020F0502020204030204" pitchFamily="34" charset="0"/>
                <a:ea typeface="Calibri" panose="020F0502020204030204" pitchFamily="34" charset="0"/>
                <a:cs typeface="Calibri" panose="020F0502020204030204" pitchFamily="34" charset="0"/>
              </a:rPr>
              <a:t>Tools</a:t>
            </a:r>
            <a:endParaRPr kumimoji="0" lang="en-US" sz="2400" b="0" i="0" u="none" strike="noStrike" cap="none" spc="0" normalizeH="0" baseline="0" dirty="0">
              <a:ln>
                <a:noFill/>
              </a:ln>
              <a:solidFill>
                <a:srgbClr val="000000"/>
              </a:solidFill>
              <a:effectLst/>
              <a:uFillTx/>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4" name="TextBox 13"/>
          <p:cNvSpPr txBox="1"/>
          <p:nvPr/>
        </p:nvSpPr>
        <p:spPr>
          <a:xfrm>
            <a:off x="2337037" y="3420048"/>
            <a:ext cx="2338782"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r>
              <a:rPr lang="en-US" sz="2400" b="0" dirty="0">
                <a:latin typeface="Calibri" panose="020F0502020204030204" pitchFamily="34" charset="0"/>
                <a:ea typeface="Calibri" panose="020F0502020204030204" pitchFamily="34" charset="0"/>
                <a:cs typeface="Calibri" panose="020F0502020204030204" pitchFamily="34" charset="0"/>
              </a:rPr>
              <a:t>Working </a:t>
            </a:r>
            <a:r>
              <a:rPr lang="en-US" sz="2400" b="0" dirty="0" smtClean="0">
                <a:latin typeface="Calibri" panose="020F0502020204030204" pitchFamily="34" charset="0"/>
                <a:ea typeface="Calibri" panose="020F0502020204030204" pitchFamily="34" charset="0"/>
                <a:cs typeface="Calibri" panose="020F0502020204030204" pitchFamily="34" charset="0"/>
              </a:rPr>
              <a:t>software</a:t>
            </a:r>
            <a:endParaRPr kumimoji="0" lang="en-US" sz="2400" b="0" i="0" u="none" strike="noStrike" cap="none" spc="0" normalizeH="0" baseline="0" dirty="0">
              <a:ln>
                <a:noFill/>
              </a:ln>
              <a:solidFill>
                <a:srgbClr val="000000"/>
              </a:solidFill>
              <a:effectLst/>
              <a:uFillTx/>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5" name="TextBox 14"/>
          <p:cNvSpPr txBox="1"/>
          <p:nvPr/>
        </p:nvSpPr>
        <p:spPr>
          <a:xfrm>
            <a:off x="6511494" y="3420048"/>
            <a:ext cx="4050788"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r>
              <a:rPr lang="en-US" sz="2400" b="0" dirty="0">
                <a:latin typeface="Calibri" panose="020F0502020204030204" pitchFamily="34" charset="0"/>
                <a:ea typeface="Calibri" panose="020F0502020204030204" pitchFamily="34" charset="0"/>
                <a:cs typeface="Calibri" panose="020F0502020204030204" pitchFamily="34" charset="0"/>
              </a:rPr>
              <a:t>Comprehensive </a:t>
            </a:r>
            <a:r>
              <a:rPr lang="en-US" sz="2400" b="0" dirty="0" smtClean="0">
                <a:latin typeface="Calibri" panose="020F0502020204030204" pitchFamily="34" charset="0"/>
                <a:ea typeface="Calibri" panose="020F0502020204030204" pitchFamily="34" charset="0"/>
                <a:cs typeface="Calibri" panose="020F0502020204030204" pitchFamily="34" charset="0"/>
              </a:rPr>
              <a:t>documentation</a:t>
            </a:r>
            <a:endParaRPr kumimoji="0" lang="en-US" sz="2400" b="0" i="0" u="none" strike="noStrike" cap="none" spc="0" normalizeH="0" baseline="0" dirty="0">
              <a:ln>
                <a:noFill/>
              </a:ln>
              <a:solidFill>
                <a:srgbClr val="000000"/>
              </a:solidFill>
              <a:effectLst/>
              <a:uFillTx/>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6" name="TextBox 15"/>
          <p:cNvSpPr txBox="1"/>
          <p:nvPr/>
        </p:nvSpPr>
        <p:spPr>
          <a:xfrm>
            <a:off x="2046939" y="4296570"/>
            <a:ext cx="3044102"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r>
              <a:rPr lang="en-US" sz="2400" b="0" dirty="0">
                <a:latin typeface="Calibri" panose="020F0502020204030204" pitchFamily="34" charset="0"/>
                <a:ea typeface="Calibri" panose="020F0502020204030204" pitchFamily="34" charset="0"/>
                <a:cs typeface="Calibri" panose="020F0502020204030204" pitchFamily="34" charset="0"/>
              </a:rPr>
              <a:t>Customer </a:t>
            </a:r>
            <a:r>
              <a:rPr lang="en-US" sz="2400" b="0" dirty="0" smtClean="0">
                <a:latin typeface="Calibri" panose="020F0502020204030204" pitchFamily="34" charset="0"/>
                <a:ea typeface="Calibri" panose="020F0502020204030204" pitchFamily="34" charset="0"/>
                <a:cs typeface="Calibri" panose="020F0502020204030204" pitchFamily="34" charset="0"/>
              </a:rPr>
              <a:t>collaboration</a:t>
            </a:r>
            <a:endParaRPr lang="en-US" sz="2400" b="0" dirty="0">
              <a:latin typeface="Calibri" panose="020F0502020204030204" pitchFamily="34" charset="0"/>
              <a:ea typeface="Calibri" panose="020F0502020204030204" pitchFamily="34" charset="0"/>
              <a:cs typeface="Calibri" panose="020F0502020204030204" pitchFamily="34" charset="0"/>
            </a:endParaRPr>
          </a:p>
        </p:txBody>
      </p:sp>
      <p:sp>
        <p:nvSpPr>
          <p:cNvPr id="17" name="TextBox 16"/>
          <p:cNvSpPr txBox="1"/>
          <p:nvPr/>
        </p:nvSpPr>
        <p:spPr>
          <a:xfrm>
            <a:off x="7114817" y="4296570"/>
            <a:ext cx="2688235"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r>
              <a:rPr lang="en-US" sz="2400" b="0" dirty="0">
                <a:latin typeface="Calibri" panose="020F0502020204030204" pitchFamily="34" charset="0"/>
                <a:ea typeface="Calibri" panose="020F0502020204030204" pitchFamily="34" charset="0"/>
                <a:cs typeface="Calibri" panose="020F0502020204030204" pitchFamily="34" charset="0"/>
              </a:rPr>
              <a:t>Contract </a:t>
            </a:r>
            <a:r>
              <a:rPr lang="en-US" sz="2400" b="0" dirty="0" smtClean="0">
                <a:latin typeface="Calibri" panose="020F0502020204030204" pitchFamily="34" charset="0"/>
                <a:ea typeface="Calibri" panose="020F0502020204030204" pitchFamily="34" charset="0"/>
                <a:cs typeface="Calibri" panose="020F0502020204030204" pitchFamily="34" charset="0"/>
              </a:rPr>
              <a:t>negotiation</a:t>
            </a:r>
            <a:endParaRPr lang="en-US" sz="2400" b="0" dirty="0">
              <a:latin typeface="Calibri" panose="020F0502020204030204" pitchFamily="34" charset="0"/>
              <a:ea typeface="Calibri" panose="020F0502020204030204" pitchFamily="34" charset="0"/>
              <a:cs typeface="Calibri" panose="020F0502020204030204" pitchFamily="34" charset="0"/>
            </a:endParaRPr>
          </a:p>
        </p:txBody>
      </p:sp>
      <p:sp>
        <p:nvSpPr>
          <p:cNvPr id="18" name="TextBox 17"/>
          <p:cNvSpPr txBox="1"/>
          <p:nvPr/>
        </p:nvSpPr>
        <p:spPr>
          <a:xfrm>
            <a:off x="2148042" y="5238229"/>
            <a:ext cx="2869375"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r>
              <a:rPr lang="en-US" sz="2400" b="0" dirty="0">
                <a:latin typeface="Calibri" panose="020F0502020204030204" pitchFamily="34" charset="0"/>
                <a:ea typeface="Calibri" panose="020F0502020204030204" pitchFamily="34" charset="0"/>
                <a:cs typeface="Calibri" panose="020F0502020204030204" pitchFamily="34" charset="0"/>
              </a:rPr>
              <a:t>Responding to </a:t>
            </a:r>
            <a:r>
              <a:rPr lang="en-US" sz="2400" b="0" dirty="0" smtClean="0">
                <a:latin typeface="Calibri" panose="020F0502020204030204" pitchFamily="34" charset="0"/>
                <a:ea typeface="Calibri" panose="020F0502020204030204" pitchFamily="34" charset="0"/>
                <a:cs typeface="Calibri" panose="020F0502020204030204" pitchFamily="34" charset="0"/>
              </a:rPr>
              <a:t>change</a:t>
            </a:r>
            <a:endParaRPr lang="en-US" sz="2400" b="0"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Box 18"/>
          <p:cNvSpPr txBox="1"/>
          <p:nvPr/>
        </p:nvSpPr>
        <p:spPr>
          <a:xfrm>
            <a:off x="7493377" y="5336490"/>
            <a:ext cx="238817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2400" b="0" dirty="0">
                <a:latin typeface="Calibri" panose="020F0502020204030204" pitchFamily="34" charset="0"/>
                <a:ea typeface="Calibri" panose="020F0502020204030204" pitchFamily="34" charset="0"/>
                <a:cs typeface="Calibri" panose="020F0502020204030204" pitchFamily="34" charset="0"/>
              </a:rPr>
              <a:t>Following a plan </a:t>
            </a:r>
            <a:r>
              <a:rPr lang="en-US" sz="2400" b="0" dirty="0" smtClean="0">
                <a:latin typeface="Calibri" panose="020F0502020204030204" pitchFamily="34" charset="0"/>
                <a:ea typeface="Calibri" panose="020F0502020204030204" pitchFamily="34" charset="0"/>
                <a:cs typeface="Calibri" panose="020F0502020204030204" pitchFamily="34" charset="0"/>
              </a:rPr>
              <a:t> </a:t>
            </a:r>
            <a:endParaRPr lang="en-US" sz="2400" b="0"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p:cNvSpPr txBox="1"/>
          <p:nvPr/>
        </p:nvSpPr>
        <p:spPr>
          <a:xfrm>
            <a:off x="1930596" y="1406184"/>
            <a:ext cx="3624389"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r>
              <a:rPr lang="en-US" sz="3200" dirty="0">
                <a:solidFill>
                  <a:schemeClr val="bg1"/>
                </a:solidFill>
                <a:latin typeface="Calibri" panose="020F0502020204030204" pitchFamily="34" charset="0"/>
                <a:ea typeface="Calibri" panose="020F0502020204030204" pitchFamily="34" charset="0"/>
                <a:cs typeface="Calibri" panose="020F0502020204030204" pitchFamily="34" charset="0"/>
              </a:rPr>
              <a:t>Agile </a:t>
            </a:r>
            <a:r>
              <a:rPr lang="en-US" sz="3200" dirty="0" smtClean="0">
                <a:solidFill>
                  <a:schemeClr val="bg1"/>
                </a:solidFill>
                <a:latin typeface="Calibri" panose="020F0502020204030204" pitchFamily="34" charset="0"/>
                <a:ea typeface="Calibri" panose="020F0502020204030204" pitchFamily="34" charset="0"/>
                <a:cs typeface="Calibri" panose="020F0502020204030204" pitchFamily="34" charset="0"/>
              </a:rPr>
              <a:t>Methodologies</a:t>
            </a:r>
            <a:endParaRPr lang="en-US" sz="32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1" name="TextBox 20"/>
          <p:cNvSpPr txBox="1"/>
          <p:nvPr/>
        </p:nvSpPr>
        <p:spPr>
          <a:xfrm>
            <a:off x="6475825" y="1406184"/>
            <a:ext cx="4632679"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r>
              <a:rPr lang="en-US" sz="3200" dirty="0" smtClean="0">
                <a:solidFill>
                  <a:schemeClr val="bg1"/>
                </a:solidFill>
                <a:latin typeface="Calibri" panose="020F0502020204030204" pitchFamily="34" charset="0"/>
                <a:ea typeface="Calibri" panose="020F0502020204030204" pitchFamily="34" charset="0"/>
                <a:cs typeface="Calibri" panose="020F0502020204030204" pitchFamily="34" charset="0"/>
              </a:rPr>
              <a:t>Traditional Methodologies</a:t>
            </a:r>
            <a:endParaRPr lang="en-US" sz="32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40" name="Picture 3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0808052" y="5873836"/>
            <a:ext cx="1260187" cy="945560"/>
          </a:xfrm>
          <a:prstGeom prst="ellipse">
            <a:avLst/>
          </a:prstGeom>
          <a:ln>
            <a:noFill/>
          </a:ln>
          <a:effectLst>
            <a:softEdge rad="112500"/>
          </a:effec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2000"/>
                                  </p:stCondLst>
                                  <p:childTnLst>
                                    <p:animEffect transition="out" filter="fade">
                                      <p:cBhvr>
                                        <p:cTn id="6" dur="500" tmFilter="0, 0; .2, .5; .8, .5; 1, 0"/>
                                        <p:tgtEl>
                                          <p:spTgt spid="323"/>
                                        </p:tgtEl>
                                      </p:cBhvr>
                                    </p:animEffect>
                                    <p:animScale>
                                      <p:cBhvr>
                                        <p:cTn id="7" dur="250" autoRev="1" fill="hold"/>
                                        <p:tgtEl>
                                          <p:spTgt spid="323"/>
                                        </p:tgtEl>
                                      </p:cBhvr>
                                      <p:by x="105000" y="105000"/>
                                    </p:animScale>
                                  </p:childTnLst>
                                </p:cTn>
                              </p:par>
                              <p:par>
                                <p:cTn id="8" presetID="10" presetClass="entr" presetSubtype="0" fill="hold" nodeType="withEffect">
                                  <p:stCondLst>
                                    <p:cond delay="300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350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grpId="0" nodeType="withEffect">
                                  <p:stCondLst>
                                    <p:cond delay="350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grpId="0" nodeType="withEffect">
                                  <p:stCondLst>
                                    <p:cond delay="375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500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700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grpId="0" nodeType="withEffect">
                                  <p:stCondLst>
                                    <p:cond delay="800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grpId="0" nodeType="withEffect">
                                  <p:stCondLst>
                                    <p:cond delay="1000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par>
                                <p:cTn id="32" presetID="10" presetClass="entr" presetSubtype="0" fill="hold" grpId="0" nodeType="withEffect">
                                  <p:stCondLst>
                                    <p:cond delay="1150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par>
                                <p:cTn id="35" presetID="10" presetClass="entr" presetSubtype="0" fill="hold" grpId="0" nodeType="withEffect">
                                  <p:stCondLst>
                                    <p:cond delay="1350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38" presetID="10" presetClass="entr" presetSubtype="0" fill="hold" grpId="0" nodeType="withEffect">
                                  <p:stCondLst>
                                    <p:cond delay="1450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par>
                                <p:cTn id="41" presetID="26" presetClass="emph" presetSubtype="0" fill="hold" grpId="1" nodeType="withEffect">
                                  <p:stCondLst>
                                    <p:cond delay="0"/>
                                  </p:stCondLst>
                                  <p:childTnLst>
                                    <p:animEffect transition="out" filter="fade">
                                      <p:cBhvr>
                                        <p:cTn id="42" dur="500" tmFilter="0, 0; .2, .5; .8, .5; 1, 0"/>
                                        <p:tgtEl>
                                          <p:spTgt spid="12"/>
                                        </p:tgtEl>
                                      </p:cBhvr>
                                    </p:animEffect>
                                    <p:animScale>
                                      <p:cBhvr>
                                        <p:cTn id="43" dur="250" autoRev="1" fill="hold"/>
                                        <p:tgtEl>
                                          <p:spTgt spid="12"/>
                                        </p:tgtEl>
                                      </p:cBhvr>
                                      <p:by x="105000" y="105000"/>
                                    </p:animScale>
                                  </p:childTnLst>
                                </p:cTn>
                              </p:par>
                              <p:par>
                                <p:cTn id="44" presetID="26" presetClass="emph" presetSubtype="0" fill="hold" grpId="1" nodeType="withEffect">
                                  <p:stCondLst>
                                    <p:cond delay="16250"/>
                                  </p:stCondLst>
                                  <p:childTnLst>
                                    <p:animEffect transition="out" filter="fade">
                                      <p:cBhvr>
                                        <p:cTn id="45" dur="500" tmFilter="0, 0; .2, .5; .8, .5; 1, 0"/>
                                        <p:tgtEl>
                                          <p:spTgt spid="14"/>
                                        </p:tgtEl>
                                      </p:cBhvr>
                                    </p:animEffect>
                                    <p:animScale>
                                      <p:cBhvr>
                                        <p:cTn id="46" dur="250" autoRev="1" fill="hold"/>
                                        <p:tgtEl>
                                          <p:spTgt spid="14"/>
                                        </p:tgtEl>
                                      </p:cBhvr>
                                      <p:by x="105000" y="105000"/>
                                    </p:animScale>
                                  </p:childTnLst>
                                </p:cTn>
                              </p:par>
                              <p:par>
                                <p:cTn id="47" presetID="26" presetClass="emph" presetSubtype="0" fill="hold" grpId="1" nodeType="withEffect">
                                  <p:stCondLst>
                                    <p:cond delay="0"/>
                                  </p:stCondLst>
                                  <p:childTnLst>
                                    <p:animEffect transition="out" filter="fade">
                                      <p:cBhvr>
                                        <p:cTn id="48" dur="500" tmFilter="0, 0; .2, .5; .8, .5; 1, 0"/>
                                        <p:tgtEl>
                                          <p:spTgt spid="16"/>
                                        </p:tgtEl>
                                      </p:cBhvr>
                                    </p:animEffect>
                                    <p:animScale>
                                      <p:cBhvr>
                                        <p:cTn id="49" dur="250" autoRev="1" fill="hold"/>
                                        <p:tgtEl>
                                          <p:spTgt spid="16"/>
                                        </p:tgtEl>
                                      </p:cBhvr>
                                      <p:by x="105000" y="105000"/>
                                    </p:animScale>
                                  </p:childTnLst>
                                </p:cTn>
                              </p:par>
                              <p:par>
                                <p:cTn id="50" presetID="26" presetClass="emph" presetSubtype="0" fill="hold" grpId="1" nodeType="withEffect">
                                  <p:stCondLst>
                                    <p:cond delay="0"/>
                                  </p:stCondLst>
                                  <p:childTnLst>
                                    <p:animEffect transition="out" filter="fade">
                                      <p:cBhvr>
                                        <p:cTn id="51" dur="500" tmFilter="0, 0; .2, .5; .8, .5; 1, 0"/>
                                        <p:tgtEl>
                                          <p:spTgt spid="18"/>
                                        </p:tgtEl>
                                      </p:cBhvr>
                                    </p:animEffect>
                                    <p:animScale>
                                      <p:cBhvr>
                                        <p:cTn id="52" dur="250" autoRev="1" fill="hold"/>
                                        <p:tgtEl>
                                          <p:spTgt spid="1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53" fill="hold" display="0">
                  <p:stCondLst>
                    <p:cond delay="indefinite"/>
                  </p:stCondLst>
                  <p:endCondLst>
                    <p:cond evt="onStopAudio" delay="0">
                      <p:tgtEl>
                        <p:sldTgt/>
                      </p:tgtEl>
                    </p:cond>
                  </p:endCondLst>
                </p:cTn>
                <p:tgtEl>
                  <p:spTgt spid="8"/>
                </p:tgtEl>
              </p:cMediaNode>
            </p:audio>
            <p:audio>
              <p:cMediaNode vol="80000" showWhenStopped="0">
                <p:cTn id="54" fill="hold" display="0">
                  <p:stCondLst>
                    <p:cond delay="indefinite"/>
                  </p:stCondLst>
                  <p:endCondLst>
                    <p:cond evt="onStopAudio" delay="0">
                      <p:tgtEl>
                        <p:sldTgt/>
                      </p:tgtEl>
                    </p:cond>
                  </p:endCondLst>
                </p:cTn>
                <p:tgtEl>
                  <p:spTgt spid="9"/>
                </p:tgtEl>
              </p:cMediaNode>
            </p:audio>
            <p:audio>
              <p:cMediaNode vol="80000" showWhenStopped="0">
                <p:cTn id="55" fill="hold" display="0">
                  <p:stCondLst>
                    <p:cond delay="indefinite"/>
                  </p:stCondLst>
                  <p:endCondLst>
                    <p:cond evt="onStopAudio" delay="0">
                      <p:tgtEl>
                        <p:sldTgt/>
                      </p:tgtEl>
                    </p:cond>
                  </p:endCondLst>
                </p:cTn>
                <p:tgtEl>
                  <p:spTgt spid="10"/>
                </p:tgtEl>
              </p:cMediaNode>
            </p:audio>
            <p:audio>
              <p:cMediaNode vol="80000" showWhenStopped="0">
                <p:cTn id="56" fill="hold" display="0">
                  <p:stCondLst>
                    <p:cond delay="indefinite"/>
                  </p:stCondLst>
                  <p:endCondLst>
                    <p:cond evt="onStopAudio" delay="0">
                      <p:tgtEl>
                        <p:sldTgt/>
                      </p:tgtEl>
                    </p:cond>
                  </p:endCondLst>
                </p:cTn>
                <p:tgtEl>
                  <p:spTgt spid="11"/>
                </p:tgtEl>
              </p:cMediaNode>
            </p:audio>
          </p:childTnLst>
        </p:cTn>
      </p:par>
    </p:tnLst>
    <p:bldLst>
      <p:bldP spid="323" grpId="0"/>
      <p:bldP spid="12" grpId="0"/>
      <p:bldP spid="12" grpId="1"/>
      <p:bldP spid="13" grpId="0"/>
      <p:bldP spid="14" grpId="0"/>
      <p:bldP spid="14" grpId="1"/>
      <p:bldP spid="15" grpId="0"/>
      <p:bldP spid="16" grpId="0"/>
      <p:bldP spid="16" grpId="1"/>
      <p:bldP spid="17" grpId="0"/>
      <p:bldP spid="18" grpId="0"/>
      <p:bldP spid="18" grpId="1"/>
      <p:bldP spid="19" grpId="0"/>
      <p:bldP spid="20"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Title"/>
          <p:cNvSpPr txBox="1"/>
          <p:nvPr/>
        </p:nvSpPr>
        <p:spPr>
          <a:xfrm>
            <a:off x="609600" y="363267"/>
            <a:ext cx="8135887" cy="62494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chemeClr val="accent1"/>
                </a:solidFill>
              </a:rPr>
              <a:t>Twelve </a:t>
            </a:r>
            <a:r>
              <a:rPr lang="en-US" sz="3600" b="1" dirty="0">
                <a:solidFill>
                  <a:schemeClr val="accent1"/>
                </a:solidFill>
              </a:rPr>
              <a:t>Principles of </a:t>
            </a:r>
            <a:r>
              <a:rPr lang="en-US" sz="3600" b="1" dirty="0">
                <a:solidFill>
                  <a:schemeClr val="accent2"/>
                </a:solidFill>
              </a:rPr>
              <a:t>Agile Manifesto</a:t>
            </a:r>
            <a:endParaRPr lang="en-US" sz="3600" b="1" dirty="0">
              <a:solidFill>
                <a:schemeClr val="accent2"/>
              </a:solidFill>
            </a:endParaRPr>
          </a:p>
        </p:txBody>
      </p:sp>
      <p:grpSp>
        <p:nvGrpSpPr>
          <p:cNvPr id="7" name="Group 6"/>
          <p:cNvGrpSpPr/>
          <p:nvPr/>
        </p:nvGrpSpPr>
        <p:grpSpPr>
          <a:xfrm>
            <a:off x="650185" y="3520769"/>
            <a:ext cx="2216557" cy="2774653"/>
            <a:chOff x="1111902" y="2314169"/>
            <a:chExt cx="2216557" cy="2774653"/>
          </a:xfrm>
        </p:grpSpPr>
        <p:sp>
          <p:nvSpPr>
            <p:cNvPr id="96" name="Google Shape;7312;p193"/>
            <p:cNvSpPr/>
            <p:nvPr/>
          </p:nvSpPr>
          <p:spPr>
            <a:xfrm>
              <a:off x="1448344" y="4849355"/>
              <a:ext cx="277070" cy="239467"/>
            </a:xfrm>
            <a:custGeom>
              <a:avLst/>
              <a:gdLst/>
              <a:ahLst/>
              <a:cxnLst/>
              <a:rect l="l" t="t" r="r" b="b"/>
              <a:pathLst>
                <a:path w="59" h="51" extrusionOk="0">
                  <a:moveTo>
                    <a:pt x="5" y="2"/>
                  </a:moveTo>
                  <a:cubicBezTo>
                    <a:pt x="2" y="6"/>
                    <a:pt x="0" y="18"/>
                    <a:pt x="1" y="25"/>
                  </a:cubicBezTo>
                  <a:cubicBezTo>
                    <a:pt x="1" y="31"/>
                    <a:pt x="1" y="32"/>
                    <a:pt x="4" y="34"/>
                  </a:cubicBezTo>
                  <a:cubicBezTo>
                    <a:pt x="7" y="36"/>
                    <a:pt x="8" y="36"/>
                    <a:pt x="9" y="34"/>
                  </a:cubicBezTo>
                  <a:cubicBezTo>
                    <a:pt x="10" y="33"/>
                    <a:pt x="17" y="41"/>
                    <a:pt x="20" y="43"/>
                  </a:cubicBezTo>
                  <a:cubicBezTo>
                    <a:pt x="23" y="45"/>
                    <a:pt x="31" y="50"/>
                    <a:pt x="41" y="50"/>
                  </a:cubicBezTo>
                  <a:cubicBezTo>
                    <a:pt x="50" y="51"/>
                    <a:pt x="59" y="49"/>
                    <a:pt x="59" y="43"/>
                  </a:cubicBezTo>
                  <a:cubicBezTo>
                    <a:pt x="59" y="37"/>
                    <a:pt x="56" y="34"/>
                    <a:pt x="49" y="28"/>
                  </a:cubicBezTo>
                  <a:cubicBezTo>
                    <a:pt x="42" y="22"/>
                    <a:pt x="35" y="11"/>
                    <a:pt x="33" y="6"/>
                  </a:cubicBezTo>
                  <a:cubicBezTo>
                    <a:pt x="31" y="1"/>
                    <a:pt x="24" y="2"/>
                    <a:pt x="21" y="4"/>
                  </a:cubicBezTo>
                  <a:cubicBezTo>
                    <a:pt x="18" y="5"/>
                    <a:pt x="15" y="15"/>
                    <a:pt x="11" y="12"/>
                  </a:cubicBezTo>
                  <a:cubicBezTo>
                    <a:pt x="7" y="8"/>
                    <a:pt x="6" y="0"/>
                    <a:pt x="5" y="2"/>
                  </a:cubicBezTo>
                  <a:close/>
                </a:path>
              </a:pathLst>
            </a:custGeom>
            <a:solidFill>
              <a:srgbClr val="57291E"/>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97" name="Google Shape;7313;p193"/>
            <p:cNvSpPr/>
            <p:nvPr/>
          </p:nvSpPr>
          <p:spPr>
            <a:xfrm>
              <a:off x="1693748" y="4849355"/>
              <a:ext cx="318630" cy="225614"/>
            </a:xfrm>
            <a:custGeom>
              <a:avLst/>
              <a:gdLst/>
              <a:ahLst/>
              <a:cxnLst/>
              <a:rect l="l" t="t" r="r" b="b"/>
              <a:pathLst>
                <a:path w="68" h="48" extrusionOk="0">
                  <a:moveTo>
                    <a:pt x="6" y="2"/>
                  </a:moveTo>
                  <a:cubicBezTo>
                    <a:pt x="3" y="6"/>
                    <a:pt x="0" y="18"/>
                    <a:pt x="1" y="24"/>
                  </a:cubicBezTo>
                  <a:cubicBezTo>
                    <a:pt x="2" y="30"/>
                    <a:pt x="2" y="31"/>
                    <a:pt x="5" y="33"/>
                  </a:cubicBezTo>
                  <a:cubicBezTo>
                    <a:pt x="9" y="34"/>
                    <a:pt x="10" y="35"/>
                    <a:pt x="11" y="33"/>
                  </a:cubicBezTo>
                  <a:cubicBezTo>
                    <a:pt x="12" y="31"/>
                    <a:pt x="20" y="39"/>
                    <a:pt x="23" y="41"/>
                  </a:cubicBezTo>
                  <a:cubicBezTo>
                    <a:pt x="27" y="43"/>
                    <a:pt x="36" y="48"/>
                    <a:pt x="47" y="48"/>
                  </a:cubicBezTo>
                  <a:cubicBezTo>
                    <a:pt x="58" y="48"/>
                    <a:pt x="68" y="47"/>
                    <a:pt x="68" y="41"/>
                  </a:cubicBezTo>
                  <a:cubicBezTo>
                    <a:pt x="68" y="35"/>
                    <a:pt x="64" y="32"/>
                    <a:pt x="56" y="27"/>
                  </a:cubicBezTo>
                  <a:cubicBezTo>
                    <a:pt x="48" y="21"/>
                    <a:pt x="41" y="11"/>
                    <a:pt x="38" y="6"/>
                  </a:cubicBezTo>
                  <a:cubicBezTo>
                    <a:pt x="36" y="1"/>
                    <a:pt x="28" y="2"/>
                    <a:pt x="25" y="4"/>
                  </a:cubicBezTo>
                  <a:cubicBezTo>
                    <a:pt x="21" y="5"/>
                    <a:pt x="18" y="14"/>
                    <a:pt x="13" y="11"/>
                  </a:cubicBezTo>
                  <a:cubicBezTo>
                    <a:pt x="8" y="8"/>
                    <a:pt x="7" y="0"/>
                    <a:pt x="6" y="2"/>
                  </a:cubicBezTo>
                  <a:close/>
                </a:path>
              </a:pathLst>
            </a:custGeom>
            <a:solidFill>
              <a:srgbClr val="57291E"/>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98" name="Google Shape;7314;p193"/>
            <p:cNvSpPr/>
            <p:nvPr/>
          </p:nvSpPr>
          <p:spPr>
            <a:xfrm>
              <a:off x="1444386" y="3780658"/>
              <a:ext cx="215718" cy="1139943"/>
            </a:xfrm>
            <a:custGeom>
              <a:avLst/>
              <a:gdLst/>
              <a:ahLst/>
              <a:cxnLst/>
              <a:rect l="l" t="t" r="r" b="b"/>
              <a:pathLst>
                <a:path w="46" h="243" extrusionOk="0">
                  <a:moveTo>
                    <a:pt x="8" y="0"/>
                  </a:moveTo>
                  <a:cubicBezTo>
                    <a:pt x="38" y="0"/>
                    <a:pt x="38" y="0"/>
                    <a:pt x="38" y="0"/>
                  </a:cubicBezTo>
                  <a:cubicBezTo>
                    <a:pt x="43" y="0"/>
                    <a:pt x="46" y="4"/>
                    <a:pt x="46" y="8"/>
                  </a:cubicBezTo>
                  <a:cubicBezTo>
                    <a:pt x="46" y="235"/>
                    <a:pt x="46" y="235"/>
                    <a:pt x="46" y="235"/>
                  </a:cubicBezTo>
                  <a:cubicBezTo>
                    <a:pt x="46" y="239"/>
                    <a:pt x="43" y="243"/>
                    <a:pt x="38" y="243"/>
                  </a:cubicBezTo>
                  <a:cubicBezTo>
                    <a:pt x="8" y="243"/>
                    <a:pt x="8" y="243"/>
                    <a:pt x="8" y="243"/>
                  </a:cubicBezTo>
                  <a:cubicBezTo>
                    <a:pt x="3" y="243"/>
                    <a:pt x="0" y="239"/>
                    <a:pt x="0" y="235"/>
                  </a:cubicBezTo>
                  <a:cubicBezTo>
                    <a:pt x="0" y="8"/>
                    <a:pt x="0" y="8"/>
                    <a:pt x="0" y="8"/>
                  </a:cubicBezTo>
                  <a:cubicBezTo>
                    <a:pt x="0" y="4"/>
                    <a:pt x="3" y="0"/>
                    <a:pt x="8" y="0"/>
                  </a:cubicBezTo>
                  <a:close/>
                </a:path>
              </a:pathLst>
            </a:custGeom>
            <a:solidFill>
              <a:srgbClr val="27557D"/>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99" name="Google Shape;7315;p193"/>
            <p:cNvSpPr/>
            <p:nvPr/>
          </p:nvSpPr>
          <p:spPr>
            <a:xfrm>
              <a:off x="1693748" y="3547128"/>
              <a:ext cx="215718" cy="1373473"/>
            </a:xfrm>
            <a:custGeom>
              <a:avLst/>
              <a:gdLst/>
              <a:ahLst/>
              <a:cxnLst/>
              <a:rect l="l" t="t" r="r" b="b"/>
              <a:pathLst>
                <a:path w="46" h="293" extrusionOk="0">
                  <a:moveTo>
                    <a:pt x="8" y="0"/>
                  </a:moveTo>
                  <a:cubicBezTo>
                    <a:pt x="38" y="0"/>
                    <a:pt x="38" y="0"/>
                    <a:pt x="38" y="0"/>
                  </a:cubicBezTo>
                  <a:cubicBezTo>
                    <a:pt x="42" y="0"/>
                    <a:pt x="46" y="4"/>
                    <a:pt x="46" y="8"/>
                  </a:cubicBezTo>
                  <a:cubicBezTo>
                    <a:pt x="46" y="285"/>
                    <a:pt x="46" y="285"/>
                    <a:pt x="46" y="285"/>
                  </a:cubicBezTo>
                  <a:cubicBezTo>
                    <a:pt x="46" y="289"/>
                    <a:pt x="42" y="293"/>
                    <a:pt x="38" y="293"/>
                  </a:cubicBezTo>
                  <a:cubicBezTo>
                    <a:pt x="8" y="293"/>
                    <a:pt x="8" y="293"/>
                    <a:pt x="8" y="293"/>
                  </a:cubicBezTo>
                  <a:cubicBezTo>
                    <a:pt x="3" y="293"/>
                    <a:pt x="0" y="289"/>
                    <a:pt x="0" y="285"/>
                  </a:cubicBezTo>
                  <a:cubicBezTo>
                    <a:pt x="0" y="8"/>
                    <a:pt x="0" y="8"/>
                    <a:pt x="0" y="8"/>
                  </a:cubicBezTo>
                  <a:cubicBezTo>
                    <a:pt x="0" y="4"/>
                    <a:pt x="3" y="0"/>
                    <a:pt x="8" y="0"/>
                  </a:cubicBezTo>
                  <a:close/>
                </a:path>
              </a:pathLst>
            </a:custGeom>
            <a:solidFill>
              <a:srgbClr val="27557D"/>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00" name="Google Shape;7316;p193"/>
            <p:cNvSpPr/>
            <p:nvPr/>
          </p:nvSpPr>
          <p:spPr>
            <a:xfrm>
              <a:off x="1157421" y="3687642"/>
              <a:ext cx="146451" cy="164263"/>
            </a:xfrm>
            <a:custGeom>
              <a:avLst/>
              <a:gdLst/>
              <a:ahLst/>
              <a:cxnLst/>
              <a:rect l="l" t="t" r="r" b="b"/>
              <a:pathLst>
                <a:path w="74" h="83" extrusionOk="0">
                  <a:moveTo>
                    <a:pt x="0" y="61"/>
                  </a:moveTo>
                  <a:lnTo>
                    <a:pt x="45" y="83"/>
                  </a:lnTo>
                  <a:lnTo>
                    <a:pt x="74" y="21"/>
                  </a:lnTo>
                  <a:lnTo>
                    <a:pt x="31" y="0"/>
                  </a:lnTo>
                  <a:lnTo>
                    <a:pt x="0" y="61"/>
                  </a:lnTo>
                  <a:close/>
                </a:path>
              </a:pathLst>
            </a:custGeom>
            <a:solidFill>
              <a:srgbClr val="F2CAA9"/>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01" name="Google Shape;7317;p193"/>
            <p:cNvSpPr/>
            <p:nvPr/>
          </p:nvSpPr>
          <p:spPr>
            <a:xfrm>
              <a:off x="1133672" y="3729203"/>
              <a:ext cx="150409" cy="191970"/>
            </a:xfrm>
            <a:custGeom>
              <a:avLst/>
              <a:gdLst/>
              <a:ahLst/>
              <a:cxnLst/>
              <a:rect l="l" t="t" r="r" b="b"/>
              <a:pathLst>
                <a:path w="32" h="41" extrusionOk="0">
                  <a:moveTo>
                    <a:pt x="32" y="5"/>
                  </a:moveTo>
                  <a:cubicBezTo>
                    <a:pt x="13" y="0"/>
                    <a:pt x="13" y="0"/>
                    <a:pt x="13" y="0"/>
                  </a:cubicBezTo>
                  <a:cubicBezTo>
                    <a:pt x="10" y="15"/>
                    <a:pt x="10" y="15"/>
                    <a:pt x="10" y="15"/>
                  </a:cubicBezTo>
                  <a:cubicBezTo>
                    <a:pt x="0" y="30"/>
                    <a:pt x="0" y="30"/>
                    <a:pt x="0" y="30"/>
                  </a:cubicBezTo>
                  <a:cubicBezTo>
                    <a:pt x="8" y="33"/>
                    <a:pt x="22" y="29"/>
                    <a:pt x="21" y="41"/>
                  </a:cubicBezTo>
                  <a:lnTo>
                    <a:pt x="32" y="5"/>
                  </a:lnTo>
                  <a:close/>
                </a:path>
              </a:pathLst>
            </a:custGeom>
            <a:solidFill>
              <a:srgbClr val="F2CAA9"/>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02" name="Google Shape;7318;p193"/>
            <p:cNvSpPr/>
            <p:nvPr/>
          </p:nvSpPr>
          <p:spPr>
            <a:xfrm>
              <a:off x="1111902" y="3733161"/>
              <a:ext cx="172179" cy="267174"/>
            </a:xfrm>
            <a:custGeom>
              <a:avLst/>
              <a:gdLst/>
              <a:ahLst/>
              <a:cxnLst/>
              <a:rect l="l" t="t" r="r" b="b"/>
              <a:pathLst>
                <a:path w="37" h="57" extrusionOk="0">
                  <a:moveTo>
                    <a:pt x="2" y="34"/>
                  </a:moveTo>
                  <a:cubicBezTo>
                    <a:pt x="15" y="7"/>
                    <a:pt x="15" y="7"/>
                    <a:pt x="15" y="7"/>
                  </a:cubicBezTo>
                  <a:cubicBezTo>
                    <a:pt x="16" y="5"/>
                    <a:pt x="18" y="4"/>
                    <a:pt x="21" y="5"/>
                  </a:cubicBezTo>
                  <a:cubicBezTo>
                    <a:pt x="21" y="5"/>
                    <a:pt x="21" y="5"/>
                    <a:pt x="21" y="5"/>
                  </a:cubicBezTo>
                  <a:cubicBezTo>
                    <a:pt x="21" y="5"/>
                    <a:pt x="21" y="5"/>
                    <a:pt x="21" y="5"/>
                  </a:cubicBezTo>
                  <a:cubicBezTo>
                    <a:pt x="22" y="3"/>
                    <a:pt x="22" y="3"/>
                    <a:pt x="22" y="3"/>
                  </a:cubicBezTo>
                  <a:cubicBezTo>
                    <a:pt x="23" y="1"/>
                    <a:pt x="26" y="0"/>
                    <a:pt x="28" y="1"/>
                  </a:cubicBezTo>
                  <a:cubicBezTo>
                    <a:pt x="28" y="1"/>
                    <a:pt x="28" y="1"/>
                    <a:pt x="28" y="1"/>
                  </a:cubicBezTo>
                  <a:cubicBezTo>
                    <a:pt x="30" y="2"/>
                    <a:pt x="31" y="3"/>
                    <a:pt x="31" y="5"/>
                  </a:cubicBezTo>
                  <a:cubicBezTo>
                    <a:pt x="32" y="5"/>
                    <a:pt x="33" y="5"/>
                    <a:pt x="34" y="5"/>
                  </a:cubicBezTo>
                  <a:cubicBezTo>
                    <a:pt x="34" y="5"/>
                    <a:pt x="34" y="5"/>
                    <a:pt x="34" y="5"/>
                  </a:cubicBezTo>
                  <a:cubicBezTo>
                    <a:pt x="36" y="6"/>
                    <a:pt x="37" y="9"/>
                    <a:pt x="36" y="12"/>
                  </a:cubicBezTo>
                  <a:cubicBezTo>
                    <a:pt x="20" y="41"/>
                    <a:pt x="20" y="41"/>
                    <a:pt x="20" y="41"/>
                  </a:cubicBezTo>
                  <a:cubicBezTo>
                    <a:pt x="15" y="54"/>
                    <a:pt x="15" y="54"/>
                    <a:pt x="15" y="54"/>
                  </a:cubicBezTo>
                  <a:cubicBezTo>
                    <a:pt x="14" y="56"/>
                    <a:pt x="11" y="57"/>
                    <a:pt x="9" y="56"/>
                  </a:cubicBezTo>
                  <a:cubicBezTo>
                    <a:pt x="9" y="56"/>
                    <a:pt x="9" y="56"/>
                    <a:pt x="9" y="56"/>
                  </a:cubicBezTo>
                  <a:cubicBezTo>
                    <a:pt x="7" y="55"/>
                    <a:pt x="7" y="51"/>
                    <a:pt x="8" y="49"/>
                  </a:cubicBezTo>
                  <a:cubicBezTo>
                    <a:pt x="7" y="47"/>
                    <a:pt x="0" y="40"/>
                    <a:pt x="2" y="34"/>
                  </a:cubicBezTo>
                  <a:close/>
                </a:path>
              </a:pathLst>
            </a:custGeom>
            <a:solidFill>
              <a:srgbClr val="F2CAA9"/>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03" name="Google Shape;7319;p193"/>
            <p:cNvSpPr/>
            <p:nvPr/>
          </p:nvSpPr>
          <p:spPr>
            <a:xfrm>
              <a:off x="1143567" y="3917214"/>
              <a:ext cx="57393" cy="154367"/>
            </a:xfrm>
            <a:custGeom>
              <a:avLst/>
              <a:gdLst/>
              <a:ahLst/>
              <a:cxnLst/>
              <a:rect l="l" t="t" r="r" b="b"/>
              <a:pathLst>
                <a:path w="12" h="33" extrusionOk="0">
                  <a:moveTo>
                    <a:pt x="3" y="33"/>
                  </a:moveTo>
                  <a:cubicBezTo>
                    <a:pt x="3" y="33"/>
                    <a:pt x="3" y="33"/>
                    <a:pt x="3" y="33"/>
                  </a:cubicBezTo>
                  <a:cubicBezTo>
                    <a:pt x="1" y="32"/>
                    <a:pt x="0" y="31"/>
                    <a:pt x="0" y="29"/>
                  </a:cubicBezTo>
                  <a:cubicBezTo>
                    <a:pt x="5" y="1"/>
                    <a:pt x="5" y="1"/>
                    <a:pt x="5" y="1"/>
                  </a:cubicBezTo>
                  <a:cubicBezTo>
                    <a:pt x="5" y="0"/>
                    <a:pt x="5" y="0"/>
                    <a:pt x="5" y="0"/>
                  </a:cubicBezTo>
                  <a:cubicBezTo>
                    <a:pt x="12" y="5"/>
                    <a:pt x="12" y="5"/>
                    <a:pt x="12" y="5"/>
                  </a:cubicBezTo>
                  <a:cubicBezTo>
                    <a:pt x="6" y="30"/>
                    <a:pt x="6" y="30"/>
                    <a:pt x="6" y="30"/>
                  </a:cubicBezTo>
                  <a:cubicBezTo>
                    <a:pt x="6" y="32"/>
                    <a:pt x="4" y="33"/>
                    <a:pt x="3" y="33"/>
                  </a:cubicBezTo>
                  <a:close/>
                </a:path>
              </a:pathLst>
            </a:custGeom>
            <a:solidFill>
              <a:srgbClr val="F2CAA9"/>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04" name="Google Shape;7320;p193"/>
            <p:cNvSpPr/>
            <p:nvPr/>
          </p:nvSpPr>
          <p:spPr>
            <a:xfrm>
              <a:off x="1181170" y="3770763"/>
              <a:ext cx="94995" cy="211760"/>
            </a:xfrm>
            <a:custGeom>
              <a:avLst/>
              <a:gdLst/>
              <a:ahLst/>
              <a:cxnLst/>
              <a:rect l="l" t="t" r="r" b="b"/>
              <a:pathLst>
                <a:path w="20" h="45" extrusionOk="0">
                  <a:moveTo>
                    <a:pt x="14" y="45"/>
                  </a:moveTo>
                  <a:cubicBezTo>
                    <a:pt x="14" y="45"/>
                    <a:pt x="14" y="45"/>
                    <a:pt x="14" y="45"/>
                  </a:cubicBezTo>
                  <a:cubicBezTo>
                    <a:pt x="12" y="45"/>
                    <a:pt x="10" y="43"/>
                    <a:pt x="10" y="41"/>
                  </a:cubicBezTo>
                  <a:cubicBezTo>
                    <a:pt x="11" y="30"/>
                    <a:pt x="11" y="30"/>
                    <a:pt x="11" y="30"/>
                  </a:cubicBezTo>
                  <a:cubicBezTo>
                    <a:pt x="12" y="26"/>
                    <a:pt x="8" y="27"/>
                    <a:pt x="6" y="31"/>
                  </a:cubicBezTo>
                  <a:cubicBezTo>
                    <a:pt x="0" y="8"/>
                    <a:pt x="0" y="8"/>
                    <a:pt x="0" y="8"/>
                  </a:cubicBezTo>
                  <a:cubicBezTo>
                    <a:pt x="11" y="0"/>
                    <a:pt x="11" y="0"/>
                    <a:pt x="11" y="0"/>
                  </a:cubicBezTo>
                  <a:cubicBezTo>
                    <a:pt x="16" y="10"/>
                    <a:pt x="16" y="10"/>
                    <a:pt x="16" y="10"/>
                  </a:cubicBezTo>
                  <a:cubicBezTo>
                    <a:pt x="19" y="11"/>
                    <a:pt x="20" y="16"/>
                    <a:pt x="20" y="19"/>
                  </a:cubicBezTo>
                  <a:cubicBezTo>
                    <a:pt x="18" y="42"/>
                    <a:pt x="18" y="42"/>
                    <a:pt x="18" y="42"/>
                  </a:cubicBezTo>
                  <a:cubicBezTo>
                    <a:pt x="17" y="44"/>
                    <a:pt x="16" y="45"/>
                    <a:pt x="14" y="45"/>
                  </a:cubicBezTo>
                  <a:close/>
                </a:path>
              </a:pathLst>
            </a:custGeom>
            <a:solidFill>
              <a:srgbClr val="F2CAA9"/>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05" name="Google Shape;7321;p193"/>
            <p:cNvSpPr/>
            <p:nvPr/>
          </p:nvSpPr>
          <p:spPr>
            <a:xfrm>
              <a:off x="1125756" y="3893465"/>
              <a:ext cx="45519" cy="150409"/>
            </a:xfrm>
            <a:custGeom>
              <a:avLst/>
              <a:gdLst/>
              <a:ahLst/>
              <a:cxnLst/>
              <a:rect l="l" t="t" r="r" b="b"/>
              <a:pathLst>
                <a:path w="10" h="32" extrusionOk="0">
                  <a:moveTo>
                    <a:pt x="7" y="32"/>
                  </a:moveTo>
                  <a:cubicBezTo>
                    <a:pt x="7" y="32"/>
                    <a:pt x="7" y="32"/>
                    <a:pt x="7" y="32"/>
                  </a:cubicBezTo>
                  <a:cubicBezTo>
                    <a:pt x="5" y="32"/>
                    <a:pt x="4" y="31"/>
                    <a:pt x="3" y="29"/>
                  </a:cubicBezTo>
                  <a:cubicBezTo>
                    <a:pt x="1" y="1"/>
                    <a:pt x="1" y="1"/>
                    <a:pt x="1" y="1"/>
                  </a:cubicBezTo>
                  <a:cubicBezTo>
                    <a:pt x="0" y="0"/>
                    <a:pt x="0" y="0"/>
                    <a:pt x="0" y="0"/>
                  </a:cubicBezTo>
                  <a:cubicBezTo>
                    <a:pt x="8" y="3"/>
                    <a:pt x="8" y="3"/>
                    <a:pt x="8" y="3"/>
                  </a:cubicBezTo>
                  <a:cubicBezTo>
                    <a:pt x="10" y="28"/>
                    <a:pt x="10" y="28"/>
                    <a:pt x="10" y="28"/>
                  </a:cubicBezTo>
                  <a:cubicBezTo>
                    <a:pt x="10" y="30"/>
                    <a:pt x="9" y="32"/>
                    <a:pt x="7" y="32"/>
                  </a:cubicBezTo>
                  <a:close/>
                </a:path>
              </a:pathLst>
            </a:custGeom>
            <a:solidFill>
              <a:srgbClr val="F2CAA9"/>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06" name="Google Shape;7322;p193"/>
            <p:cNvSpPr/>
            <p:nvPr/>
          </p:nvSpPr>
          <p:spPr>
            <a:xfrm>
              <a:off x="1119819" y="3917214"/>
              <a:ext cx="75205" cy="130618"/>
            </a:xfrm>
            <a:custGeom>
              <a:avLst/>
              <a:gdLst/>
              <a:ahLst/>
              <a:cxnLst/>
              <a:rect l="l" t="t" r="r" b="b"/>
              <a:pathLst>
                <a:path w="16" h="28" extrusionOk="0">
                  <a:moveTo>
                    <a:pt x="13" y="27"/>
                  </a:moveTo>
                  <a:cubicBezTo>
                    <a:pt x="13" y="27"/>
                    <a:pt x="13" y="27"/>
                    <a:pt x="13" y="27"/>
                  </a:cubicBezTo>
                  <a:cubicBezTo>
                    <a:pt x="11" y="28"/>
                    <a:pt x="9" y="27"/>
                    <a:pt x="9" y="26"/>
                  </a:cubicBezTo>
                  <a:cubicBezTo>
                    <a:pt x="0" y="0"/>
                    <a:pt x="0" y="0"/>
                    <a:pt x="0" y="0"/>
                  </a:cubicBezTo>
                  <a:cubicBezTo>
                    <a:pt x="7" y="4"/>
                    <a:pt x="7" y="4"/>
                    <a:pt x="7" y="4"/>
                  </a:cubicBezTo>
                  <a:cubicBezTo>
                    <a:pt x="15" y="23"/>
                    <a:pt x="15" y="23"/>
                    <a:pt x="15" y="23"/>
                  </a:cubicBezTo>
                  <a:cubicBezTo>
                    <a:pt x="16" y="25"/>
                    <a:pt x="15" y="27"/>
                    <a:pt x="13" y="27"/>
                  </a:cubicBezTo>
                  <a:close/>
                </a:path>
              </a:pathLst>
            </a:custGeom>
            <a:solidFill>
              <a:srgbClr val="F2CAA9"/>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07" name="Google Shape;7323;p193"/>
            <p:cNvSpPr/>
            <p:nvPr/>
          </p:nvSpPr>
          <p:spPr>
            <a:xfrm>
              <a:off x="1129714" y="3790554"/>
              <a:ext cx="164263" cy="75205"/>
            </a:xfrm>
            <a:custGeom>
              <a:avLst/>
              <a:gdLst/>
              <a:ahLst/>
              <a:cxnLst/>
              <a:rect l="l" t="t" r="r" b="b"/>
              <a:pathLst>
                <a:path w="83" h="38" extrusionOk="0">
                  <a:moveTo>
                    <a:pt x="0" y="19"/>
                  </a:moveTo>
                  <a:lnTo>
                    <a:pt x="78" y="38"/>
                  </a:lnTo>
                  <a:lnTo>
                    <a:pt x="83" y="19"/>
                  </a:lnTo>
                  <a:lnTo>
                    <a:pt x="5" y="0"/>
                  </a:lnTo>
                  <a:lnTo>
                    <a:pt x="0" y="19"/>
                  </a:lnTo>
                  <a:close/>
                </a:path>
              </a:pathLst>
            </a:cu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08" name="Google Shape;7324;p193"/>
            <p:cNvSpPr/>
            <p:nvPr/>
          </p:nvSpPr>
          <p:spPr>
            <a:xfrm>
              <a:off x="1129714" y="2983094"/>
              <a:ext cx="348316" cy="854957"/>
            </a:xfrm>
            <a:custGeom>
              <a:avLst/>
              <a:gdLst/>
              <a:ahLst/>
              <a:cxnLst/>
              <a:rect l="l" t="t" r="r" b="b"/>
              <a:pathLst>
                <a:path w="74" h="182" extrusionOk="0">
                  <a:moveTo>
                    <a:pt x="74" y="25"/>
                  </a:moveTo>
                  <a:cubicBezTo>
                    <a:pt x="52" y="0"/>
                    <a:pt x="52" y="0"/>
                    <a:pt x="52" y="0"/>
                  </a:cubicBezTo>
                  <a:cubicBezTo>
                    <a:pt x="42" y="7"/>
                    <a:pt x="36" y="24"/>
                    <a:pt x="34" y="30"/>
                  </a:cubicBezTo>
                  <a:cubicBezTo>
                    <a:pt x="0" y="174"/>
                    <a:pt x="0" y="174"/>
                    <a:pt x="0" y="174"/>
                  </a:cubicBezTo>
                  <a:cubicBezTo>
                    <a:pt x="0" y="174"/>
                    <a:pt x="0" y="174"/>
                    <a:pt x="0" y="174"/>
                  </a:cubicBezTo>
                  <a:cubicBezTo>
                    <a:pt x="36" y="182"/>
                    <a:pt x="36" y="182"/>
                    <a:pt x="36" y="182"/>
                  </a:cubicBezTo>
                  <a:cubicBezTo>
                    <a:pt x="36" y="182"/>
                    <a:pt x="36" y="182"/>
                    <a:pt x="36" y="182"/>
                  </a:cubicBezTo>
                  <a:cubicBezTo>
                    <a:pt x="74" y="25"/>
                    <a:pt x="74" y="25"/>
                    <a:pt x="74" y="25"/>
                  </a:cubicBezTo>
                  <a:cubicBezTo>
                    <a:pt x="74" y="25"/>
                    <a:pt x="74" y="25"/>
                    <a:pt x="74" y="25"/>
                  </a:cubicBezTo>
                  <a:close/>
                </a:path>
              </a:pathLst>
            </a:custGeom>
            <a:solidFill>
              <a:srgbClr val="27557D"/>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09" name="Google Shape;7325;p193"/>
            <p:cNvSpPr/>
            <p:nvPr/>
          </p:nvSpPr>
          <p:spPr>
            <a:xfrm>
              <a:off x="2511104" y="2753522"/>
              <a:ext cx="65309" cy="160304"/>
            </a:xfrm>
            <a:custGeom>
              <a:avLst/>
              <a:gdLst/>
              <a:ahLst/>
              <a:cxnLst/>
              <a:rect l="l" t="t" r="r" b="b"/>
              <a:pathLst>
                <a:path w="33" h="81" extrusionOk="0">
                  <a:moveTo>
                    <a:pt x="33" y="78"/>
                  </a:moveTo>
                  <a:lnTo>
                    <a:pt x="19" y="0"/>
                  </a:lnTo>
                  <a:lnTo>
                    <a:pt x="0" y="3"/>
                  </a:lnTo>
                  <a:lnTo>
                    <a:pt x="14" y="81"/>
                  </a:lnTo>
                  <a:lnTo>
                    <a:pt x="33" y="78"/>
                  </a:lnTo>
                  <a:close/>
                </a:path>
              </a:pathLst>
            </a:cu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10" name="Google Shape;7326;p193"/>
            <p:cNvSpPr/>
            <p:nvPr/>
          </p:nvSpPr>
          <p:spPr>
            <a:xfrm>
              <a:off x="2497250" y="2749564"/>
              <a:ext cx="93016" cy="168221"/>
            </a:xfrm>
            <a:custGeom>
              <a:avLst/>
              <a:gdLst/>
              <a:ahLst/>
              <a:cxnLst/>
              <a:rect l="l" t="t" r="r" b="b"/>
              <a:pathLst>
                <a:path w="47" h="85" extrusionOk="0">
                  <a:moveTo>
                    <a:pt x="0" y="7"/>
                  </a:moveTo>
                  <a:lnTo>
                    <a:pt x="14" y="85"/>
                  </a:lnTo>
                  <a:lnTo>
                    <a:pt x="47" y="78"/>
                  </a:lnTo>
                  <a:lnTo>
                    <a:pt x="33" y="0"/>
                  </a:lnTo>
                  <a:lnTo>
                    <a:pt x="0" y="7"/>
                  </a:lnTo>
                  <a:close/>
                </a:path>
              </a:pathLst>
            </a:cu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11" name="Google Shape;7327;p193"/>
            <p:cNvSpPr/>
            <p:nvPr/>
          </p:nvSpPr>
          <p:spPr>
            <a:xfrm>
              <a:off x="2487355" y="2832685"/>
              <a:ext cx="112807" cy="94995"/>
            </a:xfrm>
            <a:custGeom>
              <a:avLst/>
              <a:gdLst/>
              <a:ahLst/>
              <a:cxnLst/>
              <a:rect l="l" t="t" r="r" b="b"/>
              <a:pathLst>
                <a:path w="24" h="20" extrusionOk="0">
                  <a:moveTo>
                    <a:pt x="24" y="7"/>
                  </a:moveTo>
                  <a:cubicBezTo>
                    <a:pt x="5" y="20"/>
                    <a:pt x="5" y="20"/>
                    <a:pt x="5" y="20"/>
                  </a:cubicBezTo>
                  <a:cubicBezTo>
                    <a:pt x="0" y="12"/>
                    <a:pt x="0" y="12"/>
                    <a:pt x="0" y="12"/>
                  </a:cubicBezTo>
                  <a:cubicBezTo>
                    <a:pt x="20" y="0"/>
                    <a:pt x="20" y="0"/>
                    <a:pt x="20" y="0"/>
                  </a:cubicBezTo>
                  <a:cubicBezTo>
                    <a:pt x="21" y="1"/>
                    <a:pt x="22" y="0"/>
                    <a:pt x="23" y="0"/>
                  </a:cubicBezTo>
                  <a:lnTo>
                    <a:pt x="24" y="7"/>
                  </a:lnTo>
                  <a:close/>
                </a:path>
              </a:pathLst>
            </a:custGeom>
            <a:solidFill>
              <a:srgbClr val="57291E"/>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12" name="Google Shape;7328;p193"/>
            <p:cNvSpPr/>
            <p:nvPr/>
          </p:nvSpPr>
          <p:spPr>
            <a:xfrm>
              <a:off x="1778848" y="2749564"/>
              <a:ext cx="777774" cy="308735"/>
            </a:xfrm>
            <a:custGeom>
              <a:avLst/>
              <a:gdLst/>
              <a:ahLst/>
              <a:cxnLst/>
              <a:rect l="l" t="t" r="r" b="b"/>
              <a:pathLst>
                <a:path w="166" h="66" extrusionOk="0">
                  <a:moveTo>
                    <a:pt x="7" y="66"/>
                  </a:moveTo>
                  <a:cubicBezTo>
                    <a:pt x="0" y="30"/>
                    <a:pt x="0" y="30"/>
                    <a:pt x="0" y="30"/>
                  </a:cubicBezTo>
                  <a:cubicBezTo>
                    <a:pt x="0" y="30"/>
                    <a:pt x="0" y="30"/>
                    <a:pt x="0" y="30"/>
                  </a:cubicBezTo>
                  <a:cubicBezTo>
                    <a:pt x="159" y="0"/>
                    <a:pt x="159" y="0"/>
                    <a:pt x="159" y="0"/>
                  </a:cubicBezTo>
                  <a:cubicBezTo>
                    <a:pt x="159" y="0"/>
                    <a:pt x="159" y="0"/>
                    <a:pt x="159" y="0"/>
                  </a:cubicBezTo>
                  <a:cubicBezTo>
                    <a:pt x="166" y="36"/>
                    <a:pt x="166" y="36"/>
                    <a:pt x="166" y="36"/>
                  </a:cubicBezTo>
                  <a:cubicBezTo>
                    <a:pt x="166" y="36"/>
                    <a:pt x="166" y="36"/>
                    <a:pt x="166" y="36"/>
                  </a:cubicBezTo>
                  <a:cubicBezTo>
                    <a:pt x="7" y="66"/>
                    <a:pt x="7" y="66"/>
                    <a:pt x="7" y="66"/>
                  </a:cubicBezTo>
                  <a:cubicBezTo>
                    <a:pt x="7" y="66"/>
                    <a:pt x="7" y="66"/>
                    <a:pt x="7" y="66"/>
                  </a:cubicBezTo>
                  <a:close/>
                </a:path>
              </a:pathLst>
            </a:custGeom>
            <a:solidFill>
              <a:srgbClr val="27557D"/>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13" name="Google Shape;7329;p193"/>
            <p:cNvSpPr/>
            <p:nvPr/>
          </p:nvSpPr>
          <p:spPr>
            <a:xfrm>
              <a:off x="1299914" y="2848517"/>
              <a:ext cx="647155" cy="1082550"/>
            </a:xfrm>
            <a:custGeom>
              <a:avLst/>
              <a:gdLst/>
              <a:ahLst/>
              <a:cxnLst/>
              <a:rect l="l" t="t" r="r" b="b"/>
              <a:pathLst>
                <a:path w="138" h="231" extrusionOk="0">
                  <a:moveTo>
                    <a:pt x="135" y="196"/>
                  </a:moveTo>
                  <a:cubicBezTo>
                    <a:pt x="105" y="217"/>
                    <a:pt x="63" y="231"/>
                    <a:pt x="26" y="220"/>
                  </a:cubicBezTo>
                  <a:cubicBezTo>
                    <a:pt x="21" y="94"/>
                    <a:pt x="21" y="94"/>
                    <a:pt x="21" y="94"/>
                  </a:cubicBezTo>
                  <a:cubicBezTo>
                    <a:pt x="20" y="74"/>
                    <a:pt x="0" y="51"/>
                    <a:pt x="5" y="41"/>
                  </a:cubicBezTo>
                  <a:cubicBezTo>
                    <a:pt x="14" y="23"/>
                    <a:pt x="52" y="11"/>
                    <a:pt x="64" y="0"/>
                  </a:cubicBezTo>
                  <a:cubicBezTo>
                    <a:pt x="69" y="4"/>
                    <a:pt x="75" y="7"/>
                    <a:pt x="81" y="7"/>
                  </a:cubicBezTo>
                  <a:cubicBezTo>
                    <a:pt x="86" y="7"/>
                    <a:pt x="92" y="4"/>
                    <a:pt x="97" y="0"/>
                  </a:cubicBezTo>
                  <a:cubicBezTo>
                    <a:pt x="106" y="8"/>
                    <a:pt x="119" y="7"/>
                    <a:pt x="126" y="5"/>
                  </a:cubicBezTo>
                  <a:cubicBezTo>
                    <a:pt x="121" y="29"/>
                    <a:pt x="138" y="32"/>
                    <a:pt x="138" y="41"/>
                  </a:cubicBezTo>
                  <a:lnTo>
                    <a:pt x="135" y="196"/>
                  </a:lnTo>
                  <a:close/>
                </a:path>
              </a:pathLst>
            </a:custGeom>
            <a:solidFill>
              <a:srgbClr val="3F73A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14" name="Google Shape;7330;p193"/>
            <p:cNvSpPr/>
            <p:nvPr/>
          </p:nvSpPr>
          <p:spPr>
            <a:xfrm>
              <a:off x="1529486" y="2856434"/>
              <a:ext cx="294881" cy="526432"/>
            </a:xfrm>
            <a:custGeom>
              <a:avLst/>
              <a:gdLst/>
              <a:ahLst/>
              <a:cxnLst/>
              <a:rect l="l" t="t" r="r" b="b"/>
              <a:pathLst>
                <a:path w="149" h="266" extrusionOk="0">
                  <a:moveTo>
                    <a:pt x="0" y="19"/>
                  </a:moveTo>
                  <a:lnTo>
                    <a:pt x="9" y="95"/>
                  </a:lnTo>
                  <a:lnTo>
                    <a:pt x="76" y="266"/>
                  </a:lnTo>
                  <a:lnTo>
                    <a:pt x="140" y="95"/>
                  </a:lnTo>
                  <a:lnTo>
                    <a:pt x="149" y="19"/>
                  </a:lnTo>
                  <a:lnTo>
                    <a:pt x="118" y="0"/>
                  </a:lnTo>
                  <a:lnTo>
                    <a:pt x="33" y="0"/>
                  </a:lnTo>
                  <a:lnTo>
                    <a:pt x="0" y="19"/>
                  </a:lnTo>
                  <a:close/>
                </a:path>
              </a:pathLst>
            </a:cu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15" name="Google Shape;7331;p193"/>
            <p:cNvSpPr/>
            <p:nvPr/>
          </p:nvSpPr>
          <p:spPr>
            <a:xfrm>
              <a:off x="1478030" y="2880183"/>
              <a:ext cx="201865" cy="502683"/>
            </a:xfrm>
            <a:custGeom>
              <a:avLst/>
              <a:gdLst/>
              <a:ahLst/>
              <a:cxnLst/>
              <a:rect l="l" t="t" r="r" b="b"/>
              <a:pathLst>
                <a:path w="102" h="254" extrusionOk="0">
                  <a:moveTo>
                    <a:pt x="38" y="0"/>
                  </a:moveTo>
                  <a:lnTo>
                    <a:pt x="102" y="254"/>
                  </a:lnTo>
                  <a:lnTo>
                    <a:pt x="14" y="114"/>
                  </a:lnTo>
                  <a:lnTo>
                    <a:pt x="23" y="90"/>
                  </a:lnTo>
                  <a:lnTo>
                    <a:pt x="0" y="69"/>
                  </a:lnTo>
                  <a:lnTo>
                    <a:pt x="26" y="7"/>
                  </a:lnTo>
                  <a:lnTo>
                    <a:pt x="38" y="0"/>
                  </a:lnTo>
                  <a:close/>
                </a:path>
              </a:pathLst>
            </a:custGeom>
            <a:solidFill>
              <a:srgbClr val="27557D"/>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16" name="Google Shape;7332;p193"/>
            <p:cNvSpPr/>
            <p:nvPr/>
          </p:nvSpPr>
          <p:spPr>
            <a:xfrm>
              <a:off x="1636355" y="3068194"/>
              <a:ext cx="85100" cy="314672"/>
            </a:xfrm>
            <a:custGeom>
              <a:avLst/>
              <a:gdLst/>
              <a:ahLst/>
              <a:cxnLst/>
              <a:rect l="l" t="t" r="r" b="b"/>
              <a:pathLst>
                <a:path w="43" h="159" extrusionOk="0">
                  <a:moveTo>
                    <a:pt x="10" y="0"/>
                  </a:moveTo>
                  <a:lnTo>
                    <a:pt x="31" y="0"/>
                  </a:lnTo>
                  <a:lnTo>
                    <a:pt x="43" y="107"/>
                  </a:lnTo>
                  <a:lnTo>
                    <a:pt x="22" y="159"/>
                  </a:lnTo>
                  <a:lnTo>
                    <a:pt x="0" y="107"/>
                  </a:lnTo>
                  <a:lnTo>
                    <a:pt x="10" y="0"/>
                  </a:lnTo>
                  <a:close/>
                </a:path>
              </a:pathLst>
            </a:custGeom>
            <a:solidFill>
              <a:srgbClr val="FC8D25"/>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17" name="Google Shape;7333;p193"/>
            <p:cNvSpPr/>
            <p:nvPr/>
          </p:nvSpPr>
          <p:spPr>
            <a:xfrm>
              <a:off x="1495842" y="2880183"/>
              <a:ext cx="184053" cy="502683"/>
            </a:xfrm>
            <a:custGeom>
              <a:avLst/>
              <a:gdLst/>
              <a:ahLst/>
              <a:cxnLst/>
              <a:rect l="l" t="t" r="r" b="b"/>
              <a:pathLst>
                <a:path w="93" h="254" extrusionOk="0">
                  <a:moveTo>
                    <a:pt x="29" y="0"/>
                  </a:moveTo>
                  <a:lnTo>
                    <a:pt x="93" y="254"/>
                  </a:lnTo>
                  <a:lnTo>
                    <a:pt x="12" y="102"/>
                  </a:lnTo>
                  <a:lnTo>
                    <a:pt x="26" y="83"/>
                  </a:lnTo>
                  <a:lnTo>
                    <a:pt x="0" y="64"/>
                  </a:lnTo>
                  <a:lnTo>
                    <a:pt x="17" y="7"/>
                  </a:lnTo>
                  <a:lnTo>
                    <a:pt x="29" y="0"/>
                  </a:lnTo>
                  <a:close/>
                </a:path>
              </a:pathLst>
            </a:custGeom>
            <a:solidFill>
              <a:srgbClr val="3F73A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18" name="Google Shape;7334;p193"/>
            <p:cNvSpPr/>
            <p:nvPr/>
          </p:nvSpPr>
          <p:spPr>
            <a:xfrm>
              <a:off x="1679895" y="2880183"/>
              <a:ext cx="195928" cy="502683"/>
            </a:xfrm>
            <a:custGeom>
              <a:avLst/>
              <a:gdLst/>
              <a:ahLst/>
              <a:cxnLst/>
              <a:rect l="l" t="t" r="r" b="b"/>
              <a:pathLst>
                <a:path w="99" h="254" extrusionOk="0">
                  <a:moveTo>
                    <a:pt x="61" y="0"/>
                  </a:moveTo>
                  <a:lnTo>
                    <a:pt x="0" y="254"/>
                  </a:lnTo>
                  <a:lnTo>
                    <a:pt x="88" y="114"/>
                  </a:lnTo>
                  <a:lnTo>
                    <a:pt x="76" y="90"/>
                  </a:lnTo>
                  <a:lnTo>
                    <a:pt x="99" y="69"/>
                  </a:lnTo>
                  <a:lnTo>
                    <a:pt x="73" y="7"/>
                  </a:lnTo>
                  <a:lnTo>
                    <a:pt x="61" y="0"/>
                  </a:lnTo>
                  <a:close/>
                </a:path>
              </a:pathLst>
            </a:custGeom>
            <a:solidFill>
              <a:srgbClr val="27557D"/>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19" name="Google Shape;7335;p193"/>
            <p:cNvSpPr/>
            <p:nvPr/>
          </p:nvSpPr>
          <p:spPr>
            <a:xfrm>
              <a:off x="1679895" y="2880183"/>
              <a:ext cx="178116" cy="502683"/>
            </a:xfrm>
            <a:custGeom>
              <a:avLst/>
              <a:gdLst/>
              <a:ahLst/>
              <a:cxnLst/>
              <a:rect l="l" t="t" r="r" b="b"/>
              <a:pathLst>
                <a:path w="90" h="254" extrusionOk="0">
                  <a:moveTo>
                    <a:pt x="61" y="0"/>
                  </a:moveTo>
                  <a:lnTo>
                    <a:pt x="0" y="254"/>
                  </a:lnTo>
                  <a:lnTo>
                    <a:pt x="78" y="102"/>
                  </a:lnTo>
                  <a:lnTo>
                    <a:pt x="64" y="83"/>
                  </a:lnTo>
                  <a:lnTo>
                    <a:pt x="90" y="64"/>
                  </a:lnTo>
                  <a:lnTo>
                    <a:pt x="73" y="7"/>
                  </a:lnTo>
                  <a:lnTo>
                    <a:pt x="61" y="0"/>
                  </a:lnTo>
                  <a:close/>
                </a:path>
              </a:pathLst>
            </a:custGeom>
            <a:solidFill>
              <a:srgbClr val="3F73A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20" name="Google Shape;7336;p193"/>
            <p:cNvSpPr/>
            <p:nvPr/>
          </p:nvSpPr>
          <p:spPr>
            <a:xfrm>
              <a:off x="1660104" y="3339326"/>
              <a:ext cx="37602" cy="550181"/>
            </a:xfrm>
            <a:custGeom>
              <a:avLst/>
              <a:gdLst/>
              <a:ahLst/>
              <a:cxnLst/>
              <a:rect l="l" t="t" r="r" b="b"/>
              <a:pathLst>
                <a:path w="8" h="117" extrusionOk="0">
                  <a:moveTo>
                    <a:pt x="4" y="117"/>
                  </a:moveTo>
                  <a:cubicBezTo>
                    <a:pt x="1" y="84"/>
                    <a:pt x="0" y="39"/>
                    <a:pt x="4" y="0"/>
                  </a:cubicBezTo>
                  <a:cubicBezTo>
                    <a:pt x="7" y="39"/>
                    <a:pt x="8" y="84"/>
                    <a:pt x="4" y="117"/>
                  </a:cubicBezTo>
                  <a:close/>
                </a:path>
              </a:pathLst>
            </a:custGeom>
            <a:solidFill>
              <a:srgbClr val="27557D"/>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23" name="Google Shape;7339;p193"/>
            <p:cNvSpPr/>
            <p:nvPr/>
          </p:nvSpPr>
          <p:spPr>
            <a:xfrm>
              <a:off x="2542769" y="2711962"/>
              <a:ext cx="286965" cy="158325"/>
            </a:xfrm>
            <a:custGeom>
              <a:avLst/>
              <a:gdLst/>
              <a:ahLst/>
              <a:cxnLst/>
              <a:rect l="l" t="t" r="r" b="b"/>
              <a:pathLst>
                <a:path w="61" h="34" extrusionOk="0">
                  <a:moveTo>
                    <a:pt x="0" y="15"/>
                  </a:moveTo>
                  <a:cubicBezTo>
                    <a:pt x="6" y="34"/>
                    <a:pt x="6" y="34"/>
                    <a:pt x="6" y="34"/>
                  </a:cubicBezTo>
                  <a:cubicBezTo>
                    <a:pt x="24" y="34"/>
                    <a:pt x="24" y="34"/>
                    <a:pt x="24" y="34"/>
                  </a:cubicBezTo>
                  <a:cubicBezTo>
                    <a:pt x="34" y="34"/>
                    <a:pt x="53" y="20"/>
                    <a:pt x="61" y="14"/>
                  </a:cubicBezTo>
                  <a:cubicBezTo>
                    <a:pt x="53" y="2"/>
                    <a:pt x="53" y="2"/>
                    <a:pt x="53" y="2"/>
                  </a:cubicBezTo>
                  <a:cubicBezTo>
                    <a:pt x="20" y="0"/>
                    <a:pt x="20" y="0"/>
                    <a:pt x="20" y="0"/>
                  </a:cubicBezTo>
                  <a:lnTo>
                    <a:pt x="0" y="15"/>
                  </a:lnTo>
                  <a:close/>
                </a:path>
              </a:pathLst>
            </a:custGeom>
            <a:solidFill>
              <a:srgbClr val="D1A88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24" name="Google Shape;7340;p193"/>
            <p:cNvSpPr/>
            <p:nvPr/>
          </p:nvSpPr>
          <p:spPr>
            <a:xfrm>
              <a:off x="2487355" y="2373541"/>
              <a:ext cx="841104" cy="554139"/>
            </a:xfrm>
            <a:custGeom>
              <a:avLst/>
              <a:gdLst/>
              <a:ahLst/>
              <a:cxnLst/>
              <a:rect l="l" t="t" r="r" b="b"/>
              <a:pathLst>
                <a:path w="425" h="280" extrusionOk="0">
                  <a:moveTo>
                    <a:pt x="420" y="0"/>
                  </a:moveTo>
                  <a:lnTo>
                    <a:pt x="425" y="5"/>
                  </a:lnTo>
                  <a:lnTo>
                    <a:pt x="12" y="280"/>
                  </a:lnTo>
                  <a:lnTo>
                    <a:pt x="0" y="261"/>
                  </a:lnTo>
                  <a:lnTo>
                    <a:pt x="420" y="0"/>
                  </a:lnTo>
                  <a:close/>
                </a:path>
              </a:pathLst>
            </a:custGeom>
            <a:solidFill>
              <a:srgbClr val="57291E"/>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25" name="Google Shape;7341;p193"/>
            <p:cNvSpPr/>
            <p:nvPr/>
          </p:nvSpPr>
          <p:spPr>
            <a:xfrm>
              <a:off x="2617974" y="2674360"/>
              <a:ext cx="184053" cy="79163"/>
            </a:xfrm>
            <a:custGeom>
              <a:avLst/>
              <a:gdLst/>
              <a:ahLst/>
              <a:cxnLst/>
              <a:rect l="l" t="t" r="r" b="b"/>
              <a:pathLst>
                <a:path w="39" h="17" extrusionOk="0">
                  <a:moveTo>
                    <a:pt x="1" y="13"/>
                  </a:moveTo>
                  <a:cubicBezTo>
                    <a:pt x="1" y="17"/>
                    <a:pt x="1" y="17"/>
                    <a:pt x="1" y="17"/>
                  </a:cubicBezTo>
                  <a:cubicBezTo>
                    <a:pt x="5" y="16"/>
                    <a:pt x="5" y="16"/>
                    <a:pt x="5" y="16"/>
                  </a:cubicBezTo>
                  <a:cubicBezTo>
                    <a:pt x="33" y="10"/>
                    <a:pt x="33" y="10"/>
                    <a:pt x="33" y="10"/>
                  </a:cubicBezTo>
                  <a:cubicBezTo>
                    <a:pt x="36" y="9"/>
                    <a:pt x="38" y="8"/>
                    <a:pt x="38" y="6"/>
                  </a:cubicBezTo>
                  <a:cubicBezTo>
                    <a:pt x="39" y="4"/>
                    <a:pt x="39" y="0"/>
                    <a:pt x="37" y="0"/>
                  </a:cubicBezTo>
                  <a:cubicBezTo>
                    <a:pt x="5" y="7"/>
                    <a:pt x="5" y="7"/>
                    <a:pt x="5" y="7"/>
                  </a:cubicBezTo>
                  <a:cubicBezTo>
                    <a:pt x="2" y="7"/>
                    <a:pt x="0" y="10"/>
                    <a:pt x="1" y="13"/>
                  </a:cubicBezTo>
                  <a:close/>
                </a:path>
              </a:pathLst>
            </a:custGeom>
            <a:solidFill>
              <a:srgbClr val="FFD7B7"/>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26" name="Google Shape;7342;p193"/>
            <p:cNvSpPr/>
            <p:nvPr/>
          </p:nvSpPr>
          <p:spPr>
            <a:xfrm>
              <a:off x="2764425" y="2674360"/>
              <a:ext cx="31665" cy="17812"/>
            </a:xfrm>
            <a:custGeom>
              <a:avLst/>
              <a:gdLst/>
              <a:ahLst/>
              <a:cxnLst/>
              <a:rect l="l" t="t" r="r" b="b"/>
              <a:pathLst>
                <a:path w="7" h="4" extrusionOk="0">
                  <a:moveTo>
                    <a:pt x="7" y="0"/>
                  </a:moveTo>
                  <a:cubicBezTo>
                    <a:pt x="7" y="0"/>
                    <a:pt x="7" y="0"/>
                    <a:pt x="7" y="0"/>
                  </a:cubicBezTo>
                  <a:cubicBezTo>
                    <a:pt x="0" y="1"/>
                    <a:pt x="0" y="1"/>
                    <a:pt x="0" y="1"/>
                  </a:cubicBezTo>
                  <a:cubicBezTo>
                    <a:pt x="1" y="4"/>
                    <a:pt x="4" y="4"/>
                    <a:pt x="7" y="2"/>
                  </a:cubicBezTo>
                  <a:cubicBezTo>
                    <a:pt x="7" y="2"/>
                    <a:pt x="7" y="1"/>
                    <a:pt x="7" y="0"/>
                  </a:cubicBezTo>
                  <a:close/>
                </a:path>
              </a:pathLst>
            </a:custGeom>
            <a:solidFill>
              <a:srgbClr val="FFE7D4"/>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27" name="Google Shape;7343;p193"/>
            <p:cNvSpPr/>
            <p:nvPr/>
          </p:nvSpPr>
          <p:spPr>
            <a:xfrm>
              <a:off x="2665471" y="2810915"/>
              <a:ext cx="65309" cy="41560"/>
            </a:xfrm>
            <a:custGeom>
              <a:avLst/>
              <a:gdLst/>
              <a:ahLst/>
              <a:cxnLst/>
              <a:rect l="l" t="t" r="r" b="b"/>
              <a:pathLst>
                <a:path w="14" h="9" extrusionOk="0">
                  <a:moveTo>
                    <a:pt x="14" y="5"/>
                  </a:moveTo>
                  <a:cubicBezTo>
                    <a:pt x="14" y="5"/>
                    <a:pt x="14" y="5"/>
                    <a:pt x="14" y="5"/>
                  </a:cubicBezTo>
                  <a:cubicBezTo>
                    <a:pt x="14" y="7"/>
                    <a:pt x="12" y="9"/>
                    <a:pt x="10" y="9"/>
                  </a:cubicBezTo>
                  <a:cubicBezTo>
                    <a:pt x="4" y="8"/>
                    <a:pt x="4" y="8"/>
                    <a:pt x="4" y="8"/>
                  </a:cubicBezTo>
                  <a:cubicBezTo>
                    <a:pt x="2" y="7"/>
                    <a:pt x="0" y="5"/>
                    <a:pt x="0" y="3"/>
                  </a:cubicBezTo>
                  <a:cubicBezTo>
                    <a:pt x="0" y="3"/>
                    <a:pt x="0" y="3"/>
                    <a:pt x="0" y="3"/>
                  </a:cubicBezTo>
                  <a:cubicBezTo>
                    <a:pt x="0" y="1"/>
                    <a:pt x="1" y="0"/>
                    <a:pt x="3" y="0"/>
                  </a:cubicBezTo>
                  <a:cubicBezTo>
                    <a:pt x="10" y="1"/>
                    <a:pt x="10" y="1"/>
                    <a:pt x="10" y="1"/>
                  </a:cubicBezTo>
                  <a:cubicBezTo>
                    <a:pt x="12" y="1"/>
                    <a:pt x="14" y="3"/>
                    <a:pt x="14" y="5"/>
                  </a:cubicBezTo>
                  <a:close/>
                </a:path>
              </a:pathLst>
            </a:custGeom>
            <a:solidFill>
              <a:srgbClr val="FFD7B7"/>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28" name="Google Shape;7344;p193"/>
            <p:cNvSpPr/>
            <p:nvPr/>
          </p:nvSpPr>
          <p:spPr>
            <a:xfrm>
              <a:off x="2712969" y="2773313"/>
              <a:ext cx="69267" cy="45519"/>
            </a:xfrm>
            <a:custGeom>
              <a:avLst/>
              <a:gdLst/>
              <a:ahLst/>
              <a:cxnLst/>
              <a:rect l="l" t="t" r="r" b="b"/>
              <a:pathLst>
                <a:path w="15" h="10" extrusionOk="0">
                  <a:moveTo>
                    <a:pt x="15" y="6"/>
                  </a:moveTo>
                  <a:cubicBezTo>
                    <a:pt x="15" y="6"/>
                    <a:pt x="15" y="6"/>
                    <a:pt x="15" y="6"/>
                  </a:cubicBezTo>
                  <a:cubicBezTo>
                    <a:pt x="15" y="9"/>
                    <a:pt x="13" y="10"/>
                    <a:pt x="11" y="10"/>
                  </a:cubicBezTo>
                  <a:cubicBezTo>
                    <a:pt x="4" y="9"/>
                    <a:pt x="4" y="9"/>
                    <a:pt x="4" y="9"/>
                  </a:cubicBezTo>
                  <a:cubicBezTo>
                    <a:pt x="2" y="9"/>
                    <a:pt x="0" y="7"/>
                    <a:pt x="0" y="4"/>
                  </a:cubicBezTo>
                  <a:cubicBezTo>
                    <a:pt x="0" y="4"/>
                    <a:pt x="0" y="4"/>
                    <a:pt x="0" y="4"/>
                  </a:cubicBezTo>
                  <a:cubicBezTo>
                    <a:pt x="0" y="2"/>
                    <a:pt x="2" y="0"/>
                    <a:pt x="4" y="0"/>
                  </a:cubicBezTo>
                  <a:cubicBezTo>
                    <a:pt x="11" y="1"/>
                    <a:pt x="11" y="1"/>
                    <a:pt x="11" y="1"/>
                  </a:cubicBezTo>
                  <a:cubicBezTo>
                    <a:pt x="13" y="1"/>
                    <a:pt x="15" y="4"/>
                    <a:pt x="15" y="6"/>
                  </a:cubicBezTo>
                  <a:close/>
                </a:path>
              </a:pathLst>
            </a:custGeom>
            <a:solidFill>
              <a:srgbClr val="FFD7B7"/>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29" name="Google Shape;7345;p193"/>
            <p:cNvSpPr/>
            <p:nvPr/>
          </p:nvSpPr>
          <p:spPr>
            <a:xfrm>
              <a:off x="2716927" y="2777271"/>
              <a:ext cx="33644" cy="33644"/>
            </a:xfrm>
            <a:custGeom>
              <a:avLst/>
              <a:gdLst/>
              <a:ahLst/>
              <a:cxnLst/>
              <a:rect l="l" t="t" r="r" b="b"/>
              <a:pathLst>
                <a:path w="7" h="7" extrusionOk="0">
                  <a:moveTo>
                    <a:pt x="7" y="4"/>
                  </a:moveTo>
                  <a:cubicBezTo>
                    <a:pt x="7" y="4"/>
                    <a:pt x="7" y="4"/>
                    <a:pt x="7" y="4"/>
                  </a:cubicBezTo>
                  <a:cubicBezTo>
                    <a:pt x="7" y="6"/>
                    <a:pt x="6" y="7"/>
                    <a:pt x="4" y="7"/>
                  </a:cubicBezTo>
                  <a:cubicBezTo>
                    <a:pt x="3" y="7"/>
                    <a:pt x="3" y="7"/>
                    <a:pt x="3" y="7"/>
                  </a:cubicBezTo>
                  <a:cubicBezTo>
                    <a:pt x="1" y="7"/>
                    <a:pt x="0" y="5"/>
                    <a:pt x="0" y="3"/>
                  </a:cubicBezTo>
                  <a:cubicBezTo>
                    <a:pt x="0" y="3"/>
                    <a:pt x="0" y="3"/>
                    <a:pt x="0" y="3"/>
                  </a:cubicBezTo>
                  <a:cubicBezTo>
                    <a:pt x="0" y="1"/>
                    <a:pt x="1" y="0"/>
                    <a:pt x="3" y="0"/>
                  </a:cubicBezTo>
                  <a:cubicBezTo>
                    <a:pt x="4" y="0"/>
                    <a:pt x="4" y="0"/>
                    <a:pt x="4" y="0"/>
                  </a:cubicBezTo>
                  <a:cubicBezTo>
                    <a:pt x="6" y="0"/>
                    <a:pt x="7" y="2"/>
                    <a:pt x="7" y="4"/>
                  </a:cubicBezTo>
                  <a:close/>
                </a:path>
              </a:pathLst>
            </a:custGeom>
            <a:solidFill>
              <a:srgbClr val="FFE7D4"/>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30" name="Google Shape;7346;p193"/>
            <p:cNvSpPr/>
            <p:nvPr/>
          </p:nvSpPr>
          <p:spPr>
            <a:xfrm>
              <a:off x="2669429" y="2810915"/>
              <a:ext cx="33644" cy="31665"/>
            </a:xfrm>
            <a:custGeom>
              <a:avLst/>
              <a:gdLst/>
              <a:ahLst/>
              <a:cxnLst/>
              <a:rect l="l" t="t" r="r" b="b"/>
              <a:pathLst>
                <a:path w="7" h="7" extrusionOk="0">
                  <a:moveTo>
                    <a:pt x="7" y="4"/>
                  </a:moveTo>
                  <a:cubicBezTo>
                    <a:pt x="7" y="4"/>
                    <a:pt x="7" y="4"/>
                    <a:pt x="7" y="4"/>
                  </a:cubicBezTo>
                  <a:cubicBezTo>
                    <a:pt x="7" y="6"/>
                    <a:pt x="5" y="7"/>
                    <a:pt x="4" y="7"/>
                  </a:cubicBezTo>
                  <a:cubicBezTo>
                    <a:pt x="3" y="7"/>
                    <a:pt x="3" y="7"/>
                    <a:pt x="3" y="7"/>
                  </a:cubicBezTo>
                  <a:cubicBezTo>
                    <a:pt x="1" y="7"/>
                    <a:pt x="0" y="5"/>
                    <a:pt x="0" y="3"/>
                  </a:cubicBezTo>
                  <a:cubicBezTo>
                    <a:pt x="0" y="3"/>
                    <a:pt x="0" y="3"/>
                    <a:pt x="0" y="3"/>
                  </a:cubicBezTo>
                  <a:cubicBezTo>
                    <a:pt x="0" y="1"/>
                    <a:pt x="1" y="0"/>
                    <a:pt x="3" y="0"/>
                  </a:cubicBezTo>
                  <a:cubicBezTo>
                    <a:pt x="3" y="0"/>
                    <a:pt x="3" y="0"/>
                    <a:pt x="3" y="0"/>
                  </a:cubicBezTo>
                  <a:cubicBezTo>
                    <a:pt x="5" y="1"/>
                    <a:pt x="7" y="2"/>
                    <a:pt x="7" y="4"/>
                  </a:cubicBezTo>
                  <a:close/>
                </a:path>
              </a:pathLst>
            </a:custGeom>
            <a:solidFill>
              <a:srgbClr val="FFE7D4"/>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31" name="Google Shape;7347;p193"/>
            <p:cNvSpPr/>
            <p:nvPr/>
          </p:nvSpPr>
          <p:spPr>
            <a:xfrm>
              <a:off x="2764425" y="2735711"/>
              <a:ext cx="75205" cy="45519"/>
            </a:xfrm>
            <a:custGeom>
              <a:avLst/>
              <a:gdLst/>
              <a:ahLst/>
              <a:cxnLst/>
              <a:rect l="l" t="t" r="r" b="b"/>
              <a:pathLst>
                <a:path w="16" h="10" extrusionOk="0">
                  <a:moveTo>
                    <a:pt x="16" y="6"/>
                  </a:moveTo>
                  <a:cubicBezTo>
                    <a:pt x="16" y="6"/>
                    <a:pt x="16" y="6"/>
                    <a:pt x="16" y="6"/>
                  </a:cubicBezTo>
                  <a:cubicBezTo>
                    <a:pt x="16" y="9"/>
                    <a:pt x="14" y="10"/>
                    <a:pt x="12" y="10"/>
                  </a:cubicBezTo>
                  <a:cubicBezTo>
                    <a:pt x="5" y="9"/>
                    <a:pt x="5" y="9"/>
                    <a:pt x="5" y="9"/>
                  </a:cubicBezTo>
                  <a:cubicBezTo>
                    <a:pt x="2" y="9"/>
                    <a:pt x="0" y="7"/>
                    <a:pt x="0" y="4"/>
                  </a:cubicBezTo>
                  <a:cubicBezTo>
                    <a:pt x="0" y="4"/>
                    <a:pt x="0" y="4"/>
                    <a:pt x="0" y="4"/>
                  </a:cubicBezTo>
                  <a:cubicBezTo>
                    <a:pt x="0" y="2"/>
                    <a:pt x="2" y="0"/>
                    <a:pt x="5" y="0"/>
                  </a:cubicBezTo>
                  <a:cubicBezTo>
                    <a:pt x="11" y="1"/>
                    <a:pt x="11" y="1"/>
                    <a:pt x="11" y="1"/>
                  </a:cubicBezTo>
                  <a:cubicBezTo>
                    <a:pt x="14" y="1"/>
                    <a:pt x="16" y="4"/>
                    <a:pt x="16" y="6"/>
                  </a:cubicBezTo>
                  <a:close/>
                </a:path>
              </a:pathLst>
            </a:custGeom>
            <a:solidFill>
              <a:srgbClr val="FFD7B7"/>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33" name="Google Shape;7349;p193"/>
            <p:cNvSpPr/>
            <p:nvPr/>
          </p:nvSpPr>
          <p:spPr>
            <a:xfrm>
              <a:off x="2542769" y="2711962"/>
              <a:ext cx="150409" cy="130618"/>
            </a:xfrm>
            <a:custGeom>
              <a:avLst/>
              <a:gdLst/>
              <a:ahLst/>
              <a:cxnLst/>
              <a:rect l="l" t="t" r="r" b="b"/>
              <a:pathLst>
                <a:path w="32" h="28" extrusionOk="0">
                  <a:moveTo>
                    <a:pt x="0" y="15"/>
                  </a:moveTo>
                  <a:cubicBezTo>
                    <a:pt x="4" y="28"/>
                    <a:pt x="4" y="28"/>
                    <a:pt x="4" y="28"/>
                  </a:cubicBezTo>
                  <a:cubicBezTo>
                    <a:pt x="14" y="26"/>
                    <a:pt x="32" y="18"/>
                    <a:pt x="29" y="6"/>
                  </a:cubicBezTo>
                  <a:cubicBezTo>
                    <a:pt x="29" y="4"/>
                    <a:pt x="29" y="2"/>
                    <a:pt x="28" y="1"/>
                  </a:cubicBezTo>
                  <a:cubicBezTo>
                    <a:pt x="20" y="0"/>
                    <a:pt x="20" y="0"/>
                    <a:pt x="20" y="0"/>
                  </a:cubicBezTo>
                  <a:lnTo>
                    <a:pt x="0" y="15"/>
                  </a:lnTo>
                  <a:close/>
                </a:path>
              </a:pathLst>
            </a:custGeom>
            <a:solidFill>
              <a:srgbClr val="FFD7B7"/>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34" name="Google Shape;7350;p193"/>
            <p:cNvSpPr/>
            <p:nvPr/>
          </p:nvSpPr>
          <p:spPr>
            <a:xfrm>
              <a:off x="1594795" y="2801020"/>
              <a:ext cx="164263" cy="136556"/>
            </a:xfrm>
            <a:prstGeom prst="rect">
              <a:avLst/>
            </a:prstGeom>
            <a:solidFill>
              <a:srgbClr val="D1A88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35" name="Google Shape;7351;p193"/>
            <p:cNvSpPr/>
            <p:nvPr/>
          </p:nvSpPr>
          <p:spPr>
            <a:xfrm>
              <a:off x="1646251" y="2927680"/>
              <a:ext cx="61351" cy="93016"/>
            </a:xfrm>
            <a:custGeom>
              <a:avLst/>
              <a:gdLst/>
              <a:ahLst/>
              <a:cxnLst/>
              <a:rect l="l" t="t" r="r" b="b"/>
              <a:pathLst>
                <a:path w="13" h="20" extrusionOk="0">
                  <a:moveTo>
                    <a:pt x="11" y="20"/>
                  </a:moveTo>
                  <a:cubicBezTo>
                    <a:pt x="13" y="16"/>
                    <a:pt x="13" y="16"/>
                    <a:pt x="13" y="16"/>
                  </a:cubicBezTo>
                  <a:cubicBezTo>
                    <a:pt x="7" y="0"/>
                    <a:pt x="7" y="0"/>
                    <a:pt x="7" y="0"/>
                  </a:cubicBezTo>
                  <a:cubicBezTo>
                    <a:pt x="0" y="16"/>
                    <a:pt x="0" y="16"/>
                    <a:pt x="0" y="16"/>
                  </a:cubicBezTo>
                  <a:cubicBezTo>
                    <a:pt x="2" y="20"/>
                    <a:pt x="2" y="20"/>
                    <a:pt x="2" y="20"/>
                  </a:cubicBezTo>
                  <a:cubicBezTo>
                    <a:pt x="5" y="20"/>
                    <a:pt x="8" y="20"/>
                    <a:pt x="11" y="20"/>
                  </a:cubicBezTo>
                  <a:close/>
                </a:path>
              </a:pathLst>
            </a:custGeom>
            <a:solidFill>
              <a:srgbClr val="FC8D25"/>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36" name="Google Shape;7352;p193"/>
            <p:cNvSpPr/>
            <p:nvPr/>
          </p:nvSpPr>
          <p:spPr>
            <a:xfrm>
              <a:off x="1553235" y="2856434"/>
              <a:ext cx="126660" cy="197907"/>
            </a:xfrm>
            <a:custGeom>
              <a:avLst/>
              <a:gdLst/>
              <a:ahLst/>
              <a:cxnLst/>
              <a:rect l="l" t="t" r="r" b="b"/>
              <a:pathLst>
                <a:path w="64" h="100" extrusionOk="0">
                  <a:moveTo>
                    <a:pt x="21" y="0"/>
                  </a:moveTo>
                  <a:lnTo>
                    <a:pt x="64" y="36"/>
                  </a:lnTo>
                  <a:lnTo>
                    <a:pt x="40" y="100"/>
                  </a:lnTo>
                  <a:lnTo>
                    <a:pt x="0" y="12"/>
                  </a:lnTo>
                  <a:lnTo>
                    <a:pt x="21" y="0"/>
                  </a:lnTo>
                  <a:close/>
                </a:path>
              </a:pathLst>
            </a:custGeom>
            <a:solidFill>
              <a:srgbClr val="CCCCCC"/>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37" name="Google Shape;7353;p193"/>
            <p:cNvSpPr/>
            <p:nvPr/>
          </p:nvSpPr>
          <p:spPr>
            <a:xfrm>
              <a:off x="1679895" y="2856434"/>
              <a:ext cx="120723" cy="197907"/>
            </a:xfrm>
            <a:custGeom>
              <a:avLst/>
              <a:gdLst/>
              <a:ahLst/>
              <a:cxnLst/>
              <a:rect l="l" t="t" r="r" b="b"/>
              <a:pathLst>
                <a:path w="61" h="100" extrusionOk="0">
                  <a:moveTo>
                    <a:pt x="42" y="0"/>
                  </a:moveTo>
                  <a:lnTo>
                    <a:pt x="0" y="36"/>
                  </a:lnTo>
                  <a:lnTo>
                    <a:pt x="23" y="100"/>
                  </a:lnTo>
                  <a:lnTo>
                    <a:pt x="61" y="12"/>
                  </a:lnTo>
                  <a:lnTo>
                    <a:pt x="42" y="0"/>
                  </a:lnTo>
                  <a:close/>
                </a:path>
              </a:pathLst>
            </a:custGeom>
            <a:solidFill>
              <a:srgbClr val="CCCCCC"/>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38" name="Google Shape;7354;p193"/>
            <p:cNvSpPr/>
            <p:nvPr/>
          </p:nvSpPr>
          <p:spPr>
            <a:xfrm>
              <a:off x="1553235" y="2856434"/>
              <a:ext cx="126660" cy="164263"/>
            </a:xfrm>
            <a:custGeom>
              <a:avLst/>
              <a:gdLst/>
              <a:ahLst/>
              <a:cxnLst/>
              <a:rect l="l" t="t" r="r" b="b"/>
              <a:pathLst>
                <a:path w="64" h="83" extrusionOk="0">
                  <a:moveTo>
                    <a:pt x="21" y="0"/>
                  </a:moveTo>
                  <a:lnTo>
                    <a:pt x="64" y="36"/>
                  </a:lnTo>
                  <a:lnTo>
                    <a:pt x="38" y="83"/>
                  </a:lnTo>
                  <a:lnTo>
                    <a:pt x="0" y="12"/>
                  </a:lnTo>
                  <a:lnTo>
                    <a:pt x="21" y="0"/>
                  </a:lnTo>
                  <a:close/>
                </a:path>
              </a:pathLst>
            </a:cu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39" name="Google Shape;7355;p193"/>
            <p:cNvSpPr/>
            <p:nvPr/>
          </p:nvSpPr>
          <p:spPr>
            <a:xfrm>
              <a:off x="1679895" y="2856434"/>
              <a:ext cx="120723" cy="164263"/>
            </a:xfrm>
            <a:custGeom>
              <a:avLst/>
              <a:gdLst/>
              <a:ahLst/>
              <a:cxnLst/>
              <a:rect l="l" t="t" r="r" b="b"/>
              <a:pathLst>
                <a:path w="61" h="83" extrusionOk="0">
                  <a:moveTo>
                    <a:pt x="42" y="0"/>
                  </a:moveTo>
                  <a:lnTo>
                    <a:pt x="0" y="36"/>
                  </a:lnTo>
                  <a:lnTo>
                    <a:pt x="23" y="83"/>
                  </a:lnTo>
                  <a:lnTo>
                    <a:pt x="61" y="12"/>
                  </a:lnTo>
                  <a:lnTo>
                    <a:pt x="42" y="0"/>
                  </a:lnTo>
                  <a:close/>
                </a:path>
              </a:pathLst>
            </a:cu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40" name="Google Shape;7356;p193"/>
            <p:cNvSpPr/>
            <p:nvPr/>
          </p:nvSpPr>
          <p:spPr>
            <a:xfrm>
              <a:off x="1646251" y="3016738"/>
              <a:ext cx="61351" cy="55414"/>
            </a:xfrm>
            <a:custGeom>
              <a:avLst/>
              <a:gdLst/>
              <a:ahLst/>
              <a:cxnLst/>
              <a:rect l="l" t="t" r="r" b="b"/>
              <a:pathLst>
                <a:path w="13" h="12" extrusionOk="0">
                  <a:moveTo>
                    <a:pt x="2" y="0"/>
                  </a:moveTo>
                  <a:cubicBezTo>
                    <a:pt x="11" y="0"/>
                    <a:pt x="11" y="0"/>
                    <a:pt x="11" y="0"/>
                  </a:cubicBezTo>
                  <a:cubicBezTo>
                    <a:pt x="13" y="4"/>
                    <a:pt x="13" y="8"/>
                    <a:pt x="11" y="12"/>
                  </a:cubicBezTo>
                  <a:cubicBezTo>
                    <a:pt x="2" y="12"/>
                    <a:pt x="2" y="12"/>
                    <a:pt x="2" y="12"/>
                  </a:cubicBezTo>
                  <a:cubicBezTo>
                    <a:pt x="0" y="8"/>
                    <a:pt x="0" y="4"/>
                    <a:pt x="2" y="0"/>
                  </a:cubicBezTo>
                  <a:close/>
                </a:path>
              </a:pathLst>
            </a:custGeom>
            <a:solidFill>
              <a:srgbClr val="FC8D25"/>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41" name="Google Shape;7357;p193"/>
            <p:cNvSpPr/>
            <p:nvPr/>
          </p:nvSpPr>
          <p:spPr>
            <a:xfrm>
              <a:off x="1355328" y="2314169"/>
              <a:ext cx="567993" cy="599657"/>
            </a:xfrm>
            <a:custGeom>
              <a:avLst/>
              <a:gdLst/>
              <a:ahLst/>
              <a:cxnLst/>
              <a:rect l="l" t="t" r="r" b="b"/>
              <a:pathLst>
                <a:path w="121" h="128" extrusionOk="0">
                  <a:moveTo>
                    <a:pt x="84" y="118"/>
                  </a:moveTo>
                  <a:cubicBezTo>
                    <a:pt x="121" y="108"/>
                    <a:pt x="116" y="0"/>
                    <a:pt x="56" y="18"/>
                  </a:cubicBezTo>
                  <a:cubicBezTo>
                    <a:pt x="0" y="35"/>
                    <a:pt x="47" y="128"/>
                    <a:pt x="84" y="118"/>
                  </a:cubicBezTo>
                  <a:close/>
                </a:path>
              </a:pathLst>
            </a:custGeom>
            <a:solidFill>
              <a:srgbClr val="F2CAA9"/>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42" name="Google Shape;7358;p193"/>
            <p:cNvSpPr/>
            <p:nvPr/>
          </p:nvSpPr>
          <p:spPr>
            <a:xfrm>
              <a:off x="1557193" y="2393332"/>
              <a:ext cx="281028" cy="233530"/>
            </a:xfrm>
            <a:custGeom>
              <a:avLst/>
              <a:gdLst/>
              <a:ahLst/>
              <a:cxnLst/>
              <a:rect l="l" t="t" r="r" b="b"/>
              <a:pathLst>
                <a:path w="60" h="50" extrusionOk="0">
                  <a:moveTo>
                    <a:pt x="60" y="27"/>
                  </a:moveTo>
                  <a:cubicBezTo>
                    <a:pt x="56" y="34"/>
                    <a:pt x="26" y="48"/>
                    <a:pt x="13" y="49"/>
                  </a:cubicBezTo>
                  <a:cubicBezTo>
                    <a:pt x="0" y="50"/>
                    <a:pt x="12" y="0"/>
                    <a:pt x="60" y="27"/>
                  </a:cubicBezTo>
                  <a:close/>
                </a:path>
              </a:pathLst>
            </a:custGeom>
            <a:solidFill>
              <a:srgbClr val="57291E"/>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43" name="Google Shape;7359;p193"/>
            <p:cNvSpPr/>
            <p:nvPr/>
          </p:nvSpPr>
          <p:spPr>
            <a:xfrm>
              <a:off x="1454281" y="2355730"/>
              <a:ext cx="383939" cy="445290"/>
            </a:xfrm>
            <a:custGeom>
              <a:avLst/>
              <a:gdLst/>
              <a:ahLst/>
              <a:cxnLst/>
              <a:rect l="l" t="t" r="r" b="b"/>
              <a:pathLst>
                <a:path w="82" h="95" extrusionOk="0">
                  <a:moveTo>
                    <a:pt x="27" y="11"/>
                  </a:moveTo>
                  <a:cubicBezTo>
                    <a:pt x="2" y="25"/>
                    <a:pt x="0" y="74"/>
                    <a:pt x="30" y="95"/>
                  </a:cubicBezTo>
                  <a:cubicBezTo>
                    <a:pt x="25" y="89"/>
                    <a:pt x="24" y="81"/>
                    <a:pt x="28" y="67"/>
                  </a:cubicBezTo>
                  <a:cubicBezTo>
                    <a:pt x="30" y="68"/>
                    <a:pt x="37" y="78"/>
                    <a:pt x="35" y="62"/>
                  </a:cubicBezTo>
                  <a:cubicBezTo>
                    <a:pt x="34" y="31"/>
                    <a:pt x="56" y="29"/>
                    <a:pt x="82" y="36"/>
                  </a:cubicBezTo>
                  <a:cubicBezTo>
                    <a:pt x="81" y="10"/>
                    <a:pt x="46" y="0"/>
                    <a:pt x="27" y="11"/>
                  </a:cubicBezTo>
                  <a:close/>
                </a:path>
              </a:pathLst>
            </a:custGeom>
            <a:solidFill>
              <a:srgbClr val="57291E"/>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44" name="Google Shape;7360;p193"/>
            <p:cNvSpPr/>
            <p:nvPr/>
          </p:nvSpPr>
          <p:spPr>
            <a:xfrm>
              <a:off x="1523549" y="2585301"/>
              <a:ext cx="75205" cy="122702"/>
            </a:xfrm>
            <a:custGeom>
              <a:avLst/>
              <a:gdLst/>
              <a:ahLst/>
              <a:cxnLst/>
              <a:rect l="l" t="t" r="r" b="b"/>
              <a:pathLst>
                <a:path w="16" h="26" extrusionOk="0">
                  <a:moveTo>
                    <a:pt x="7" y="0"/>
                  </a:moveTo>
                  <a:cubicBezTo>
                    <a:pt x="11" y="0"/>
                    <a:pt x="14" y="5"/>
                    <a:pt x="15" y="12"/>
                  </a:cubicBezTo>
                  <a:cubicBezTo>
                    <a:pt x="16" y="19"/>
                    <a:pt x="13" y="25"/>
                    <a:pt x="9" y="26"/>
                  </a:cubicBezTo>
                  <a:cubicBezTo>
                    <a:pt x="5" y="26"/>
                    <a:pt x="2" y="21"/>
                    <a:pt x="1" y="14"/>
                  </a:cubicBezTo>
                  <a:cubicBezTo>
                    <a:pt x="0" y="7"/>
                    <a:pt x="3" y="1"/>
                    <a:pt x="7" y="0"/>
                  </a:cubicBezTo>
                  <a:close/>
                </a:path>
              </a:pathLst>
            </a:custGeom>
            <a:solidFill>
              <a:srgbClr val="F2CAA9"/>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grpSp>
        <p:nvGrpSpPr>
          <p:cNvPr id="21" name="Group 20"/>
          <p:cNvGrpSpPr/>
          <p:nvPr/>
        </p:nvGrpSpPr>
        <p:grpSpPr>
          <a:xfrm>
            <a:off x="2823214" y="1524328"/>
            <a:ext cx="3747245" cy="661828"/>
            <a:chOff x="2701589" y="915965"/>
            <a:chExt cx="4258330" cy="848684"/>
          </a:xfrm>
        </p:grpSpPr>
        <p:grpSp>
          <p:nvGrpSpPr>
            <p:cNvPr id="211" name="Group 210"/>
            <p:cNvGrpSpPr/>
            <p:nvPr/>
          </p:nvGrpSpPr>
          <p:grpSpPr>
            <a:xfrm>
              <a:off x="2701589" y="915965"/>
              <a:ext cx="4258330" cy="848684"/>
              <a:chOff x="235111" y="1055080"/>
              <a:chExt cx="4258330" cy="848684"/>
            </a:xfrm>
          </p:grpSpPr>
          <p:sp>
            <p:nvSpPr>
              <p:cNvPr id="266" name="Trapezoid 265"/>
              <p:cNvSpPr/>
              <p:nvPr/>
            </p:nvSpPr>
            <p:spPr bwMode="auto">
              <a:xfrm rot="5400000">
                <a:off x="594321" y="1441964"/>
                <a:ext cx="848682" cy="74914"/>
              </a:xfrm>
              <a:prstGeom prst="trapezoid">
                <a:avLst>
                  <a:gd name="adj" fmla="val 82895"/>
                </a:avLst>
              </a:prstGeom>
              <a:solidFill>
                <a:schemeClr val="accent1">
                  <a:lumMod val="50000"/>
                </a:schemeClr>
              </a:solidFill>
              <a:ln>
                <a:no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67" name="Arrow: Pentagon 36"/>
              <p:cNvSpPr/>
              <p:nvPr/>
            </p:nvSpPr>
            <p:spPr bwMode="auto">
              <a:xfrm>
                <a:off x="923138" y="1116421"/>
                <a:ext cx="3570303" cy="726002"/>
              </a:xfrm>
              <a:prstGeom prst="homePlate">
                <a:avLst>
                  <a:gd name="adj" fmla="val 31380"/>
                </a:avLst>
              </a:prstGeom>
              <a:solidFill>
                <a:schemeClr val="accent1">
                  <a:lumMod val="75000"/>
                </a:schemeClr>
              </a:solidFill>
              <a:ln>
                <a:noFill/>
              </a:ln>
              <a:effectLst>
                <a:outerShdw blurRad="50800" dist="38100" algn="l" rotWithShape="0">
                  <a:prstClr val="black">
                    <a:alpha val="40000"/>
                  </a:prstClr>
                </a:outerShdw>
              </a:effectLst>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68" name="Rectangle: Top Corners Rounded 37"/>
              <p:cNvSpPr/>
              <p:nvPr/>
            </p:nvSpPr>
            <p:spPr bwMode="auto">
              <a:xfrm rot="16200000">
                <a:off x="183966" y="1106227"/>
                <a:ext cx="848682" cy="746391"/>
              </a:xfrm>
              <a:prstGeom prst="round2SameRect">
                <a:avLst/>
              </a:prstGeom>
              <a:solidFill>
                <a:schemeClr val="accent1"/>
              </a:solidFill>
              <a:ln>
                <a:no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69" name="Arrow: Pentagon 38"/>
              <p:cNvSpPr/>
              <p:nvPr/>
            </p:nvSpPr>
            <p:spPr bwMode="auto">
              <a:xfrm>
                <a:off x="1088738" y="1193628"/>
                <a:ext cx="3298024" cy="567770"/>
              </a:xfrm>
              <a:prstGeom prst="homePlate">
                <a:avLst>
                  <a:gd name="adj" fmla="val 31144"/>
                </a:avLst>
              </a:prstGeom>
              <a:solidFill>
                <a:schemeClr val="accent1"/>
              </a:solidFill>
              <a:ln w="19050">
                <a:noFill/>
              </a:ln>
              <a:effectLst>
                <a:outerShdw blurRad="50800" dist="38100" algn="l" rotWithShape="0">
                  <a:prstClr val="black">
                    <a:alpha val="40000"/>
                  </a:prstClr>
                </a:outerShdw>
              </a:effectLst>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70" name="Oval 269"/>
              <p:cNvSpPr/>
              <p:nvPr/>
            </p:nvSpPr>
            <p:spPr bwMode="auto">
              <a:xfrm>
                <a:off x="324422" y="1195536"/>
                <a:ext cx="567770" cy="567771"/>
              </a:xfrm>
              <a:prstGeom prst="ellipse">
                <a:avLst/>
              </a:prstGeom>
              <a:solidFill>
                <a:schemeClr val="bg1">
                  <a:alpha val="15000"/>
                </a:schemeClr>
              </a:solidFill>
              <a:ln w="19050">
                <a:solidFill>
                  <a:schemeClr val="bg1">
                    <a:alpha val="50000"/>
                  </a:schemeClr>
                </a:solid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grpSp>
        <p:sp>
          <p:nvSpPr>
            <p:cNvPr id="217" name="TextBox 65"/>
            <p:cNvSpPr txBox="1"/>
            <p:nvPr/>
          </p:nvSpPr>
          <p:spPr>
            <a:xfrm>
              <a:off x="2865433" y="1155640"/>
              <a:ext cx="418704"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dirty="0">
                  <a:solidFill>
                    <a:schemeClr val="bg1"/>
                  </a:solidFill>
                  <a:cs typeface="Arial" panose="020B0604020202020204" pitchFamily="34" charset="0"/>
                </a:rPr>
                <a:t>01</a:t>
              </a:r>
              <a:endParaRPr lang="en-US" b="1" dirty="0">
                <a:solidFill>
                  <a:schemeClr val="bg1"/>
                </a:solidFill>
                <a:cs typeface="Arial" panose="020B0604020202020204" pitchFamily="34" charset="0"/>
              </a:endParaRPr>
            </a:p>
          </p:txBody>
        </p:sp>
        <p:sp>
          <p:nvSpPr>
            <p:cNvPr id="301" name="TextBox 300"/>
            <p:cNvSpPr txBox="1"/>
            <p:nvPr/>
          </p:nvSpPr>
          <p:spPr>
            <a:xfrm>
              <a:off x="3797278" y="1153731"/>
              <a:ext cx="2166289" cy="394673"/>
            </a:xfrm>
            <a:prstGeom prst="rect">
              <a:avLst/>
            </a:prstGeom>
            <a:noFill/>
          </p:spPr>
          <p:txBody>
            <a:bodyPr wrap="none" rtlCol="0">
              <a:spAutoFit/>
            </a:bodyPr>
            <a:lstStyle/>
            <a:p>
              <a:r>
                <a:rPr lang="en-US" sz="1400" b="0" dirty="0">
                  <a:solidFill>
                    <a:schemeClr val="bg1"/>
                  </a:solidFill>
                </a:rPr>
                <a:t>Customer satisfaction</a:t>
              </a:r>
              <a:endParaRPr lang="en-US" sz="1400" b="0" dirty="0">
                <a:solidFill>
                  <a:schemeClr val="bg1"/>
                </a:solidFill>
              </a:endParaRPr>
            </a:p>
          </p:txBody>
        </p:sp>
      </p:grpSp>
      <p:grpSp>
        <p:nvGrpSpPr>
          <p:cNvPr id="22" name="Group 21"/>
          <p:cNvGrpSpPr/>
          <p:nvPr/>
        </p:nvGrpSpPr>
        <p:grpSpPr>
          <a:xfrm>
            <a:off x="2823215" y="2237717"/>
            <a:ext cx="3747244" cy="661827"/>
            <a:chOff x="2701590" y="1830311"/>
            <a:chExt cx="4258329" cy="848683"/>
          </a:xfrm>
        </p:grpSpPr>
        <p:grpSp>
          <p:nvGrpSpPr>
            <p:cNvPr id="212" name="Group 211"/>
            <p:cNvGrpSpPr/>
            <p:nvPr/>
          </p:nvGrpSpPr>
          <p:grpSpPr>
            <a:xfrm>
              <a:off x="2701590" y="1830311"/>
              <a:ext cx="4258329" cy="848683"/>
              <a:chOff x="235112" y="1969426"/>
              <a:chExt cx="4258329" cy="848683"/>
            </a:xfrm>
          </p:grpSpPr>
          <p:sp>
            <p:nvSpPr>
              <p:cNvPr id="261" name="Trapezoid 260"/>
              <p:cNvSpPr/>
              <p:nvPr/>
            </p:nvSpPr>
            <p:spPr bwMode="auto">
              <a:xfrm rot="5400000">
                <a:off x="594321" y="2356310"/>
                <a:ext cx="848682" cy="74914"/>
              </a:xfrm>
              <a:prstGeom prst="trapezoid">
                <a:avLst>
                  <a:gd name="adj" fmla="val 82895"/>
                </a:avLst>
              </a:prstGeom>
              <a:solidFill>
                <a:schemeClr val="accent2">
                  <a:lumMod val="50000"/>
                </a:schemeClr>
              </a:solidFill>
              <a:ln>
                <a:no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62" name="Arrow: Pentagon 41"/>
              <p:cNvSpPr/>
              <p:nvPr/>
            </p:nvSpPr>
            <p:spPr bwMode="auto">
              <a:xfrm>
                <a:off x="923138" y="2030767"/>
                <a:ext cx="3570303" cy="726002"/>
              </a:xfrm>
              <a:prstGeom prst="homePlate">
                <a:avLst>
                  <a:gd name="adj" fmla="val 31380"/>
                </a:avLst>
              </a:prstGeom>
              <a:solidFill>
                <a:schemeClr val="accent2">
                  <a:lumMod val="75000"/>
                </a:schemeClr>
              </a:solidFill>
              <a:ln>
                <a:noFill/>
              </a:ln>
              <a:effectLst>
                <a:outerShdw blurRad="50800" dist="38100" algn="l" rotWithShape="0">
                  <a:prstClr val="black">
                    <a:alpha val="40000"/>
                  </a:prstClr>
                </a:outerShdw>
              </a:effectLst>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63" name="Rectangle: Top Corners Rounded 42"/>
              <p:cNvSpPr/>
              <p:nvPr/>
            </p:nvSpPr>
            <p:spPr bwMode="auto">
              <a:xfrm rot="16200000">
                <a:off x="183967" y="2020573"/>
                <a:ext cx="848681" cy="746391"/>
              </a:xfrm>
              <a:prstGeom prst="round2SameRect">
                <a:avLst/>
              </a:prstGeom>
              <a:solidFill>
                <a:schemeClr val="accent2"/>
              </a:solidFill>
              <a:ln>
                <a:no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64" name="Arrow: Pentagon 43"/>
              <p:cNvSpPr/>
              <p:nvPr/>
            </p:nvSpPr>
            <p:spPr bwMode="auto">
              <a:xfrm>
                <a:off x="1088738" y="2109881"/>
                <a:ext cx="3298024" cy="567770"/>
              </a:xfrm>
              <a:prstGeom prst="homePlate">
                <a:avLst>
                  <a:gd name="adj" fmla="val 31144"/>
                </a:avLst>
              </a:prstGeom>
              <a:solidFill>
                <a:schemeClr val="accent2"/>
              </a:solidFill>
              <a:ln w="19050">
                <a:noFill/>
              </a:ln>
              <a:effectLst>
                <a:outerShdw blurRad="50800" dist="38100" algn="l" rotWithShape="0">
                  <a:prstClr val="black">
                    <a:alpha val="40000"/>
                  </a:prstClr>
                </a:outerShdw>
              </a:effectLst>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65" name="Oval 264"/>
              <p:cNvSpPr/>
              <p:nvPr/>
            </p:nvSpPr>
            <p:spPr bwMode="auto">
              <a:xfrm>
                <a:off x="331604" y="2176006"/>
                <a:ext cx="571513" cy="562832"/>
              </a:xfrm>
              <a:prstGeom prst="ellipse">
                <a:avLst/>
              </a:prstGeom>
              <a:solidFill>
                <a:schemeClr val="bg1">
                  <a:alpha val="15000"/>
                </a:schemeClr>
              </a:solidFill>
              <a:ln w="19050">
                <a:solidFill>
                  <a:schemeClr val="bg1">
                    <a:alpha val="50000"/>
                  </a:schemeClr>
                </a:solid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grpSp>
        <p:sp>
          <p:nvSpPr>
            <p:cNvPr id="218" name="TextBox 66"/>
            <p:cNvSpPr txBox="1"/>
            <p:nvPr/>
          </p:nvSpPr>
          <p:spPr>
            <a:xfrm>
              <a:off x="2860399" y="2084572"/>
              <a:ext cx="501315" cy="473607"/>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dirty="0">
                  <a:solidFill>
                    <a:schemeClr val="bg1"/>
                  </a:solidFill>
                  <a:cs typeface="Arial" panose="020B0604020202020204" pitchFamily="34" charset="0"/>
                </a:rPr>
                <a:t>02</a:t>
              </a:r>
              <a:endParaRPr lang="en-US" b="1" dirty="0">
                <a:solidFill>
                  <a:schemeClr val="bg1"/>
                </a:solidFill>
                <a:cs typeface="Arial" panose="020B0604020202020204" pitchFamily="34" charset="0"/>
              </a:endParaRPr>
            </a:p>
          </p:txBody>
        </p:sp>
        <p:sp>
          <p:nvSpPr>
            <p:cNvPr id="302" name="TextBox 301"/>
            <p:cNvSpPr txBox="1"/>
            <p:nvPr/>
          </p:nvSpPr>
          <p:spPr>
            <a:xfrm>
              <a:off x="3446114" y="1952054"/>
              <a:ext cx="3093502" cy="670942"/>
            </a:xfrm>
            <a:prstGeom prst="rect">
              <a:avLst/>
            </a:prstGeom>
            <a:noFill/>
          </p:spPr>
          <p:txBody>
            <a:bodyPr wrap="none" rtlCol="0">
              <a:spAutoFit/>
            </a:bodyPr>
            <a:lstStyle/>
            <a:p>
              <a:pPr algn="l"/>
              <a:r>
                <a:rPr lang="en-US" sz="1400" b="0" dirty="0">
                  <a:solidFill>
                    <a:schemeClr val="bg1"/>
                  </a:solidFill>
                </a:rPr>
                <a:t>Early and continuous delivery of</a:t>
              </a:r>
              <a:endParaRPr lang="en-US" sz="1400" b="0" dirty="0">
                <a:solidFill>
                  <a:schemeClr val="bg1"/>
                </a:solidFill>
              </a:endParaRPr>
            </a:p>
            <a:p>
              <a:pPr algn="l"/>
              <a:r>
                <a:rPr lang="en-US" sz="1400" b="0" dirty="0">
                  <a:solidFill>
                    <a:schemeClr val="bg1"/>
                  </a:solidFill>
                </a:rPr>
                <a:t> software</a:t>
              </a:r>
              <a:endParaRPr lang="en-US" sz="1400" b="0" dirty="0">
                <a:solidFill>
                  <a:schemeClr val="bg1"/>
                </a:solidFill>
              </a:endParaRPr>
            </a:p>
          </p:txBody>
        </p:sp>
      </p:grpSp>
      <p:grpSp>
        <p:nvGrpSpPr>
          <p:cNvPr id="23" name="Group 22"/>
          <p:cNvGrpSpPr/>
          <p:nvPr/>
        </p:nvGrpSpPr>
        <p:grpSpPr>
          <a:xfrm>
            <a:off x="2823214" y="2950394"/>
            <a:ext cx="3747245" cy="661828"/>
            <a:chOff x="2701589" y="2744657"/>
            <a:chExt cx="4258330" cy="848684"/>
          </a:xfrm>
          <a:solidFill>
            <a:schemeClr val="accent1"/>
          </a:solidFill>
        </p:grpSpPr>
        <p:grpSp>
          <p:nvGrpSpPr>
            <p:cNvPr id="213" name="Group 212"/>
            <p:cNvGrpSpPr/>
            <p:nvPr/>
          </p:nvGrpSpPr>
          <p:grpSpPr>
            <a:xfrm>
              <a:off x="2701589" y="2744657"/>
              <a:ext cx="4258330" cy="848684"/>
              <a:chOff x="235111" y="2883772"/>
              <a:chExt cx="4258330" cy="848684"/>
            </a:xfrm>
            <a:grpFill/>
          </p:grpSpPr>
          <p:sp>
            <p:nvSpPr>
              <p:cNvPr id="256" name="Trapezoid 255"/>
              <p:cNvSpPr/>
              <p:nvPr/>
            </p:nvSpPr>
            <p:spPr bwMode="auto">
              <a:xfrm rot="5400000">
                <a:off x="594321" y="3270656"/>
                <a:ext cx="848682" cy="74914"/>
              </a:xfrm>
              <a:prstGeom prst="trapezoid">
                <a:avLst>
                  <a:gd name="adj" fmla="val 82895"/>
                </a:avLst>
              </a:prstGeom>
              <a:grpFill/>
              <a:ln>
                <a:no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57" name="Arrow: Pentagon 46"/>
              <p:cNvSpPr/>
              <p:nvPr/>
            </p:nvSpPr>
            <p:spPr bwMode="auto">
              <a:xfrm>
                <a:off x="923138" y="2945113"/>
                <a:ext cx="3570303" cy="726002"/>
              </a:xfrm>
              <a:prstGeom prst="homePlate">
                <a:avLst>
                  <a:gd name="adj" fmla="val 31380"/>
                </a:avLst>
              </a:prstGeom>
              <a:solidFill>
                <a:schemeClr val="accent5">
                  <a:lumMod val="75000"/>
                </a:schemeClr>
              </a:solidFill>
              <a:ln>
                <a:noFill/>
              </a:ln>
              <a:effectLst>
                <a:outerShdw blurRad="50800" dist="38100" algn="l" rotWithShape="0">
                  <a:prstClr val="black">
                    <a:alpha val="40000"/>
                  </a:prstClr>
                </a:outerShdw>
              </a:effectLst>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58" name="Rectangle: Top Corners Rounded 47"/>
              <p:cNvSpPr/>
              <p:nvPr/>
            </p:nvSpPr>
            <p:spPr bwMode="auto">
              <a:xfrm rot="16200000">
                <a:off x="183966" y="2934919"/>
                <a:ext cx="848682" cy="746391"/>
              </a:xfrm>
              <a:prstGeom prst="round2SameRect">
                <a:avLst/>
              </a:prstGeom>
              <a:grpFill/>
              <a:ln>
                <a:no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59" name="Arrow: Pentagon 48"/>
              <p:cNvSpPr/>
              <p:nvPr/>
            </p:nvSpPr>
            <p:spPr bwMode="auto">
              <a:xfrm>
                <a:off x="1085607" y="3024227"/>
                <a:ext cx="3325167" cy="567770"/>
              </a:xfrm>
              <a:prstGeom prst="homePlate">
                <a:avLst>
                  <a:gd name="adj" fmla="val 31144"/>
                </a:avLst>
              </a:prstGeom>
              <a:grpFill/>
              <a:ln w="19050">
                <a:noFill/>
              </a:ln>
              <a:effectLst>
                <a:outerShdw blurRad="50800" dist="38100" algn="l" rotWithShape="0">
                  <a:prstClr val="black">
                    <a:alpha val="40000"/>
                  </a:prstClr>
                </a:outerShdw>
              </a:effectLst>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60" name="Oval 259"/>
              <p:cNvSpPr/>
              <p:nvPr/>
            </p:nvSpPr>
            <p:spPr bwMode="auto">
              <a:xfrm>
                <a:off x="324422" y="3024228"/>
                <a:ext cx="567770" cy="567771"/>
              </a:xfrm>
              <a:prstGeom prst="ellipse">
                <a:avLst/>
              </a:prstGeom>
              <a:grpFill/>
              <a:ln w="19050">
                <a:solidFill>
                  <a:schemeClr val="bg1">
                    <a:alpha val="50000"/>
                  </a:schemeClr>
                </a:solid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grpSp>
        <p:sp>
          <p:nvSpPr>
            <p:cNvPr id="219" name="TextBox 67"/>
            <p:cNvSpPr txBox="1"/>
            <p:nvPr/>
          </p:nvSpPr>
          <p:spPr>
            <a:xfrm>
              <a:off x="2865433" y="2984332"/>
              <a:ext cx="418704" cy="369332"/>
            </a:xfrm>
            <a:prstGeom prst="rect">
              <a:avLst/>
            </a:prstGeom>
            <a:grp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dirty="0">
                  <a:solidFill>
                    <a:schemeClr val="bg1"/>
                  </a:solidFill>
                  <a:cs typeface="Arial" panose="020B0604020202020204" pitchFamily="34" charset="0"/>
                </a:rPr>
                <a:t>03</a:t>
              </a:r>
              <a:endParaRPr lang="en-US" b="1" dirty="0">
                <a:solidFill>
                  <a:schemeClr val="bg1"/>
                </a:solidFill>
                <a:cs typeface="Arial" panose="020B0604020202020204" pitchFamily="34" charset="0"/>
              </a:endParaRPr>
            </a:p>
          </p:txBody>
        </p:sp>
        <p:sp>
          <p:nvSpPr>
            <p:cNvPr id="303" name="Rectangle 302"/>
            <p:cNvSpPr/>
            <p:nvPr/>
          </p:nvSpPr>
          <p:spPr>
            <a:xfrm>
              <a:off x="3970635" y="2993055"/>
              <a:ext cx="1747313" cy="394673"/>
            </a:xfrm>
            <a:prstGeom prst="rect">
              <a:avLst/>
            </a:prstGeom>
            <a:grpFill/>
          </p:spPr>
          <p:txBody>
            <a:bodyPr wrap="none">
              <a:spAutoFit/>
            </a:bodyPr>
            <a:lstStyle/>
            <a:p>
              <a:r>
                <a:rPr lang="en-US" sz="1400" b="0" dirty="0">
                  <a:solidFill>
                    <a:schemeClr val="bg1"/>
                  </a:solidFill>
                  <a:latin typeface="Arial" panose="020B0604020202020204" pitchFamily="34" charset="0"/>
                </a:rPr>
                <a:t>Embrace change</a:t>
              </a:r>
              <a:endParaRPr lang="en-US" sz="1400" b="0" dirty="0">
                <a:solidFill>
                  <a:schemeClr val="bg1"/>
                </a:solidFill>
              </a:endParaRPr>
            </a:p>
          </p:txBody>
        </p:sp>
      </p:grpSp>
      <p:grpSp>
        <p:nvGrpSpPr>
          <p:cNvPr id="24" name="Group 23"/>
          <p:cNvGrpSpPr/>
          <p:nvPr/>
        </p:nvGrpSpPr>
        <p:grpSpPr>
          <a:xfrm>
            <a:off x="2823214" y="3663424"/>
            <a:ext cx="3747245" cy="661828"/>
            <a:chOff x="2701589" y="3659003"/>
            <a:chExt cx="4258330" cy="848684"/>
          </a:xfrm>
          <a:solidFill>
            <a:schemeClr val="accent6"/>
          </a:solidFill>
        </p:grpSpPr>
        <p:grpSp>
          <p:nvGrpSpPr>
            <p:cNvPr id="214" name="Group 213"/>
            <p:cNvGrpSpPr/>
            <p:nvPr/>
          </p:nvGrpSpPr>
          <p:grpSpPr>
            <a:xfrm>
              <a:off x="2701589" y="3659003"/>
              <a:ext cx="4258330" cy="848684"/>
              <a:chOff x="235111" y="3798118"/>
              <a:chExt cx="4258330" cy="848684"/>
            </a:xfrm>
            <a:grpFill/>
          </p:grpSpPr>
          <p:sp>
            <p:nvSpPr>
              <p:cNvPr id="251" name="Trapezoid 250"/>
              <p:cNvSpPr/>
              <p:nvPr/>
            </p:nvSpPr>
            <p:spPr bwMode="auto">
              <a:xfrm rot="5400000">
                <a:off x="594321" y="4185002"/>
                <a:ext cx="848682" cy="74914"/>
              </a:xfrm>
              <a:prstGeom prst="trapezoid">
                <a:avLst>
                  <a:gd name="adj" fmla="val 82895"/>
                </a:avLst>
              </a:prstGeom>
              <a:grpFill/>
              <a:ln>
                <a:no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52" name="Arrow: Pentagon 51"/>
              <p:cNvSpPr/>
              <p:nvPr/>
            </p:nvSpPr>
            <p:spPr bwMode="auto">
              <a:xfrm>
                <a:off x="923138" y="3859459"/>
                <a:ext cx="3570303" cy="726002"/>
              </a:xfrm>
              <a:prstGeom prst="homePlate">
                <a:avLst>
                  <a:gd name="adj" fmla="val 31380"/>
                </a:avLst>
              </a:prstGeom>
              <a:solidFill>
                <a:schemeClr val="accent6">
                  <a:lumMod val="75000"/>
                </a:schemeClr>
              </a:solidFill>
              <a:ln>
                <a:noFill/>
              </a:ln>
              <a:effectLst>
                <a:outerShdw blurRad="50800" dist="38100" algn="l" rotWithShape="0">
                  <a:prstClr val="black">
                    <a:alpha val="40000"/>
                  </a:prstClr>
                </a:outerShdw>
              </a:effectLst>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53" name="Rectangle: Top Corners Rounded 52"/>
              <p:cNvSpPr/>
              <p:nvPr/>
            </p:nvSpPr>
            <p:spPr bwMode="auto">
              <a:xfrm rot="16200000">
                <a:off x="183966" y="3849265"/>
                <a:ext cx="848682" cy="746391"/>
              </a:xfrm>
              <a:prstGeom prst="round2SameRect">
                <a:avLst/>
              </a:prstGeom>
              <a:grpFill/>
              <a:ln>
                <a:no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54" name="Arrow: Pentagon 53"/>
              <p:cNvSpPr/>
              <p:nvPr/>
            </p:nvSpPr>
            <p:spPr bwMode="auto">
              <a:xfrm>
                <a:off x="1088738" y="3938573"/>
                <a:ext cx="3298024" cy="567770"/>
              </a:xfrm>
              <a:prstGeom prst="homePlate">
                <a:avLst>
                  <a:gd name="adj" fmla="val 31144"/>
                </a:avLst>
              </a:prstGeom>
              <a:grpFill/>
              <a:ln w="19050">
                <a:noFill/>
              </a:ln>
              <a:effectLst>
                <a:outerShdw blurRad="50800" dist="38100" algn="l" rotWithShape="0">
                  <a:prstClr val="black">
                    <a:alpha val="40000"/>
                  </a:prstClr>
                </a:outerShdw>
              </a:effectLst>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55" name="Oval 254"/>
              <p:cNvSpPr/>
              <p:nvPr/>
            </p:nvSpPr>
            <p:spPr bwMode="auto">
              <a:xfrm>
                <a:off x="324422" y="3938574"/>
                <a:ext cx="567770" cy="567771"/>
              </a:xfrm>
              <a:prstGeom prst="ellipse">
                <a:avLst/>
              </a:prstGeom>
              <a:grpFill/>
              <a:ln w="19050">
                <a:solidFill>
                  <a:schemeClr val="bg1">
                    <a:alpha val="50000"/>
                  </a:schemeClr>
                </a:solid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grpSp>
        <p:sp>
          <p:nvSpPr>
            <p:cNvPr id="220" name="TextBox 68"/>
            <p:cNvSpPr txBox="1"/>
            <p:nvPr/>
          </p:nvSpPr>
          <p:spPr>
            <a:xfrm>
              <a:off x="2865433" y="3898678"/>
              <a:ext cx="418704" cy="369332"/>
            </a:xfrm>
            <a:prstGeom prst="rect">
              <a:avLst/>
            </a:prstGeom>
            <a:grp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dirty="0">
                  <a:solidFill>
                    <a:schemeClr val="bg1"/>
                  </a:solidFill>
                  <a:cs typeface="Arial" panose="020B0604020202020204" pitchFamily="34" charset="0"/>
                </a:rPr>
                <a:t>04</a:t>
              </a:r>
              <a:endParaRPr lang="en-US" b="1" dirty="0">
                <a:solidFill>
                  <a:schemeClr val="bg1"/>
                </a:solidFill>
                <a:cs typeface="Arial" panose="020B0604020202020204" pitchFamily="34" charset="0"/>
              </a:endParaRPr>
            </a:p>
          </p:txBody>
        </p:sp>
        <p:sp>
          <p:nvSpPr>
            <p:cNvPr id="304" name="Rectangle 303"/>
            <p:cNvSpPr/>
            <p:nvPr/>
          </p:nvSpPr>
          <p:spPr>
            <a:xfrm>
              <a:off x="3990371" y="3893237"/>
              <a:ext cx="1780102" cy="394673"/>
            </a:xfrm>
            <a:prstGeom prst="rect">
              <a:avLst/>
            </a:prstGeom>
            <a:grpFill/>
          </p:spPr>
          <p:txBody>
            <a:bodyPr wrap="none">
              <a:spAutoFit/>
            </a:bodyPr>
            <a:lstStyle/>
            <a:p>
              <a:r>
                <a:rPr lang="en-US" sz="1400" b="0" dirty="0">
                  <a:solidFill>
                    <a:schemeClr val="bg1"/>
                  </a:solidFill>
                  <a:latin typeface="Arial" panose="020B0604020202020204" pitchFamily="34" charset="0"/>
                </a:rPr>
                <a:t>Frequent delivery</a:t>
              </a:r>
              <a:endParaRPr lang="en-US" sz="1400" b="0" dirty="0">
                <a:solidFill>
                  <a:schemeClr val="bg1"/>
                </a:solidFill>
              </a:endParaRPr>
            </a:p>
          </p:txBody>
        </p:sp>
      </p:grpSp>
      <p:grpSp>
        <p:nvGrpSpPr>
          <p:cNvPr id="25" name="Group 24"/>
          <p:cNvGrpSpPr/>
          <p:nvPr/>
        </p:nvGrpSpPr>
        <p:grpSpPr>
          <a:xfrm>
            <a:off x="2823214" y="4376458"/>
            <a:ext cx="3747245" cy="658370"/>
            <a:chOff x="2701589" y="4573349"/>
            <a:chExt cx="4258330" cy="848687"/>
          </a:xfrm>
        </p:grpSpPr>
        <p:grpSp>
          <p:nvGrpSpPr>
            <p:cNvPr id="215" name="Group 214"/>
            <p:cNvGrpSpPr/>
            <p:nvPr/>
          </p:nvGrpSpPr>
          <p:grpSpPr>
            <a:xfrm>
              <a:off x="2701589" y="4573349"/>
              <a:ext cx="4258330" cy="848687"/>
              <a:chOff x="235111" y="4712464"/>
              <a:chExt cx="4258330" cy="848687"/>
            </a:xfrm>
          </p:grpSpPr>
          <p:sp>
            <p:nvSpPr>
              <p:cNvPr id="246" name="Trapezoid 245"/>
              <p:cNvSpPr/>
              <p:nvPr/>
            </p:nvSpPr>
            <p:spPr bwMode="auto">
              <a:xfrm rot="5400000">
                <a:off x="594321" y="5099348"/>
                <a:ext cx="848682" cy="74914"/>
              </a:xfrm>
              <a:prstGeom prst="trapezoid">
                <a:avLst>
                  <a:gd name="adj" fmla="val 82895"/>
                </a:avLst>
              </a:prstGeom>
              <a:solidFill>
                <a:schemeClr val="accent5">
                  <a:lumMod val="50000"/>
                </a:schemeClr>
              </a:solidFill>
              <a:ln>
                <a:no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47" name="Arrow: Pentagon 56"/>
              <p:cNvSpPr/>
              <p:nvPr/>
            </p:nvSpPr>
            <p:spPr bwMode="auto">
              <a:xfrm>
                <a:off x="923138" y="4773805"/>
                <a:ext cx="3570303" cy="726002"/>
              </a:xfrm>
              <a:prstGeom prst="homePlate">
                <a:avLst>
                  <a:gd name="adj" fmla="val 31380"/>
                </a:avLst>
              </a:prstGeom>
              <a:solidFill>
                <a:schemeClr val="accent5">
                  <a:lumMod val="75000"/>
                </a:schemeClr>
              </a:solidFill>
              <a:ln>
                <a:noFill/>
              </a:ln>
              <a:effectLst>
                <a:outerShdw blurRad="50800" dist="38100" algn="l" rotWithShape="0">
                  <a:prstClr val="black">
                    <a:alpha val="40000"/>
                  </a:prstClr>
                </a:outerShdw>
              </a:effectLst>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48" name="Rectangle: Top Corners Rounded 57"/>
              <p:cNvSpPr/>
              <p:nvPr/>
            </p:nvSpPr>
            <p:spPr bwMode="auto">
              <a:xfrm rot="16200000">
                <a:off x="183966" y="4763614"/>
                <a:ext cx="848682" cy="746391"/>
              </a:xfrm>
              <a:prstGeom prst="round2SameRect">
                <a:avLst/>
              </a:prstGeom>
              <a:solidFill>
                <a:schemeClr val="accent5"/>
              </a:solidFill>
              <a:ln>
                <a:no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49" name="Arrow: Pentagon 58"/>
              <p:cNvSpPr/>
              <p:nvPr/>
            </p:nvSpPr>
            <p:spPr bwMode="auto">
              <a:xfrm>
                <a:off x="1088738" y="4852919"/>
                <a:ext cx="3298024" cy="567770"/>
              </a:xfrm>
              <a:prstGeom prst="homePlate">
                <a:avLst>
                  <a:gd name="adj" fmla="val 31144"/>
                </a:avLst>
              </a:prstGeom>
              <a:solidFill>
                <a:schemeClr val="accent5"/>
              </a:solidFill>
              <a:ln w="19050">
                <a:noFill/>
              </a:ln>
              <a:effectLst>
                <a:outerShdw blurRad="50800" dist="38100" algn="l" rotWithShape="0">
                  <a:prstClr val="black">
                    <a:alpha val="40000"/>
                  </a:prstClr>
                </a:outerShdw>
              </a:effectLst>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50" name="Oval 249"/>
              <p:cNvSpPr/>
              <p:nvPr/>
            </p:nvSpPr>
            <p:spPr bwMode="auto">
              <a:xfrm>
                <a:off x="324422" y="4852920"/>
                <a:ext cx="567770" cy="567771"/>
              </a:xfrm>
              <a:prstGeom prst="ellipse">
                <a:avLst/>
              </a:prstGeom>
              <a:solidFill>
                <a:schemeClr val="bg1">
                  <a:alpha val="15000"/>
                </a:schemeClr>
              </a:solidFill>
              <a:ln w="19050">
                <a:solidFill>
                  <a:schemeClr val="bg1">
                    <a:alpha val="50000"/>
                  </a:schemeClr>
                </a:solid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grpSp>
        <p:sp>
          <p:nvSpPr>
            <p:cNvPr id="221" name="TextBox 69"/>
            <p:cNvSpPr txBox="1"/>
            <p:nvPr/>
          </p:nvSpPr>
          <p:spPr>
            <a:xfrm>
              <a:off x="2800519" y="4797443"/>
              <a:ext cx="571513" cy="56579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dirty="0">
                  <a:solidFill>
                    <a:schemeClr val="bg1"/>
                  </a:solidFill>
                  <a:cs typeface="Arial" panose="020B0604020202020204" pitchFamily="34" charset="0"/>
                </a:rPr>
                <a:t>05</a:t>
              </a:r>
              <a:endParaRPr lang="en-US" b="1" dirty="0">
                <a:solidFill>
                  <a:schemeClr val="bg1"/>
                </a:solidFill>
                <a:cs typeface="Arial" panose="020B0604020202020204" pitchFamily="34" charset="0"/>
              </a:endParaRPr>
            </a:p>
          </p:txBody>
        </p:sp>
        <p:sp>
          <p:nvSpPr>
            <p:cNvPr id="306" name="TextBox 305"/>
            <p:cNvSpPr txBox="1"/>
            <p:nvPr/>
          </p:nvSpPr>
          <p:spPr>
            <a:xfrm>
              <a:off x="3904670" y="4775726"/>
              <a:ext cx="2098889" cy="396747"/>
            </a:xfrm>
            <a:prstGeom prst="rect">
              <a:avLst/>
            </a:prstGeom>
            <a:noFill/>
          </p:spPr>
          <p:txBody>
            <a:bodyPr wrap="none" rtlCol="0">
              <a:spAutoFit/>
            </a:bodyPr>
            <a:lstStyle/>
            <a:p>
              <a:r>
                <a:rPr lang="en-US" sz="1400" b="0" dirty="0">
                  <a:solidFill>
                    <a:schemeClr val="bg1"/>
                  </a:solidFill>
                </a:rPr>
                <a:t>Motivated individuals</a:t>
              </a:r>
              <a:endParaRPr lang="en-US" sz="1400" b="0" dirty="0">
                <a:solidFill>
                  <a:schemeClr val="bg1"/>
                </a:solidFill>
              </a:endParaRPr>
            </a:p>
          </p:txBody>
        </p:sp>
      </p:grpSp>
      <p:grpSp>
        <p:nvGrpSpPr>
          <p:cNvPr id="29" name="Group 28"/>
          <p:cNvGrpSpPr/>
          <p:nvPr/>
        </p:nvGrpSpPr>
        <p:grpSpPr>
          <a:xfrm>
            <a:off x="6708720" y="1522650"/>
            <a:ext cx="3747245" cy="661828"/>
            <a:chOff x="7117038" y="915965"/>
            <a:chExt cx="4258330" cy="848684"/>
          </a:xfrm>
        </p:grpSpPr>
        <p:grpSp>
          <p:nvGrpSpPr>
            <p:cNvPr id="210" name="Group 209"/>
            <p:cNvGrpSpPr/>
            <p:nvPr/>
          </p:nvGrpSpPr>
          <p:grpSpPr>
            <a:xfrm>
              <a:off x="7117038" y="915965"/>
              <a:ext cx="4258330" cy="848684"/>
              <a:chOff x="4650560" y="1055080"/>
              <a:chExt cx="4258330" cy="848684"/>
            </a:xfrm>
          </p:grpSpPr>
          <p:sp>
            <p:nvSpPr>
              <p:cNvPr id="271" name="Trapezoid 270"/>
              <p:cNvSpPr/>
              <p:nvPr/>
            </p:nvSpPr>
            <p:spPr bwMode="auto">
              <a:xfrm rot="5400000">
                <a:off x="5009770" y="1441964"/>
                <a:ext cx="848682" cy="74914"/>
              </a:xfrm>
              <a:prstGeom prst="trapezoid">
                <a:avLst>
                  <a:gd name="adj" fmla="val 82895"/>
                </a:avLst>
              </a:prstGeom>
              <a:solidFill>
                <a:schemeClr val="accent6">
                  <a:lumMod val="50000"/>
                </a:schemeClr>
              </a:solidFill>
              <a:ln>
                <a:no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72" name="Arrow: Pentagon 31"/>
              <p:cNvSpPr/>
              <p:nvPr/>
            </p:nvSpPr>
            <p:spPr bwMode="auto">
              <a:xfrm>
                <a:off x="5338587" y="1116421"/>
                <a:ext cx="3570303" cy="726002"/>
              </a:xfrm>
              <a:prstGeom prst="homePlate">
                <a:avLst>
                  <a:gd name="adj" fmla="val 31380"/>
                </a:avLst>
              </a:prstGeom>
              <a:solidFill>
                <a:schemeClr val="accent6">
                  <a:lumMod val="75000"/>
                </a:schemeClr>
              </a:solidFill>
              <a:ln>
                <a:noFill/>
              </a:ln>
              <a:effectLst>
                <a:outerShdw blurRad="50800" dist="38100" algn="l" rotWithShape="0">
                  <a:prstClr val="black">
                    <a:alpha val="40000"/>
                  </a:prstClr>
                </a:outerShdw>
              </a:effectLst>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73" name="Rectangle: Top Corners Rounded 32"/>
              <p:cNvSpPr/>
              <p:nvPr/>
            </p:nvSpPr>
            <p:spPr bwMode="auto">
              <a:xfrm rot="16200000">
                <a:off x="4599415" y="1106227"/>
                <a:ext cx="848682" cy="746391"/>
              </a:xfrm>
              <a:prstGeom prst="round2SameRect">
                <a:avLst/>
              </a:prstGeom>
              <a:solidFill>
                <a:schemeClr val="accent6"/>
              </a:solidFill>
              <a:ln>
                <a:no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74" name="Arrow: Pentagon 33"/>
              <p:cNvSpPr/>
              <p:nvPr/>
            </p:nvSpPr>
            <p:spPr bwMode="auto">
              <a:xfrm>
                <a:off x="5504187" y="1193628"/>
                <a:ext cx="3298024" cy="567770"/>
              </a:xfrm>
              <a:prstGeom prst="homePlate">
                <a:avLst>
                  <a:gd name="adj" fmla="val 31144"/>
                </a:avLst>
              </a:prstGeom>
              <a:solidFill>
                <a:schemeClr val="accent6"/>
              </a:solidFill>
              <a:ln w="19050">
                <a:noFill/>
              </a:ln>
              <a:effectLst>
                <a:outerShdw blurRad="50800" dist="38100" algn="l" rotWithShape="0">
                  <a:prstClr val="black">
                    <a:alpha val="40000"/>
                  </a:prstClr>
                </a:outerShdw>
              </a:effectLst>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75" name="Oval 274"/>
              <p:cNvSpPr/>
              <p:nvPr/>
            </p:nvSpPr>
            <p:spPr bwMode="auto">
              <a:xfrm>
                <a:off x="4739871" y="1195536"/>
                <a:ext cx="567770" cy="567771"/>
              </a:xfrm>
              <a:prstGeom prst="ellipse">
                <a:avLst/>
              </a:prstGeom>
              <a:solidFill>
                <a:schemeClr val="bg1">
                  <a:alpha val="15000"/>
                </a:schemeClr>
              </a:solidFill>
              <a:ln w="19050">
                <a:solidFill>
                  <a:schemeClr val="bg1">
                    <a:alpha val="50000"/>
                  </a:schemeClr>
                </a:solid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grpSp>
        <p:sp>
          <p:nvSpPr>
            <p:cNvPr id="223" name="TextBox 71"/>
            <p:cNvSpPr txBox="1"/>
            <p:nvPr/>
          </p:nvSpPr>
          <p:spPr>
            <a:xfrm>
              <a:off x="7280882" y="1155640"/>
              <a:ext cx="418704"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dirty="0">
                  <a:solidFill>
                    <a:schemeClr val="bg1"/>
                  </a:solidFill>
                  <a:cs typeface="Arial" panose="020B0604020202020204" pitchFamily="34" charset="0"/>
                </a:rPr>
                <a:t>07</a:t>
              </a:r>
              <a:endParaRPr lang="en-US" b="1" dirty="0">
                <a:solidFill>
                  <a:schemeClr val="bg1"/>
                </a:solidFill>
                <a:cs typeface="Arial" panose="020B0604020202020204" pitchFamily="34" charset="0"/>
              </a:endParaRPr>
            </a:p>
          </p:txBody>
        </p:sp>
        <p:sp>
          <p:nvSpPr>
            <p:cNvPr id="307" name="TextBox 306"/>
            <p:cNvSpPr txBox="1"/>
            <p:nvPr/>
          </p:nvSpPr>
          <p:spPr>
            <a:xfrm>
              <a:off x="8238498" y="1162456"/>
              <a:ext cx="2774716" cy="394673"/>
            </a:xfrm>
            <a:prstGeom prst="rect">
              <a:avLst/>
            </a:prstGeom>
            <a:noFill/>
          </p:spPr>
          <p:txBody>
            <a:bodyPr wrap="none" rtlCol="0">
              <a:spAutoFit/>
            </a:bodyPr>
            <a:lstStyle/>
            <a:p>
              <a:r>
                <a:rPr lang="en-US" sz="1400" b="0" dirty="0">
                  <a:solidFill>
                    <a:schemeClr val="bg1"/>
                  </a:solidFill>
                </a:rPr>
                <a:t>Face-to-face communication</a:t>
              </a:r>
              <a:endParaRPr lang="en-US" sz="1400" b="0" dirty="0">
                <a:solidFill>
                  <a:schemeClr val="bg1"/>
                </a:solidFill>
              </a:endParaRPr>
            </a:p>
          </p:txBody>
        </p:sp>
      </p:grpSp>
      <p:grpSp>
        <p:nvGrpSpPr>
          <p:cNvPr id="30" name="Group 29"/>
          <p:cNvGrpSpPr/>
          <p:nvPr/>
        </p:nvGrpSpPr>
        <p:grpSpPr>
          <a:xfrm>
            <a:off x="6708720" y="2237359"/>
            <a:ext cx="3747245" cy="661828"/>
            <a:chOff x="7117038" y="1830309"/>
            <a:chExt cx="4258330" cy="848684"/>
          </a:xfrm>
        </p:grpSpPr>
        <p:grpSp>
          <p:nvGrpSpPr>
            <p:cNvPr id="209" name="Group 208"/>
            <p:cNvGrpSpPr/>
            <p:nvPr/>
          </p:nvGrpSpPr>
          <p:grpSpPr>
            <a:xfrm>
              <a:off x="7117038" y="1830309"/>
              <a:ext cx="4258330" cy="848684"/>
              <a:chOff x="4650560" y="1969424"/>
              <a:chExt cx="4258330" cy="848684"/>
            </a:xfrm>
          </p:grpSpPr>
          <p:sp>
            <p:nvSpPr>
              <p:cNvPr id="276" name="Trapezoid 275"/>
              <p:cNvSpPr/>
              <p:nvPr/>
            </p:nvSpPr>
            <p:spPr bwMode="auto">
              <a:xfrm rot="5400000">
                <a:off x="5009770" y="2356308"/>
                <a:ext cx="848682" cy="74914"/>
              </a:xfrm>
              <a:prstGeom prst="trapezoid">
                <a:avLst>
                  <a:gd name="adj" fmla="val 82895"/>
                </a:avLst>
              </a:prstGeom>
              <a:solidFill>
                <a:schemeClr val="accent5">
                  <a:lumMod val="50000"/>
                </a:schemeClr>
              </a:solidFill>
              <a:ln>
                <a:no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77" name="Arrow: Pentagon 26"/>
              <p:cNvSpPr/>
              <p:nvPr/>
            </p:nvSpPr>
            <p:spPr bwMode="auto">
              <a:xfrm>
                <a:off x="5338587" y="2030765"/>
                <a:ext cx="3570303" cy="726002"/>
              </a:xfrm>
              <a:prstGeom prst="homePlate">
                <a:avLst>
                  <a:gd name="adj" fmla="val 31380"/>
                </a:avLst>
              </a:prstGeom>
              <a:solidFill>
                <a:schemeClr val="accent5">
                  <a:lumMod val="75000"/>
                </a:schemeClr>
              </a:solidFill>
              <a:ln>
                <a:noFill/>
              </a:ln>
              <a:effectLst>
                <a:outerShdw blurRad="50800" dist="38100" algn="l" rotWithShape="0">
                  <a:prstClr val="black">
                    <a:alpha val="40000"/>
                  </a:prstClr>
                </a:outerShdw>
              </a:effectLst>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78" name="Rectangle: Top Corners Rounded 27"/>
              <p:cNvSpPr/>
              <p:nvPr/>
            </p:nvSpPr>
            <p:spPr bwMode="auto">
              <a:xfrm rot="16200000">
                <a:off x="4599415" y="2020571"/>
                <a:ext cx="848682" cy="746391"/>
              </a:xfrm>
              <a:prstGeom prst="round2SameRect">
                <a:avLst/>
              </a:prstGeom>
              <a:solidFill>
                <a:schemeClr val="accent5"/>
              </a:solidFill>
              <a:ln>
                <a:no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79" name="Arrow: Pentagon 28"/>
              <p:cNvSpPr/>
              <p:nvPr/>
            </p:nvSpPr>
            <p:spPr bwMode="auto">
              <a:xfrm>
                <a:off x="5504188" y="2109881"/>
                <a:ext cx="3298024" cy="567770"/>
              </a:xfrm>
              <a:prstGeom prst="homePlate">
                <a:avLst>
                  <a:gd name="adj" fmla="val 31144"/>
                </a:avLst>
              </a:prstGeom>
              <a:solidFill>
                <a:schemeClr val="accent5"/>
              </a:solidFill>
              <a:ln w="19050">
                <a:noFill/>
              </a:ln>
              <a:effectLst>
                <a:outerShdw blurRad="50800" dist="38100" algn="l" rotWithShape="0">
                  <a:prstClr val="black">
                    <a:alpha val="40000"/>
                  </a:prstClr>
                </a:outerShdw>
              </a:effectLst>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80" name="Oval 279"/>
              <p:cNvSpPr/>
              <p:nvPr/>
            </p:nvSpPr>
            <p:spPr bwMode="auto">
              <a:xfrm>
                <a:off x="4739871" y="2109880"/>
                <a:ext cx="567770" cy="567771"/>
              </a:xfrm>
              <a:prstGeom prst="ellipse">
                <a:avLst/>
              </a:prstGeom>
              <a:solidFill>
                <a:schemeClr val="bg1">
                  <a:alpha val="15000"/>
                </a:schemeClr>
              </a:solidFill>
              <a:ln w="19050">
                <a:solidFill>
                  <a:schemeClr val="bg1">
                    <a:alpha val="50000"/>
                  </a:schemeClr>
                </a:solid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grpSp>
        <p:sp>
          <p:nvSpPr>
            <p:cNvPr id="224" name="TextBox 72"/>
            <p:cNvSpPr txBox="1"/>
            <p:nvPr/>
          </p:nvSpPr>
          <p:spPr>
            <a:xfrm>
              <a:off x="7280882" y="2069984"/>
              <a:ext cx="418704"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dirty="0">
                  <a:solidFill>
                    <a:schemeClr val="bg1"/>
                  </a:solidFill>
                  <a:cs typeface="Arial" panose="020B0604020202020204" pitchFamily="34" charset="0"/>
                </a:rPr>
                <a:t>08</a:t>
              </a:r>
              <a:endParaRPr lang="en-US" b="1" dirty="0">
                <a:solidFill>
                  <a:schemeClr val="bg1"/>
                </a:solidFill>
                <a:cs typeface="Arial" panose="020B0604020202020204" pitchFamily="34" charset="0"/>
              </a:endParaRPr>
            </a:p>
          </p:txBody>
        </p:sp>
        <p:sp>
          <p:nvSpPr>
            <p:cNvPr id="308" name="TextBox 307"/>
            <p:cNvSpPr txBox="1"/>
            <p:nvPr/>
          </p:nvSpPr>
          <p:spPr>
            <a:xfrm>
              <a:off x="8381020" y="2078710"/>
              <a:ext cx="1781925" cy="394673"/>
            </a:xfrm>
            <a:prstGeom prst="rect">
              <a:avLst/>
            </a:prstGeom>
            <a:noFill/>
          </p:spPr>
          <p:txBody>
            <a:bodyPr wrap="none" rtlCol="0">
              <a:spAutoFit/>
            </a:bodyPr>
            <a:lstStyle/>
            <a:p>
              <a:r>
                <a:rPr lang="en-US" sz="1400" b="0" dirty="0">
                  <a:solidFill>
                    <a:schemeClr val="bg1"/>
                  </a:solidFill>
                </a:rPr>
                <a:t>Working software</a:t>
              </a:r>
              <a:endParaRPr lang="en-US" sz="1400" b="0" dirty="0">
                <a:solidFill>
                  <a:schemeClr val="bg1"/>
                </a:solidFill>
              </a:endParaRPr>
            </a:p>
          </p:txBody>
        </p:sp>
      </p:grpSp>
      <p:grpSp>
        <p:nvGrpSpPr>
          <p:cNvPr id="31" name="Group 30"/>
          <p:cNvGrpSpPr/>
          <p:nvPr/>
        </p:nvGrpSpPr>
        <p:grpSpPr>
          <a:xfrm>
            <a:off x="6708720" y="2950392"/>
            <a:ext cx="3747245" cy="661828"/>
            <a:chOff x="7117038" y="2744655"/>
            <a:chExt cx="4258330" cy="848684"/>
          </a:xfrm>
          <a:solidFill>
            <a:schemeClr val="accent6"/>
          </a:solidFill>
        </p:grpSpPr>
        <p:grpSp>
          <p:nvGrpSpPr>
            <p:cNvPr id="208" name="Group 207"/>
            <p:cNvGrpSpPr/>
            <p:nvPr/>
          </p:nvGrpSpPr>
          <p:grpSpPr>
            <a:xfrm>
              <a:off x="7117038" y="2744655"/>
              <a:ext cx="4258330" cy="848684"/>
              <a:chOff x="4650560" y="2883770"/>
              <a:chExt cx="4258330" cy="848684"/>
            </a:xfrm>
            <a:grpFill/>
          </p:grpSpPr>
          <p:sp>
            <p:nvSpPr>
              <p:cNvPr id="281" name="Trapezoid 280"/>
              <p:cNvSpPr/>
              <p:nvPr/>
            </p:nvSpPr>
            <p:spPr bwMode="auto">
              <a:xfrm rot="5400000">
                <a:off x="5009770" y="3270654"/>
                <a:ext cx="848682" cy="74914"/>
              </a:xfrm>
              <a:prstGeom prst="trapezoid">
                <a:avLst>
                  <a:gd name="adj" fmla="val 82895"/>
                </a:avLst>
              </a:prstGeom>
              <a:grpFill/>
              <a:ln>
                <a:no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82" name="Arrow: Pentagon 21"/>
              <p:cNvSpPr/>
              <p:nvPr/>
            </p:nvSpPr>
            <p:spPr bwMode="auto">
              <a:xfrm>
                <a:off x="5338587" y="2945111"/>
                <a:ext cx="3570303" cy="726002"/>
              </a:xfrm>
              <a:prstGeom prst="homePlate">
                <a:avLst>
                  <a:gd name="adj" fmla="val 31380"/>
                </a:avLst>
              </a:prstGeom>
              <a:solidFill>
                <a:schemeClr val="accent6">
                  <a:lumMod val="75000"/>
                </a:schemeClr>
              </a:solidFill>
              <a:ln>
                <a:noFill/>
              </a:ln>
              <a:effectLst>
                <a:outerShdw blurRad="50800" dist="38100" algn="l" rotWithShape="0">
                  <a:prstClr val="black">
                    <a:alpha val="40000"/>
                  </a:prstClr>
                </a:outerShdw>
              </a:effectLst>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83" name="Rectangle: Top Corners Rounded 22"/>
              <p:cNvSpPr/>
              <p:nvPr/>
            </p:nvSpPr>
            <p:spPr bwMode="auto">
              <a:xfrm rot="16200000">
                <a:off x="4599415" y="2934917"/>
                <a:ext cx="848682" cy="746391"/>
              </a:xfrm>
              <a:prstGeom prst="round2SameRect">
                <a:avLst/>
              </a:prstGeom>
              <a:grpFill/>
              <a:ln>
                <a:no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84" name="Arrow: Pentagon 23"/>
              <p:cNvSpPr/>
              <p:nvPr/>
            </p:nvSpPr>
            <p:spPr bwMode="auto">
              <a:xfrm>
                <a:off x="5504187" y="3024227"/>
                <a:ext cx="3298024" cy="567770"/>
              </a:xfrm>
              <a:prstGeom prst="homePlate">
                <a:avLst>
                  <a:gd name="adj" fmla="val 31144"/>
                </a:avLst>
              </a:prstGeom>
              <a:grpFill/>
              <a:ln w="19050">
                <a:noFill/>
              </a:ln>
              <a:effectLst>
                <a:outerShdw blurRad="50800" dist="38100" algn="l" rotWithShape="0">
                  <a:prstClr val="black">
                    <a:alpha val="40000"/>
                  </a:prstClr>
                </a:outerShdw>
              </a:effectLst>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85" name="Oval 284"/>
              <p:cNvSpPr/>
              <p:nvPr/>
            </p:nvSpPr>
            <p:spPr bwMode="auto">
              <a:xfrm>
                <a:off x="4739871" y="3024226"/>
                <a:ext cx="567770" cy="567771"/>
              </a:xfrm>
              <a:prstGeom prst="ellipse">
                <a:avLst/>
              </a:prstGeom>
              <a:grpFill/>
              <a:ln w="19050">
                <a:solidFill>
                  <a:schemeClr val="bg1">
                    <a:alpha val="50000"/>
                  </a:schemeClr>
                </a:solid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grpSp>
        <p:sp>
          <p:nvSpPr>
            <p:cNvPr id="225" name="TextBox 73"/>
            <p:cNvSpPr txBox="1"/>
            <p:nvPr/>
          </p:nvSpPr>
          <p:spPr>
            <a:xfrm>
              <a:off x="7280882" y="2984330"/>
              <a:ext cx="418704" cy="369332"/>
            </a:xfrm>
            <a:prstGeom prst="rect">
              <a:avLst/>
            </a:prstGeom>
            <a:grp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dirty="0">
                  <a:solidFill>
                    <a:schemeClr val="bg1"/>
                  </a:solidFill>
                  <a:cs typeface="Arial" panose="020B0604020202020204" pitchFamily="34" charset="0"/>
                </a:rPr>
                <a:t>09</a:t>
              </a:r>
              <a:endParaRPr lang="en-US" b="1" dirty="0">
                <a:solidFill>
                  <a:schemeClr val="bg1"/>
                </a:solidFill>
                <a:cs typeface="Arial" panose="020B0604020202020204" pitchFamily="34" charset="0"/>
              </a:endParaRPr>
            </a:p>
          </p:txBody>
        </p:sp>
        <p:sp>
          <p:nvSpPr>
            <p:cNvPr id="309" name="TextBox 308"/>
            <p:cNvSpPr txBox="1"/>
            <p:nvPr/>
          </p:nvSpPr>
          <p:spPr>
            <a:xfrm>
              <a:off x="8340072" y="2984509"/>
              <a:ext cx="2098889" cy="394673"/>
            </a:xfrm>
            <a:prstGeom prst="rect">
              <a:avLst/>
            </a:prstGeom>
            <a:grpFill/>
          </p:spPr>
          <p:txBody>
            <a:bodyPr wrap="none" rtlCol="0">
              <a:spAutoFit/>
            </a:bodyPr>
            <a:lstStyle/>
            <a:p>
              <a:r>
                <a:rPr lang="en-US" sz="1400" b="0" dirty="0">
                  <a:solidFill>
                    <a:schemeClr val="bg1"/>
                  </a:solidFill>
                </a:rPr>
                <a:t>Technical excellence</a:t>
              </a:r>
              <a:endParaRPr lang="en-US" sz="1400" b="0" dirty="0">
                <a:solidFill>
                  <a:schemeClr val="bg1"/>
                </a:solidFill>
              </a:endParaRPr>
            </a:p>
          </p:txBody>
        </p:sp>
      </p:grpSp>
      <p:grpSp>
        <p:nvGrpSpPr>
          <p:cNvPr id="32" name="Group 31"/>
          <p:cNvGrpSpPr/>
          <p:nvPr/>
        </p:nvGrpSpPr>
        <p:grpSpPr>
          <a:xfrm>
            <a:off x="6708720" y="3663425"/>
            <a:ext cx="3747245" cy="661828"/>
            <a:chOff x="7117038" y="3659001"/>
            <a:chExt cx="4258330" cy="848684"/>
          </a:xfrm>
          <a:solidFill>
            <a:schemeClr val="accent1"/>
          </a:solidFill>
        </p:grpSpPr>
        <p:grpSp>
          <p:nvGrpSpPr>
            <p:cNvPr id="207" name="Group 206"/>
            <p:cNvGrpSpPr/>
            <p:nvPr/>
          </p:nvGrpSpPr>
          <p:grpSpPr>
            <a:xfrm>
              <a:off x="7117038" y="3659001"/>
              <a:ext cx="4258330" cy="848684"/>
              <a:chOff x="4650560" y="3798116"/>
              <a:chExt cx="4258330" cy="848684"/>
            </a:xfrm>
            <a:grpFill/>
          </p:grpSpPr>
          <p:sp>
            <p:nvSpPr>
              <p:cNvPr id="286" name="Trapezoid 285"/>
              <p:cNvSpPr/>
              <p:nvPr/>
            </p:nvSpPr>
            <p:spPr bwMode="auto">
              <a:xfrm rot="5400000">
                <a:off x="5009770" y="4185000"/>
                <a:ext cx="848682" cy="74914"/>
              </a:xfrm>
              <a:prstGeom prst="trapezoid">
                <a:avLst>
                  <a:gd name="adj" fmla="val 82895"/>
                </a:avLst>
              </a:prstGeom>
              <a:grpFill/>
              <a:ln>
                <a:no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87" name="Arrow: Pentagon 16"/>
              <p:cNvSpPr/>
              <p:nvPr/>
            </p:nvSpPr>
            <p:spPr bwMode="auto">
              <a:xfrm>
                <a:off x="5338587" y="3859457"/>
                <a:ext cx="3570303" cy="726002"/>
              </a:xfrm>
              <a:prstGeom prst="homePlate">
                <a:avLst>
                  <a:gd name="adj" fmla="val 31380"/>
                </a:avLst>
              </a:prstGeom>
              <a:solidFill>
                <a:schemeClr val="accent5">
                  <a:lumMod val="75000"/>
                </a:schemeClr>
              </a:solidFill>
              <a:ln>
                <a:noFill/>
              </a:ln>
              <a:effectLst>
                <a:outerShdw blurRad="50800" dist="38100" algn="l" rotWithShape="0">
                  <a:prstClr val="black">
                    <a:alpha val="40000"/>
                  </a:prstClr>
                </a:outerShdw>
              </a:effectLst>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dirty="0"/>
              </a:p>
            </p:txBody>
          </p:sp>
          <p:sp>
            <p:nvSpPr>
              <p:cNvPr id="288" name="Rectangle: Top Corners Rounded 17"/>
              <p:cNvSpPr/>
              <p:nvPr/>
            </p:nvSpPr>
            <p:spPr bwMode="auto">
              <a:xfrm rot="16200000">
                <a:off x="4599415" y="3849263"/>
                <a:ext cx="848682" cy="746391"/>
              </a:xfrm>
              <a:prstGeom prst="round2SameRect">
                <a:avLst/>
              </a:prstGeom>
              <a:grpFill/>
              <a:ln>
                <a:no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89" name="Arrow: Pentagon 18"/>
              <p:cNvSpPr/>
              <p:nvPr/>
            </p:nvSpPr>
            <p:spPr bwMode="auto">
              <a:xfrm>
                <a:off x="5504187" y="3938573"/>
                <a:ext cx="3298024" cy="567770"/>
              </a:xfrm>
              <a:prstGeom prst="homePlate">
                <a:avLst>
                  <a:gd name="adj" fmla="val 31144"/>
                </a:avLst>
              </a:prstGeom>
              <a:grpFill/>
              <a:ln w="19050">
                <a:noFill/>
              </a:ln>
              <a:effectLst>
                <a:outerShdw blurRad="50800" dist="38100" algn="l" rotWithShape="0">
                  <a:prstClr val="black">
                    <a:alpha val="40000"/>
                  </a:prstClr>
                </a:outerShdw>
              </a:effectLst>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90" name="Oval 289"/>
              <p:cNvSpPr/>
              <p:nvPr/>
            </p:nvSpPr>
            <p:spPr bwMode="auto">
              <a:xfrm>
                <a:off x="4739871" y="3938572"/>
                <a:ext cx="567770" cy="567771"/>
              </a:xfrm>
              <a:prstGeom prst="ellipse">
                <a:avLst/>
              </a:prstGeom>
              <a:grpFill/>
              <a:ln w="19050">
                <a:solidFill>
                  <a:schemeClr val="bg1">
                    <a:alpha val="50000"/>
                  </a:schemeClr>
                </a:solid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grpSp>
        <p:sp>
          <p:nvSpPr>
            <p:cNvPr id="226" name="TextBox 74"/>
            <p:cNvSpPr txBox="1"/>
            <p:nvPr/>
          </p:nvSpPr>
          <p:spPr>
            <a:xfrm>
              <a:off x="7280882" y="3898676"/>
              <a:ext cx="418704" cy="369332"/>
            </a:xfrm>
            <a:prstGeom prst="rect">
              <a:avLst/>
            </a:prstGeom>
            <a:grp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dirty="0">
                  <a:solidFill>
                    <a:schemeClr val="bg1"/>
                  </a:solidFill>
                  <a:cs typeface="Arial" panose="020B0604020202020204" pitchFamily="34" charset="0"/>
                </a:rPr>
                <a:t>10</a:t>
              </a:r>
              <a:endParaRPr lang="en-US" b="1" dirty="0">
                <a:solidFill>
                  <a:schemeClr val="bg1"/>
                </a:solidFill>
                <a:cs typeface="Arial" panose="020B0604020202020204" pitchFamily="34" charset="0"/>
              </a:endParaRPr>
            </a:p>
          </p:txBody>
        </p:sp>
        <p:sp>
          <p:nvSpPr>
            <p:cNvPr id="310" name="TextBox 309"/>
            <p:cNvSpPr txBox="1"/>
            <p:nvPr/>
          </p:nvSpPr>
          <p:spPr>
            <a:xfrm>
              <a:off x="8311136" y="3904743"/>
              <a:ext cx="1071487" cy="394673"/>
            </a:xfrm>
            <a:prstGeom prst="rect">
              <a:avLst/>
            </a:prstGeom>
            <a:grpFill/>
          </p:spPr>
          <p:txBody>
            <a:bodyPr wrap="none" rtlCol="0">
              <a:spAutoFit/>
            </a:bodyPr>
            <a:lstStyle/>
            <a:p>
              <a:r>
                <a:rPr lang="en-US" sz="1400" b="0" dirty="0">
                  <a:solidFill>
                    <a:schemeClr val="bg1"/>
                  </a:solidFill>
                </a:rPr>
                <a:t>Simplicity</a:t>
              </a:r>
              <a:endParaRPr lang="en-US" sz="1400" b="0" dirty="0">
                <a:solidFill>
                  <a:schemeClr val="bg1"/>
                </a:solidFill>
              </a:endParaRPr>
            </a:p>
          </p:txBody>
        </p:sp>
      </p:grpSp>
      <p:grpSp>
        <p:nvGrpSpPr>
          <p:cNvPr id="33" name="Group 32"/>
          <p:cNvGrpSpPr/>
          <p:nvPr/>
        </p:nvGrpSpPr>
        <p:grpSpPr>
          <a:xfrm>
            <a:off x="6708720" y="4376458"/>
            <a:ext cx="3747245" cy="661828"/>
            <a:chOff x="7117038" y="4573347"/>
            <a:chExt cx="4258330" cy="848684"/>
          </a:xfrm>
        </p:grpSpPr>
        <p:grpSp>
          <p:nvGrpSpPr>
            <p:cNvPr id="206" name="Group 205"/>
            <p:cNvGrpSpPr/>
            <p:nvPr/>
          </p:nvGrpSpPr>
          <p:grpSpPr>
            <a:xfrm>
              <a:off x="7117038" y="4573347"/>
              <a:ext cx="4258330" cy="848684"/>
              <a:chOff x="4650560" y="4712462"/>
              <a:chExt cx="4258330" cy="848684"/>
            </a:xfrm>
          </p:grpSpPr>
          <p:sp>
            <p:nvSpPr>
              <p:cNvPr id="291" name="Trapezoid 290"/>
              <p:cNvSpPr/>
              <p:nvPr/>
            </p:nvSpPr>
            <p:spPr bwMode="auto">
              <a:xfrm rot="5400000">
                <a:off x="5009770" y="5099346"/>
                <a:ext cx="848682" cy="74914"/>
              </a:xfrm>
              <a:prstGeom prst="trapezoid">
                <a:avLst>
                  <a:gd name="adj" fmla="val 82895"/>
                </a:avLst>
              </a:prstGeom>
              <a:solidFill>
                <a:schemeClr val="accent2">
                  <a:lumMod val="50000"/>
                </a:schemeClr>
              </a:solidFill>
              <a:ln>
                <a:no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92" name="Arrow: Pentagon 11"/>
              <p:cNvSpPr/>
              <p:nvPr/>
            </p:nvSpPr>
            <p:spPr bwMode="auto">
              <a:xfrm>
                <a:off x="5338587" y="4773803"/>
                <a:ext cx="3570303" cy="726002"/>
              </a:xfrm>
              <a:prstGeom prst="homePlate">
                <a:avLst>
                  <a:gd name="adj" fmla="val 31380"/>
                </a:avLst>
              </a:prstGeom>
              <a:solidFill>
                <a:schemeClr val="accent2">
                  <a:lumMod val="75000"/>
                </a:schemeClr>
              </a:solidFill>
              <a:ln>
                <a:noFill/>
              </a:ln>
              <a:effectLst>
                <a:outerShdw blurRad="50800" dist="38100" algn="l" rotWithShape="0">
                  <a:prstClr val="black">
                    <a:alpha val="40000"/>
                  </a:prstClr>
                </a:outerShdw>
              </a:effectLst>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93" name="Rectangle: Top Corners Rounded 12"/>
              <p:cNvSpPr/>
              <p:nvPr/>
            </p:nvSpPr>
            <p:spPr bwMode="auto">
              <a:xfrm rot="16200000">
                <a:off x="4599415" y="4763609"/>
                <a:ext cx="848682" cy="746391"/>
              </a:xfrm>
              <a:prstGeom prst="round2SameRect">
                <a:avLst/>
              </a:prstGeom>
              <a:solidFill>
                <a:schemeClr val="accent2"/>
              </a:solidFill>
              <a:ln>
                <a:no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94" name="Arrow: Pentagon 13"/>
              <p:cNvSpPr/>
              <p:nvPr/>
            </p:nvSpPr>
            <p:spPr bwMode="auto">
              <a:xfrm>
                <a:off x="5504187" y="4852919"/>
                <a:ext cx="3298024" cy="567770"/>
              </a:xfrm>
              <a:prstGeom prst="homePlate">
                <a:avLst>
                  <a:gd name="adj" fmla="val 31144"/>
                </a:avLst>
              </a:prstGeom>
              <a:solidFill>
                <a:schemeClr val="accent2"/>
              </a:solidFill>
              <a:ln w="19050">
                <a:noFill/>
              </a:ln>
              <a:effectLst>
                <a:outerShdw blurRad="50800" dist="38100" algn="l" rotWithShape="0">
                  <a:prstClr val="black">
                    <a:alpha val="40000"/>
                  </a:prstClr>
                </a:outerShdw>
              </a:effectLst>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95" name="Oval 294"/>
              <p:cNvSpPr/>
              <p:nvPr/>
            </p:nvSpPr>
            <p:spPr bwMode="auto">
              <a:xfrm>
                <a:off x="4739871" y="4852918"/>
                <a:ext cx="567770" cy="567771"/>
              </a:xfrm>
              <a:prstGeom prst="ellipse">
                <a:avLst/>
              </a:prstGeom>
              <a:solidFill>
                <a:schemeClr val="bg1">
                  <a:alpha val="15000"/>
                </a:schemeClr>
              </a:solidFill>
              <a:ln w="19050">
                <a:solidFill>
                  <a:schemeClr val="bg1">
                    <a:alpha val="50000"/>
                  </a:schemeClr>
                </a:solid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grpSp>
        <p:sp>
          <p:nvSpPr>
            <p:cNvPr id="227" name="TextBox 75"/>
            <p:cNvSpPr txBox="1"/>
            <p:nvPr/>
          </p:nvSpPr>
          <p:spPr>
            <a:xfrm>
              <a:off x="7280882" y="4813022"/>
              <a:ext cx="418704"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dirty="0">
                  <a:solidFill>
                    <a:schemeClr val="bg1"/>
                  </a:solidFill>
                  <a:cs typeface="Arial" panose="020B0604020202020204" pitchFamily="34" charset="0"/>
                </a:rPr>
                <a:t>11</a:t>
              </a:r>
              <a:endParaRPr lang="en-US" b="1" dirty="0">
                <a:solidFill>
                  <a:schemeClr val="bg1"/>
                </a:solidFill>
                <a:cs typeface="Arial" panose="020B0604020202020204" pitchFamily="34" charset="0"/>
              </a:endParaRPr>
            </a:p>
          </p:txBody>
        </p:sp>
        <p:sp>
          <p:nvSpPr>
            <p:cNvPr id="311" name="TextBox 310"/>
            <p:cNvSpPr txBox="1"/>
            <p:nvPr/>
          </p:nvSpPr>
          <p:spPr>
            <a:xfrm>
              <a:off x="8358894" y="4799599"/>
              <a:ext cx="2131679" cy="394673"/>
            </a:xfrm>
            <a:prstGeom prst="rect">
              <a:avLst/>
            </a:prstGeom>
            <a:noFill/>
          </p:spPr>
          <p:txBody>
            <a:bodyPr wrap="none" rtlCol="0">
              <a:spAutoFit/>
            </a:bodyPr>
            <a:lstStyle/>
            <a:p>
              <a:r>
                <a:rPr lang="en-US" sz="1400" b="0" dirty="0">
                  <a:solidFill>
                    <a:schemeClr val="bg1"/>
                  </a:solidFill>
                </a:rPr>
                <a:t>Self-organized teams</a:t>
              </a:r>
              <a:endParaRPr lang="en-US" sz="1400" b="0" dirty="0">
                <a:solidFill>
                  <a:schemeClr val="bg1"/>
                </a:solidFill>
              </a:endParaRPr>
            </a:p>
          </p:txBody>
        </p:sp>
      </p:grpSp>
      <p:grpSp>
        <p:nvGrpSpPr>
          <p:cNvPr id="34" name="Group 33"/>
          <p:cNvGrpSpPr/>
          <p:nvPr/>
        </p:nvGrpSpPr>
        <p:grpSpPr>
          <a:xfrm>
            <a:off x="6744227" y="5098286"/>
            <a:ext cx="3747244" cy="658371"/>
            <a:chOff x="7117039" y="5487689"/>
            <a:chExt cx="4258329" cy="1188725"/>
          </a:xfrm>
        </p:grpSpPr>
        <p:grpSp>
          <p:nvGrpSpPr>
            <p:cNvPr id="205" name="Group 204"/>
            <p:cNvGrpSpPr/>
            <p:nvPr/>
          </p:nvGrpSpPr>
          <p:grpSpPr>
            <a:xfrm>
              <a:off x="7117039" y="5487689"/>
              <a:ext cx="4258329" cy="1188725"/>
              <a:chOff x="4650561" y="5626808"/>
              <a:chExt cx="4258329" cy="848688"/>
            </a:xfrm>
          </p:grpSpPr>
          <p:sp>
            <p:nvSpPr>
              <p:cNvPr id="296" name="Trapezoid 295"/>
              <p:cNvSpPr/>
              <p:nvPr/>
            </p:nvSpPr>
            <p:spPr bwMode="auto">
              <a:xfrm rot="5400000">
                <a:off x="5009770" y="6013692"/>
                <a:ext cx="848682" cy="74914"/>
              </a:xfrm>
              <a:prstGeom prst="trapezoid">
                <a:avLst>
                  <a:gd name="adj" fmla="val 82895"/>
                </a:avLst>
              </a:prstGeom>
              <a:solidFill>
                <a:schemeClr val="accent1">
                  <a:lumMod val="50000"/>
                </a:schemeClr>
              </a:solidFill>
              <a:ln>
                <a:no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97" name="Arrow: Pentagon 6"/>
              <p:cNvSpPr/>
              <p:nvPr/>
            </p:nvSpPr>
            <p:spPr bwMode="auto">
              <a:xfrm>
                <a:off x="5338587" y="5688149"/>
                <a:ext cx="3570303" cy="726002"/>
              </a:xfrm>
              <a:prstGeom prst="homePlate">
                <a:avLst>
                  <a:gd name="adj" fmla="val 31380"/>
                </a:avLst>
              </a:prstGeom>
              <a:solidFill>
                <a:schemeClr val="accent1">
                  <a:lumMod val="75000"/>
                </a:schemeClr>
              </a:solidFill>
              <a:ln>
                <a:noFill/>
              </a:ln>
              <a:effectLst>
                <a:outerShdw blurRad="50800" dist="38100" algn="l" rotWithShape="0">
                  <a:prstClr val="black">
                    <a:alpha val="40000"/>
                  </a:prstClr>
                </a:outerShdw>
              </a:effectLst>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98" name="Rectangle: Top Corners Rounded 7"/>
              <p:cNvSpPr/>
              <p:nvPr/>
            </p:nvSpPr>
            <p:spPr bwMode="auto">
              <a:xfrm rot="16200000">
                <a:off x="4599416" y="5677959"/>
                <a:ext cx="848682" cy="746391"/>
              </a:xfrm>
              <a:prstGeom prst="round2SameRect">
                <a:avLst/>
              </a:prstGeom>
              <a:solidFill>
                <a:schemeClr val="accent1"/>
              </a:solidFill>
              <a:ln>
                <a:no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99" name="Arrow: Pentagon 8"/>
              <p:cNvSpPr/>
              <p:nvPr/>
            </p:nvSpPr>
            <p:spPr bwMode="auto">
              <a:xfrm>
                <a:off x="5504187" y="5767264"/>
                <a:ext cx="3298024" cy="567770"/>
              </a:xfrm>
              <a:prstGeom prst="homePlate">
                <a:avLst>
                  <a:gd name="adj" fmla="val 31144"/>
                </a:avLst>
              </a:prstGeom>
              <a:solidFill>
                <a:schemeClr val="accent1"/>
              </a:solidFill>
              <a:ln w="19050">
                <a:noFill/>
              </a:ln>
              <a:effectLst>
                <a:outerShdw blurRad="50800" dist="38100" algn="l" rotWithShape="0">
                  <a:prstClr val="black">
                    <a:alpha val="40000"/>
                  </a:prstClr>
                </a:outerShdw>
              </a:effectLst>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300" name="Oval 299"/>
              <p:cNvSpPr/>
              <p:nvPr/>
            </p:nvSpPr>
            <p:spPr bwMode="auto">
              <a:xfrm>
                <a:off x="4782458" y="5789666"/>
                <a:ext cx="571513" cy="565790"/>
              </a:xfrm>
              <a:prstGeom prst="ellipse">
                <a:avLst/>
              </a:prstGeom>
              <a:solidFill>
                <a:schemeClr val="bg1">
                  <a:alpha val="15000"/>
                </a:schemeClr>
              </a:solidFill>
              <a:ln w="19050">
                <a:solidFill>
                  <a:schemeClr val="bg1">
                    <a:alpha val="50000"/>
                  </a:schemeClr>
                </a:solid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grpSp>
        <p:sp>
          <p:nvSpPr>
            <p:cNvPr id="228" name="TextBox 76"/>
            <p:cNvSpPr txBox="1"/>
            <p:nvPr/>
          </p:nvSpPr>
          <p:spPr>
            <a:xfrm>
              <a:off x="7314675" y="5781846"/>
              <a:ext cx="418704"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dirty="0">
                  <a:solidFill>
                    <a:schemeClr val="bg1"/>
                  </a:solidFill>
                  <a:cs typeface="Arial" panose="020B0604020202020204" pitchFamily="34" charset="0"/>
                </a:rPr>
                <a:t>12</a:t>
              </a:r>
              <a:endParaRPr lang="en-US" b="1" dirty="0">
                <a:solidFill>
                  <a:schemeClr val="bg1"/>
                </a:solidFill>
                <a:cs typeface="Arial" panose="020B0604020202020204" pitchFamily="34" charset="0"/>
              </a:endParaRPr>
            </a:p>
          </p:txBody>
        </p:sp>
        <p:sp>
          <p:nvSpPr>
            <p:cNvPr id="312" name="Rectangle 311"/>
            <p:cNvSpPr/>
            <p:nvPr/>
          </p:nvSpPr>
          <p:spPr>
            <a:xfrm>
              <a:off x="7970665" y="5581822"/>
              <a:ext cx="3010052" cy="944703"/>
            </a:xfrm>
            <a:prstGeom prst="rect">
              <a:avLst/>
            </a:prstGeom>
          </p:spPr>
          <p:txBody>
            <a:bodyPr wrap="square">
              <a:spAutoFit/>
            </a:bodyPr>
            <a:lstStyle/>
            <a:p>
              <a:pPr algn="l"/>
              <a:r>
                <a:rPr lang="en-US" sz="1400" b="0" dirty="0">
                  <a:solidFill>
                    <a:schemeClr val="bg1"/>
                  </a:solidFill>
                  <a:latin typeface="+mj-lt"/>
                </a:rPr>
                <a:t>Regularly reflect and adjust </a:t>
              </a:r>
              <a:endParaRPr lang="en-US" sz="1400" b="0" dirty="0">
                <a:solidFill>
                  <a:schemeClr val="bg1"/>
                </a:solidFill>
                <a:latin typeface="+mj-lt"/>
              </a:endParaRPr>
            </a:p>
            <a:p>
              <a:pPr algn="l"/>
              <a:r>
                <a:rPr lang="en-US" sz="1400" b="0" dirty="0">
                  <a:solidFill>
                    <a:schemeClr val="bg1"/>
                  </a:solidFill>
                  <a:latin typeface="+mj-lt"/>
                </a:rPr>
                <a:t>the way of work to improve.</a:t>
              </a:r>
              <a:endParaRPr lang="en-US" sz="1400" b="0" dirty="0">
                <a:solidFill>
                  <a:schemeClr val="bg1"/>
                </a:solidFill>
                <a:latin typeface="+mj-lt"/>
              </a:endParaRPr>
            </a:p>
          </p:txBody>
        </p:sp>
      </p:grpSp>
      <p:pic>
        <p:nvPicPr>
          <p:cNvPr id="8" name="intro-s5v2">
            <a:hlinkClick r:id="" action="ppaction://media"/>
          </p:cNvPr>
          <p:cNvPicPr>
            <a:picLocks noChangeAspect="1"/>
          </p:cNvPicPr>
          <p:nvPr>
            <a:audioFile r:link="rId1"/>
            <p:extLst>
              <p:ext uri="{DAA4B4D4-6D71-4841-9C94-3DE7FCFB9230}">
                <p14:media xmlns:p14="http://schemas.microsoft.com/office/powerpoint/2010/main" r:embed="rId2"/>
              </p:ext>
            </p:extLst>
          </p:nvPr>
        </p:nvPicPr>
        <p:blipFill>
          <a:blip r:embed="rId3"/>
          <a:stretch>
            <a:fillRect/>
          </a:stretch>
        </p:blipFill>
        <p:spPr>
          <a:xfrm>
            <a:off x="5365664" y="5082258"/>
            <a:ext cx="406400" cy="406400"/>
          </a:xfrm>
          <a:prstGeom prst="rect">
            <a:avLst/>
          </a:prstGeom>
        </p:spPr>
      </p:pic>
      <p:grpSp>
        <p:nvGrpSpPr>
          <p:cNvPr id="4" name="Group 3"/>
          <p:cNvGrpSpPr/>
          <p:nvPr/>
        </p:nvGrpSpPr>
        <p:grpSpPr>
          <a:xfrm>
            <a:off x="2832720" y="5117133"/>
            <a:ext cx="3747245" cy="661828"/>
            <a:chOff x="2775327" y="5203937"/>
            <a:chExt cx="3747245" cy="661828"/>
          </a:xfrm>
        </p:grpSpPr>
        <p:grpSp>
          <p:nvGrpSpPr>
            <p:cNvPr id="162" name="Group 161"/>
            <p:cNvGrpSpPr/>
            <p:nvPr/>
          </p:nvGrpSpPr>
          <p:grpSpPr>
            <a:xfrm>
              <a:off x="2775327" y="5203937"/>
              <a:ext cx="3747245" cy="661828"/>
              <a:chOff x="7117038" y="915965"/>
              <a:chExt cx="4258330" cy="848684"/>
            </a:xfrm>
          </p:grpSpPr>
          <p:grpSp>
            <p:nvGrpSpPr>
              <p:cNvPr id="163" name="Group 162"/>
              <p:cNvGrpSpPr/>
              <p:nvPr/>
            </p:nvGrpSpPr>
            <p:grpSpPr>
              <a:xfrm>
                <a:off x="7117038" y="915965"/>
                <a:ext cx="4258330" cy="848684"/>
                <a:chOff x="4650560" y="1055080"/>
                <a:chExt cx="4258330" cy="848684"/>
              </a:xfrm>
            </p:grpSpPr>
            <p:sp>
              <p:nvSpPr>
                <p:cNvPr id="166" name="Trapezoid 165"/>
                <p:cNvSpPr/>
                <p:nvPr/>
              </p:nvSpPr>
              <p:spPr bwMode="auto">
                <a:xfrm rot="5400000">
                  <a:off x="5009770" y="1441964"/>
                  <a:ext cx="848682" cy="74914"/>
                </a:xfrm>
                <a:prstGeom prst="trapezoid">
                  <a:avLst>
                    <a:gd name="adj" fmla="val 82895"/>
                  </a:avLst>
                </a:prstGeom>
                <a:solidFill>
                  <a:schemeClr val="accent6">
                    <a:lumMod val="50000"/>
                  </a:schemeClr>
                </a:solidFill>
                <a:ln>
                  <a:no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67" name="Arrow: Pentagon 31"/>
                <p:cNvSpPr/>
                <p:nvPr/>
              </p:nvSpPr>
              <p:spPr bwMode="auto">
                <a:xfrm>
                  <a:off x="5338587" y="1116421"/>
                  <a:ext cx="3570303" cy="726002"/>
                </a:xfrm>
                <a:prstGeom prst="homePlate">
                  <a:avLst>
                    <a:gd name="adj" fmla="val 31380"/>
                  </a:avLst>
                </a:prstGeom>
                <a:solidFill>
                  <a:schemeClr val="accent6">
                    <a:lumMod val="75000"/>
                  </a:schemeClr>
                </a:solidFill>
                <a:ln>
                  <a:noFill/>
                </a:ln>
                <a:effectLst>
                  <a:outerShdw blurRad="50800" dist="38100" algn="l" rotWithShape="0">
                    <a:prstClr val="black">
                      <a:alpha val="40000"/>
                    </a:prstClr>
                  </a:outerShdw>
                </a:effectLst>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68" name="Rectangle: Top Corners Rounded 32"/>
                <p:cNvSpPr/>
                <p:nvPr/>
              </p:nvSpPr>
              <p:spPr bwMode="auto">
                <a:xfrm rot="16200000">
                  <a:off x="4599415" y="1106227"/>
                  <a:ext cx="848682" cy="746391"/>
                </a:xfrm>
                <a:prstGeom prst="round2SameRect">
                  <a:avLst/>
                </a:prstGeom>
                <a:solidFill>
                  <a:schemeClr val="accent6"/>
                </a:solidFill>
                <a:ln>
                  <a:no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69" name="Arrow: Pentagon 33"/>
                <p:cNvSpPr/>
                <p:nvPr/>
              </p:nvSpPr>
              <p:spPr bwMode="auto">
                <a:xfrm>
                  <a:off x="5504187" y="1193628"/>
                  <a:ext cx="3298024" cy="567770"/>
                </a:xfrm>
                <a:prstGeom prst="homePlate">
                  <a:avLst>
                    <a:gd name="adj" fmla="val 31144"/>
                  </a:avLst>
                </a:prstGeom>
                <a:solidFill>
                  <a:schemeClr val="accent6"/>
                </a:solidFill>
                <a:ln w="19050">
                  <a:noFill/>
                </a:ln>
                <a:effectLst>
                  <a:outerShdw blurRad="50800" dist="38100" algn="l" rotWithShape="0">
                    <a:prstClr val="black">
                      <a:alpha val="40000"/>
                    </a:prstClr>
                  </a:outerShdw>
                </a:effectLst>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70" name="Oval 169"/>
                <p:cNvSpPr/>
                <p:nvPr/>
              </p:nvSpPr>
              <p:spPr bwMode="auto">
                <a:xfrm>
                  <a:off x="4739871" y="1195536"/>
                  <a:ext cx="567770" cy="567771"/>
                </a:xfrm>
                <a:prstGeom prst="ellipse">
                  <a:avLst/>
                </a:prstGeom>
                <a:solidFill>
                  <a:schemeClr val="bg1">
                    <a:alpha val="15000"/>
                  </a:schemeClr>
                </a:solidFill>
                <a:ln w="19050">
                  <a:solidFill>
                    <a:schemeClr val="bg1">
                      <a:alpha val="50000"/>
                    </a:schemeClr>
                  </a:solidFill>
                </a:ln>
              </p:spPr>
              <p:txBody>
                <a:bodyPr vert="horz" wrap="square" lIns="91440" tIns="45720" rIns="91440" bIns="45720"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grpSp>
          <p:sp>
            <p:nvSpPr>
              <p:cNvPr id="164" name="TextBox 71"/>
              <p:cNvSpPr txBox="1"/>
              <p:nvPr/>
            </p:nvSpPr>
            <p:spPr>
              <a:xfrm>
                <a:off x="7239576" y="1155639"/>
                <a:ext cx="501315" cy="473607"/>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dirty="0">
                    <a:solidFill>
                      <a:schemeClr val="bg1"/>
                    </a:solidFill>
                    <a:cs typeface="Arial" panose="020B0604020202020204" pitchFamily="34" charset="0"/>
                  </a:rPr>
                  <a:t>06</a:t>
                </a:r>
                <a:endParaRPr lang="en-US" b="1" dirty="0">
                  <a:solidFill>
                    <a:schemeClr val="bg1"/>
                  </a:solidFill>
                  <a:cs typeface="Arial" panose="020B0604020202020204" pitchFamily="34" charset="0"/>
                </a:endParaRPr>
              </a:p>
            </p:txBody>
          </p:sp>
        </p:grpSp>
        <p:sp>
          <p:nvSpPr>
            <p:cNvPr id="3" name="TextBox 2"/>
            <p:cNvSpPr txBox="1"/>
            <p:nvPr/>
          </p:nvSpPr>
          <p:spPr>
            <a:xfrm>
              <a:off x="3584418" y="5249270"/>
              <a:ext cx="2301912"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825500" rtl="0" fontAlgn="auto" latinLnBrk="0" hangingPunct="0">
                <a:lnSpc>
                  <a:spcPct val="100000"/>
                </a:lnSpc>
                <a:spcBef>
                  <a:spcPts val="0"/>
                </a:spcBef>
                <a:spcAft>
                  <a:spcPts val="0"/>
                </a:spcAft>
                <a:buClrTx/>
                <a:buSzTx/>
                <a:buFontTx/>
                <a:buNone/>
              </a:pPr>
              <a:r>
                <a:rPr kumimoji="0" lang="en-US" sz="1400" b="0" i="0" u="none" strike="noStrike" cap="none" spc="0" normalizeH="0" baseline="0" dirty="0">
                  <a:ln>
                    <a:noFill/>
                  </a:ln>
                  <a:solidFill>
                    <a:schemeClr val="bg1"/>
                  </a:solidFill>
                  <a:effectLst/>
                  <a:uFillTx/>
                  <a:latin typeface="Helvetica Neue"/>
                  <a:ea typeface="Helvetica Neue"/>
                  <a:cs typeface="Helvetica Neue"/>
                  <a:sym typeface="Helvetica Neue"/>
                </a:rPr>
                <a:t>Collaboration of businesses</a:t>
              </a:r>
              <a:endParaRPr kumimoji="0" lang="en-US" sz="1400" b="0" i="0" u="none" strike="noStrike" cap="none" spc="0" normalizeH="0" baseline="0" dirty="0">
                <a:ln>
                  <a:noFill/>
                </a:ln>
                <a:solidFill>
                  <a:schemeClr val="bg1"/>
                </a:solidFill>
                <a:effectLst/>
                <a:uFillTx/>
                <a:latin typeface="Helvetica Neue"/>
                <a:ea typeface="Helvetica Neue"/>
                <a:cs typeface="Helvetica Neue"/>
                <a:sym typeface="Helvetica Neue"/>
              </a:endParaRPr>
            </a:p>
            <a:p>
              <a:pPr marL="0" marR="0" indent="0" algn="l" defTabSz="825500" rtl="0" fontAlgn="auto" latinLnBrk="0" hangingPunct="0">
                <a:lnSpc>
                  <a:spcPct val="100000"/>
                </a:lnSpc>
                <a:spcBef>
                  <a:spcPts val="0"/>
                </a:spcBef>
                <a:spcAft>
                  <a:spcPts val="0"/>
                </a:spcAft>
                <a:buClrTx/>
                <a:buSzTx/>
                <a:buFontTx/>
                <a:buNone/>
              </a:pPr>
              <a:r>
                <a:rPr lang="en-US" sz="1400" b="0" dirty="0">
                  <a:solidFill>
                    <a:schemeClr val="bg1"/>
                  </a:solidFill>
                </a:rPr>
                <a:t>And developers</a:t>
              </a:r>
              <a:endParaRPr kumimoji="0" lang="en-US" sz="1400" b="0" i="0" u="none" strike="noStrike" cap="none" spc="0" normalizeH="0" baseline="0" dirty="0">
                <a:ln>
                  <a:noFill/>
                </a:ln>
                <a:solidFill>
                  <a:schemeClr val="bg1"/>
                </a:solidFill>
                <a:effectLst/>
                <a:uFillTx/>
                <a:sym typeface="Helvetica Neue"/>
              </a:endParaRPr>
            </a:p>
          </p:txBody>
        </p:sp>
      </p:grpSp>
      <p:pic>
        <p:nvPicPr>
          <p:cNvPr id="160" name="Picture 15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08052" y="5873836"/>
            <a:ext cx="1260187" cy="945560"/>
          </a:xfrm>
          <a:prstGeom prst="ellipse">
            <a:avLst/>
          </a:prstGeom>
          <a:ln>
            <a:noFill/>
          </a:ln>
          <a:effectLst>
            <a:softEdge rad="112500"/>
          </a:effec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down)">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down)">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down)">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down)">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down)">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down)">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wipe(up)">
                                      <p:cBhvr>
                                        <p:cTn id="37" dur="500"/>
                                        <p:tgtEl>
                                          <p:spTgt spid="2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wipe(up)">
                                      <p:cBhvr>
                                        <p:cTn id="42" dur="5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wipe(up)">
                                      <p:cBhvr>
                                        <p:cTn id="47" dur="500"/>
                                        <p:tgtEl>
                                          <p:spTgt spid="3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wipe(up)">
                                      <p:cBhvr>
                                        <p:cTn id="52" dur="500"/>
                                        <p:tgtEl>
                                          <p:spTgt spid="3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wipe(up)">
                                      <p:cBhvr>
                                        <p:cTn id="57" dur="500"/>
                                        <p:tgtEl>
                                          <p:spTgt spid="3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wipe(up)">
                                      <p:cBhvr>
                                        <p:cTn id="6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63" fill="hold" display="0">
                  <p:stCondLst>
                    <p:cond delay="indefinite"/>
                  </p:stCondLst>
                  <p:endCondLst>
                    <p:cond evt="onStopAudio" delay="0">
                      <p:tgtEl>
                        <p:sldTgt/>
                      </p:tgtEl>
                    </p:cond>
                  </p:endCondLst>
                </p:cTn>
                <p:tgtEl>
                  <p:spTgt spid="8"/>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1394958" y="1034744"/>
            <a:ext cx="8690324" cy="62494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chemeClr val="accent1"/>
                </a:solidFill>
              </a:rPr>
              <a:t>Agile </a:t>
            </a:r>
            <a:r>
              <a:rPr lang="en-US" sz="3600" b="1" dirty="0">
                <a:solidFill>
                  <a:schemeClr val="accent2"/>
                </a:solidFill>
              </a:rPr>
              <a:t>Methodologies</a:t>
            </a:r>
            <a:endParaRPr lang="en-US" sz="3600" b="1" dirty="0">
              <a:solidFill>
                <a:schemeClr val="accent2"/>
              </a:solidFill>
            </a:endParaRPr>
          </a:p>
        </p:txBody>
      </p:sp>
      <p:grpSp>
        <p:nvGrpSpPr>
          <p:cNvPr id="23" name="Google Shape;8949;p205"/>
          <p:cNvGrpSpPr/>
          <p:nvPr/>
        </p:nvGrpSpPr>
        <p:grpSpPr>
          <a:xfrm>
            <a:off x="4182259" y="1838734"/>
            <a:ext cx="3609328" cy="3642193"/>
            <a:chOff x="1973" y="280"/>
            <a:chExt cx="3734" cy="3768"/>
          </a:xfrm>
        </p:grpSpPr>
        <p:sp>
          <p:nvSpPr>
            <p:cNvPr id="24" name="Google Shape;8950;p205"/>
            <p:cNvSpPr/>
            <p:nvPr/>
          </p:nvSpPr>
          <p:spPr>
            <a:xfrm>
              <a:off x="3681" y="280"/>
              <a:ext cx="327" cy="423"/>
            </a:xfrm>
            <a:custGeom>
              <a:avLst/>
              <a:gdLst/>
              <a:ahLst/>
              <a:cxnLst/>
              <a:rect l="l" t="t" r="r" b="b"/>
              <a:pathLst>
                <a:path w="138" h="179" extrusionOk="0">
                  <a:moveTo>
                    <a:pt x="105" y="117"/>
                  </a:moveTo>
                  <a:cubicBezTo>
                    <a:pt x="93" y="117"/>
                    <a:pt x="93" y="117"/>
                    <a:pt x="93" y="117"/>
                  </a:cubicBezTo>
                  <a:cubicBezTo>
                    <a:pt x="85" y="25"/>
                    <a:pt x="85" y="25"/>
                    <a:pt x="85" y="25"/>
                  </a:cubicBezTo>
                  <a:cubicBezTo>
                    <a:pt x="85" y="12"/>
                    <a:pt x="81" y="0"/>
                    <a:pt x="67" y="0"/>
                  </a:cubicBezTo>
                  <a:cubicBezTo>
                    <a:pt x="67" y="0"/>
                    <a:pt x="66" y="0"/>
                    <a:pt x="65" y="0"/>
                  </a:cubicBezTo>
                  <a:cubicBezTo>
                    <a:pt x="53" y="1"/>
                    <a:pt x="51" y="13"/>
                    <a:pt x="51" y="25"/>
                  </a:cubicBezTo>
                  <a:cubicBezTo>
                    <a:pt x="43" y="117"/>
                    <a:pt x="43" y="117"/>
                    <a:pt x="43" y="117"/>
                  </a:cubicBezTo>
                  <a:cubicBezTo>
                    <a:pt x="31" y="117"/>
                    <a:pt x="31" y="117"/>
                    <a:pt x="31" y="117"/>
                  </a:cubicBezTo>
                  <a:cubicBezTo>
                    <a:pt x="30" y="117"/>
                    <a:pt x="29" y="117"/>
                    <a:pt x="28" y="117"/>
                  </a:cubicBezTo>
                  <a:cubicBezTo>
                    <a:pt x="12" y="119"/>
                    <a:pt x="0" y="134"/>
                    <a:pt x="1" y="150"/>
                  </a:cubicBezTo>
                  <a:cubicBezTo>
                    <a:pt x="1" y="165"/>
                    <a:pt x="15" y="179"/>
                    <a:pt x="31" y="179"/>
                  </a:cubicBezTo>
                  <a:cubicBezTo>
                    <a:pt x="77" y="179"/>
                    <a:pt x="77" y="179"/>
                    <a:pt x="77" y="179"/>
                  </a:cubicBezTo>
                  <a:cubicBezTo>
                    <a:pt x="77" y="179"/>
                    <a:pt x="77" y="179"/>
                    <a:pt x="77" y="179"/>
                  </a:cubicBezTo>
                  <a:cubicBezTo>
                    <a:pt x="77" y="177"/>
                    <a:pt x="76" y="177"/>
                    <a:pt x="72" y="172"/>
                  </a:cubicBezTo>
                  <a:cubicBezTo>
                    <a:pt x="69" y="168"/>
                    <a:pt x="65" y="162"/>
                    <a:pt x="65" y="154"/>
                  </a:cubicBezTo>
                  <a:cubicBezTo>
                    <a:pt x="65" y="147"/>
                    <a:pt x="67" y="140"/>
                    <a:pt x="72" y="134"/>
                  </a:cubicBezTo>
                  <a:cubicBezTo>
                    <a:pt x="76" y="128"/>
                    <a:pt x="85" y="124"/>
                    <a:pt x="95" y="124"/>
                  </a:cubicBezTo>
                  <a:cubicBezTo>
                    <a:pt x="104" y="124"/>
                    <a:pt x="113" y="128"/>
                    <a:pt x="118" y="134"/>
                  </a:cubicBezTo>
                  <a:cubicBezTo>
                    <a:pt x="123" y="140"/>
                    <a:pt x="124" y="147"/>
                    <a:pt x="124" y="154"/>
                  </a:cubicBezTo>
                  <a:cubicBezTo>
                    <a:pt x="124" y="162"/>
                    <a:pt x="121" y="168"/>
                    <a:pt x="118" y="171"/>
                  </a:cubicBezTo>
                  <a:cubicBezTo>
                    <a:pt x="114" y="176"/>
                    <a:pt x="114" y="176"/>
                    <a:pt x="114" y="177"/>
                  </a:cubicBezTo>
                  <a:cubicBezTo>
                    <a:pt x="114" y="178"/>
                    <a:pt x="114" y="178"/>
                    <a:pt x="114" y="178"/>
                  </a:cubicBezTo>
                  <a:cubicBezTo>
                    <a:pt x="119" y="177"/>
                    <a:pt x="124" y="175"/>
                    <a:pt x="128" y="171"/>
                  </a:cubicBezTo>
                  <a:cubicBezTo>
                    <a:pt x="135" y="165"/>
                    <a:pt x="138" y="157"/>
                    <a:pt x="138" y="148"/>
                  </a:cubicBezTo>
                  <a:cubicBezTo>
                    <a:pt x="138" y="140"/>
                    <a:pt x="135" y="131"/>
                    <a:pt x="128" y="126"/>
                  </a:cubicBezTo>
                  <a:cubicBezTo>
                    <a:pt x="122" y="120"/>
                    <a:pt x="113" y="117"/>
                    <a:pt x="105" y="117"/>
                  </a:cubicBezTo>
                  <a:close/>
                </a:path>
              </a:pathLst>
            </a:custGeom>
            <a:solidFill>
              <a:srgbClr val="98A8BC"/>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25" name="Google Shape;8951;p205"/>
            <p:cNvSpPr/>
            <p:nvPr/>
          </p:nvSpPr>
          <p:spPr>
            <a:xfrm>
              <a:off x="2396" y="701"/>
              <a:ext cx="1274" cy="734"/>
            </a:xfrm>
            <a:custGeom>
              <a:avLst/>
              <a:gdLst/>
              <a:ahLst/>
              <a:cxnLst/>
              <a:rect l="l" t="t" r="r" b="b"/>
              <a:pathLst>
                <a:path w="538" h="310" extrusionOk="0">
                  <a:moveTo>
                    <a:pt x="522" y="0"/>
                  </a:moveTo>
                  <a:cubicBezTo>
                    <a:pt x="522" y="0"/>
                    <a:pt x="522" y="0"/>
                    <a:pt x="522" y="0"/>
                  </a:cubicBezTo>
                  <a:cubicBezTo>
                    <a:pt x="521" y="0"/>
                    <a:pt x="521" y="0"/>
                    <a:pt x="521" y="0"/>
                  </a:cubicBezTo>
                  <a:cubicBezTo>
                    <a:pt x="302" y="23"/>
                    <a:pt x="128" y="131"/>
                    <a:pt x="0" y="267"/>
                  </a:cubicBezTo>
                  <a:cubicBezTo>
                    <a:pt x="35" y="257"/>
                    <a:pt x="71" y="250"/>
                    <a:pt x="108" y="249"/>
                  </a:cubicBezTo>
                  <a:cubicBezTo>
                    <a:pt x="119" y="248"/>
                    <a:pt x="130" y="248"/>
                    <a:pt x="141" y="248"/>
                  </a:cubicBezTo>
                  <a:cubicBezTo>
                    <a:pt x="143" y="248"/>
                    <a:pt x="146" y="248"/>
                    <a:pt x="149" y="249"/>
                  </a:cubicBezTo>
                  <a:cubicBezTo>
                    <a:pt x="149" y="247"/>
                    <a:pt x="149" y="247"/>
                    <a:pt x="149" y="247"/>
                  </a:cubicBezTo>
                  <a:cubicBezTo>
                    <a:pt x="150" y="245"/>
                    <a:pt x="149" y="244"/>
                    <a:pt x="147" y="239"/>
                  </a:cubicBezTo>
                  <a:cubicBezTo>
                    <a:pt x="145" y="234"/>
                    <a:pt x="143" y="227"/>
                    <a:pt x="146" y="219"/>
                  </a:cubicBezTo>
                  <a:cubicBezTo>
                    <a:pt x="148" y="213"/>
                    <a:pt x="151" y="206"/>
                    <a:pt x="158" y="202"/>
                  </a:cubicBezTo>
                  <a:cubicBezTo>
                    <a:pt x="164" y="198"/>
                    <a:pt x="173" y="197"/>
                    <a:pt x="182" y="200"/>
                  </a:cubicBezTo>
                  <a:cubicBezTo>
                    <a:pt x="192" y="202"/>
                    <a:pt x="199" y="209"/>
                    <a:pt x="202" y="216"/>
                  </a:cubicBezTo>
                  <a:cubicBezTo>
                    <a:pt x="205" y="223"/>
                    <a:pt x="204" y="230"/>
                    <a:pt x="202" y="237"/>
                  </a:cubicBezTo>
                  <a:cubicBezTo>
                    <a:pt x="200" y="244"/>
                    <a:pt x="194" y="249"/>
                    <a:pt x="190" y="252"/>
                  </a:cubicBezTo>
                  <a:cubicBezTo>
                    <a:pt x="189" y="252"/>
                    <a:pt x="189" y="253"/>
                    <a:pt x="189" y="253"/>
                  </a:cubicBezTo>
                  <a:cubicBezTo>
                    <a:pt x="236" y="261"/>
                    <a:pt x="281" y="279"/>
                    <a:pt x="318" y="310"/>
                  </a:cubicBezTo>
                  <a:cubicBezTo>
                    <a:pt x="338" y="266"/>
                    <a:pt x="360" y="226"/>
                    <a:pt x="385" y="190"/>
                  </a:cubicBezTo>
                  <a:cubicBezTo>
                    <a:pt x="384" y="189"/>
                    <a:pt x="384" y="189"/>
                    <a:pt x="384" y="189"/>
                  </a:cubicBezTo>
                  <a:cubicBezTo>
                    <a:pt x="383" y="189"/>
                    <a:pt x="382" y="189"/>
                    <a:pt x="376" y="190"/>
                  </a:cubicBezTo>
                  <a:cubicBezTo>
                    <a:pt x="371" y="190"/>
                    <a:pt x="364" y="190"/>
                    <a:pt x="357" y="186"/>
                  </a:cubicBezTo>
                  <a:cubicBezTo>
                    <a:pt x="351" y="183"/>
                    <a:pt x="346" y="178"/>
                    <a:pt x="343" y="170"/>
                  </a:cubicBezTo>
                  <a:cubicBezTo>
                    <a:pt x="341" y="164"/>
                    <a:pt x="342" y="154"/>
                    <a:pt x="347" y="146"/>
                  </a:cubicBezTo>
                  <a:cubicBezTo>
                    <a:pt x="352" y="137"/>
                    <a:pt x="360" y="132"/>
                    <a:pt x="368" y="131"/>
                  </a:cubicBezTo>
                  <a:cubicBezTo>
                    <a:pt x="375" y="130"/>
                    <a:pt x="382" y="133"/>
                    <a:pt x="388" y="136"/>
                  </a:cubicBezTo>
                  <a:cubicBezTo>
                    <a:pt x="395" y="140"/>
                    <a:pt x="398" y="146"/>
                    <a:pt x="399" y="151"/>
                  </a:cubicBezTo>
                  <a:cubicBezTo>
                    <a:pt x="402" y="156"/>
                    <a:pt x="402" y="157"/>
                    <a:pt x="403" y="157"/>
                  </a:cubicBezTo>
                  <a:cubicBezTo>
                    <a:pt x="406" y="159"/>
                    <a:pt x="406" y="159"/>
                    <a:pt x="406" y="159"/>
                  </a:cubicBezTo>
                  <a:cubicBezTo>
                    <a:pt x="443" y="108"/>
                    <a:pt x="485" y="64"/>
                    <a:pt x="531" y="25"/>
                  </a:cubicBezTo>
                  <a:cubicBezTo>
                    <a:pt x="536" y="21"/>
                    <a:pt x="538" y="14"/>
                    <a:pt x="536" y="9"/>
                  </a:cubicBezTo>
                  <a:cubicBezTo>
                    <a:pt x="533" y="3"/>
                    <a:pt x="527" y="0"/>
                    <a:pt x="522" y="0"/>
                  </a:cubicBezTo>
                  <a:close/>
                </a:path>
              </a:pathLst>
            </a:custGeom>
            <a:solidFill>
              <a:schemeClr val="accent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26" name="Google Shape;8952;p205"/>
            <p:cNvSpPr/>
            <p:nvPr/>
          </p:nvSpPr>
          <p:spPr>
            <a:xfrm>
              <a:off x="1973" y="1198"/>
              <a:ext cx="1152" cy="878"/>
            </a:xfrm>
            <a:custGeom>
              <a:avLst/>
              <a:gdLst/>
              <a:ahLst/>
              <a:cxnLst/>
              <a:rect l="l" t="t" r="r" b="b"/>
              <a:pathLst>
                <a:path w="487" h="371" extrusionOk="0">
                  <a:moveTo>
                    <a:pt x="353" y="43"/>
                  </a:moveTo>
                  <a:cubicBezTo>
                    <a:pt x="355" y="37"/>
                    <a:pt x="359" y="35"/>
                    <a:pt x="362" y="32"/>
                  </a:cubicBezTo>
                  <a:cubicBezTo>
                    <a:pt x="366" y="30"/>
                    <a:pt x="368" y="27"/>
                    <a:pt x="370" y="23"/>
                  </a:cubicBezTo>
                  <a:cubicBezTo>
                    <a:pt x="371" y="19"/>
                    <a:pt x="371" y="14"/>
                    <a:pt x="370" y="10"/>
                  </a:cubicBezTo>
                  <a:cubicBezTo>
                    <a:pt x="368" y="6"/>
                    <a:pt x="365" y="3"/>
                    <a:pt x="358" y="1"/>
                  </a:cubicBezTo>
                  <a:cubicBezTo>
                    <a:pt x="355" y="0"/>
                    <a:pt x="353" y="0"/>
                    <a:pt x="351" y="0"/>
                  </a:cubicBezTo>
                  <a:cubicBezTo>
                    <a:pt x="348" y="0"/>
                    <a:pt x="345" y="0"/>
                    <a:pt x="343" y="2"/>
                  </a:cubicBezTo>
                  <a:cubicBezTo>
                    <a:pt x="340" y="4"/>
                    <a:pt x="337" y="8"/>
                    <a:pt x="336" y="13"/>
                  </a:cubicBezTo>
                  <a:cubicBezTo>
                    <a:pt x="334" y="17"/>
                    <a:pt x="335" y="20"/>
                    <a:pt x="337" y="24"/>
                  </a:cubicBezTo>
                  <a:cubicBezTo>
                    <a:pt x="339" y="29"/>
                    <a:pt x="341" y="33"/>
                    <a:pt x="340" y="39"/>
                  </a:cubicBezTo>
                  <a:cubicBezTo>
                    <a:pt x="340" y="39"/>
                    <a:pt x="340" y="39"/>
                    <a:pt x="340" y="39"/>
                  </a:cubicBezTo>
                  <a:cubicBezTo>
                    <a:pt x="332" y="63"/>
                    <a:pt x="332" y="63"/>
                    <a:pt x="332" y="63"/>
                  </a:cubicBezTo>
                  <a:cubicBezTo>
                    <a:pt x="323" y="62"/>
                    <a:pt x="313" y="62"/>
                    <a:pt x="303" y="62"/>
                  </a:cubicBezTo>
                  <a:cubicBezTo>
                    <a:pt x="298" y="62"/>
                    <a:pt x="293" y="62"/>
                    <a:pt x="288" y="63"/>
                  </a:cubicBezTo>
                  <a:cubicBezTo>
                    <a:pt x="240" y="65"/>
                    <a:pt x="191" y="76"/>
                    <a:pt x="147" y="94"/>
                  </a:cubicBezTo>
                  <a:cubicBezTo>
                    <a:pt x="91" y="160"/>
                    <a:pt x="45" y="232"/>
                    <a:pt x="9" y="303"/>
                  </a:cubicBezTo>
                  <a:cubicBezTo>
                    <a:pt x="9" y="303"/>
                    <a:pt x="9" y="303"/>
                    <a:pt x="9" y="303"/>
                  </a:cubicBezTo>
                  <a:cubicBezTo>
                    <a:pt x="0" y="321"/>
                    <a:pt x="3" y="343"/>
                    <a:pt x="18" y="357"/>
                  </a:cubicBezTo>
                  <a:cubicBezTo>
                    <a:pt x="33" y="371"/>
                    <a:pt x="55" y="365"/>
                    <a:pt x="72" y="354"/>
                  </a:cubicBezTo>
                  <a:cubicBezTo>
                    <a:pt x="73" y="354"/>
                    <a:pt x="73" y="354"/>
                    <a:pt x="73" y="354"/>
                  </a:cubicBezTo>
                  <a:cubicBezTo>
                    <a:pt x="73" y="354"/>
                    <a:pt x="73" y="354"/>
                    <a:pt x="73" y="354"/>
                  </a:cubicBezTo>
                  <a:cubicBezTo>
                    <a:pt x="191" y="283"/>
                    <a:pt x="289" y="293"/>
                    <a:pt x="394" y="361"/>
                  </a:cubicBezTo>
                  <a:cubicBezTo>
                    <a:pt x="398" y="363"/>
                    <a:pt x="403" y="364"/>
                    <a:pt x="407" y="362"/>
                  </a:cubicBezTo>
                  <a:cubicBezTo>
                    <a:pt x="411" y="360"/>
                    <a:pt x="415" y="356"/>
                    <a:pt x="416" y="352"/>
                  </a:cubicBezTo>
                  <a:cubicBezTo>
                    <a:pt x="423" y="317"/>
                    <a:pt x="432" y="283"/>
                    <a:pt x="442" y="251"/>
                  </a:cubicBezTo>
                  <a:cubicBezTo>
                    <a:pt x="440" y="251"/>
                    <a:pt x="439" y="251"/>
                    <a:pt x="434" y="253"/>
                  </a:cubicBezTo>
                  <a:cubicBezTo>
                    <a:pt x="430" y="255"/>
                    <a:pt x="423" y="258"/>
                    <a:pt x="415" y="256"/>
                  </a:cubicBezTo>
                  <a:cubicBezTo>
                    <a:pt x="408" y="254"/>
                    <a:pt x="402" y="251"/>
                    <a:pt x="397" y="245"/>
                  </a:cubicBezTo>
                  <a:cubicBezTo>
                    <a:pt x="393" y="239"/>
                    <a:pt x="391" y="230"/>
                    <a:pt x="393" y="220"/>
                  </a:cubicBezTo>
                  <a:cubicBezTo>
                    <a:pt x="396" y="210"/>
                    <a:pt x="402" y="203"/>
                    <a:pt x="408" y="200"/>
                  </a:cubicBezTo>
                  <a:cubicBezTo>
                    <a:pt x="416" y="197"/>
                    <a:pt x="423" y="197"/>
                    <a:pt x="430" y="199"/>
                  </a:cubicBezTo>
                  <a:cubicBezTo>
                    <a:pt x="437" y="201"/>
                    <a:pt x="442" y="206"/>
                    <a:pt x="445" y="210"/>
                  </a:cubicBezTo>
                  <a:cubicBezTo>
                    <a:pt x="449" y="214"/>
                    <a:pt x="449" y="214"/>
                    <a:pt x="450" y="215"/>
                  </a:cubicBezTo>
                  <a:cubicBezTo>
                    <a:pt x="453" y="215"/>
                    <a:pt x="453" y="215"/>
                    <a:pt x="453" y="215"/>
                  </a:cubicBezTo>
                  <a:cubicBezTo>
                    <a:pt x="463" y="183"/>
                    <a:pt x="475" y="152"/>
                    <a:pt x="487" y="123"/>
                  </a:cubicBezTo>
                  <a:cubicBezTo>
                    <a:pt x="448" y="89"/>
                    <a:pt x="399" y="70"/>
                    <a:pt x="346" y="64"/>
                  </a:cubicBezTo>
                  <a:lnTo>
                    <a:pt x="353" y="43"/>
                  </a:lnTo>
                  <a:close/>
                </a:path>
              </a:pathLst>
            </a:custGeom>
            <a:solidFill>
              <a:schemeClr val="accent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27" name="Google Shape;8953;p205"/>
            <p:cNvSpPr/>
            <p:nvPr/>
          </p:nvSpPr>
          <p:spPr>
            <a:xfrm>
              <a:off x="4013" y="701"/>
              <a:ext cx="1270" cy="736"/>
            </a:xfrm>
            <a:custGeom>
              <a:avLst/>
              <a:gdLst/>
              <a:ahLst/>
              <a:cxnLst/>
              <a:rect l="l" t="t" r="r" b="b"/>
              <a:pathLst>
                <a:path w="537" h="311" extrusionOk="0">
                  <a:moveTo>
                    <a:pt x="17" y="0"/>
                  </a:moveTo>
                  <a:cubicBezTo>
                    <a:pt x="16" y="0"/>
                    <a:pt x="15" y="0"/>
                    <a:pt x="14" y="0"/>
                  </a:cubicBezTo>
                  <a:cubicBezTo>
                    <a:pt x="9" y="0"/>
                    <a:pt x="4" y="4"/>
                    <a:pt x="2" y="10"/>
                  </a:cubicBezTo>
                  <a:cubicBezTo>
                    <a:pt x="0" y="15"/>
                    <a:pt x="2" y="21"/>
                    <a:pt x="7" y="25"/>
                  </a:cubicBezTo>
                  <a:cubicBezTo>
                    <a:pt x="53" y="64"/>
                    <a:pt x="95" y="109"/>
                    <a:pt x="132" y="160"/>
                  </a:cubicBezTo>
                  <a:cubicBezTo>
                    <a:pt x="136" y="157"/>
                    <a:pt x="136" y="157"/>
                    <a:pt x="136" y="157"/>
                  </a:cubicBezTo>
                  <a:cubicBezTo>
                    <a:pt x="137" y="157"/>
                    <a:pt x="137" y="156"/>
                    <a:pt x="139" y="151"/>
                  </a:cubicBezTo>
                  <a:cubicBezTo>
                    <a:pt x="141" y="146"/>
                    <a:pt x="144" y="140"/>
                    <a:pt x="151" y="136"/>
                  </a:cubicBezTo>
                  <a:cubicBezTo>
                    <a:pt x="156" y="133"/>
                    <a:pt x="163" y="130"/>
                    <a:pt x="171" y="131"/>
                  </a:cubicBezTo>
                  <a:cubicBezTo>
                    <a:pt x="178" y="132"/>
                    <a:pt x="187" y="137"/>
                    <a:pt x="192" y="146"/>
                  </a:cubicBezTo>
                  <a:cubicBezTo>
                    <a:pt x="197" y="154"/>
                    <a:pt x="198" y="164"/>
                    <a:pt x="195" y="170"/>
                  </a:cubicBezTo>
                  <a:cubicBezTo>
                    <a:pt x="193" y="178"/>
                    <a:pt x="188" y="183"/>
                    <a:pt x="182" y="186"/>
                  </a:cubicBezTo>
                  <a:cubicBezTo>
                    <a:pt x="175" y="190"/>
                    <a:pt x="168" y="190"/>
                    <a:pt x="163" y="190"/>
                  </a:cubicBezTo>
                  <a:cubicBezTo>
                    <a:pt x="157" y="189"/>
                    <a:pt x="155" y="189"/>
                    <a:pt x="154" y="189"/>
                  </a:cubicBezTo>
                  <a:cubicBezTo>
                    <a:pt x="153" y="190"/>
                    <a:pt x="153" y="190"/>
                    <a:pt x="153" y="190"/>
                  </a:cubicBezTo>
                  <a:cubicBezTo>
                    <a:pt x="178" y="227"/>
                    <a:pt x="200" y="267"/>
                    <a:pt x="220" y="311"/>
                  </a:cubicBezTo>
                  <a:cubicBezTo>
                    <a:pt x="258" y="279"/>
                    <a:pt x="304" y="260"/>
                    <a:pt x="353" y="253"/>
                  </a:cubicBezTo>
                  <a:cubicBezTo>
                    <a:pt x="352" y="252"/>
                    <a:pt x="352" y="252"/>
                    <a:pt x="351" y="252"/>
                  </a:cubicBezTo>
                  <a:cubicBezTo>
                    <a:pt x="348" y="249"/>
                    <a:pt x="342" y="244"/>
                    <a:pt x="340" y="237"/>
                  </a:cubicBezTo>
                  <a:cubicBezTo>
                    <a:pt x="338" y="230"/>
                    <a:pt x="337" y="223"/>
                    <a:pt x="340" y="216"/>
                  </a:cubicBezTo>
                  <a:cubicBezTo>
                    <a:pt x="343" y="209"/>
                    <a:pt x="350" y="202"/>
                    <a:pt x="359" y="200"/>
                  </a:cubicBezTo>
                  <a:cubicBezTo>
                    <a:pt x="369" y="197"/>
                    <a:pt x="378" y="198"/>
                    <a:pt x="384" y="202"/>
                  </a:cubicBezTo>
                  <a:cubicBezTo>
                    <a:pt x="391" y="206"/>
                    <a:pt x="394" y="213"/>
                    <a:pt x="396" y="219"/>
                  </a:cubicBezTo>
                  <a:cubicBezTo>
                    <a:pt x="399" y="227"/>
                    <a:pt x="397" y="234"/>
                    <a:pt x="395" y="239"/>
                  </a:cubicBezTo>
                  <a:cubicBezTo>
                    <a:pt x="393" y="244"/>
                    <a:pt x="392" y="245"/>
                    <a:pt x="392" y="247"/>
                  </a:cubicBezTo>
                  <a:cubicBezTo>
                    <a:pt x="393" y="248"/>
                    <a:pt x="393" y="248"/>
                    <a:pt x="393" y="248"/>
                  </a:cubicBezTo>
                  <a:cubicBezTo>
                    <a:pt x="395" y="248"/>
                    <a:pt x="396" y="248"/>
                    <a:pt x="398" y="248"/>
                  </a:cubicBezTo>
                  <a:cubicBezTo>
                    <a:pt x="409" y="248"/>
                    <a:pt x="420" y="248"/>
                    <a:pt x="431" y="249"/>
                  </a:cubicBezTo>
                  <a:cubicBezTo>
                    <a:pt x="467" y="250"/>
                    <a:pt x="502" y="257"/>
                    <a:pt x="537" y="267"/>
                  </a:cubicBezTo>
                  <a:cubicBezTo>
                    <a:pt x="409" y="130"/>
                    <a:pt x="236" y="23"/>
                    <a:pt x="17" y="0"/>
                  </a:cubicBezTo>
                  <a:close/>
                </a:path>
              </a:pathLst>
            </a:custGeom>
            <a:solidFill>
              <a:schemeClr val="accent4"/>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28" name="Google Shape;8954;p205"/>
            <p:cNvSpPr/>
            <p:nvPr/>
          </p:nvSpPr>
          <p:spPr>
            <a:xfrm>
              <a:off x="4557" y="1198"/>
              <a:ext cx="1150" cy="876"/>
            </a:xfrm>
            <a:custGeom>
              <a:avLst/>
              <a:gdLst/>
              <a:ahLst/>
              <a:cxnLst/>
              <a:rect l="l" t="t" r="r" b="b"/>
              <a:pathLst>
                <a:path w="486" h="370" extrusionOk="0">
                  <a:moveTo>
                    <a:pt x="478" y="303"/>
                  </a:moveTo>
                  <a:cubicBezTo>
                    <a:pt x="442" y="232"/>
                    <a:pt x="396" y="160"/>
                    <a:pt x="339" y="93"/>
                  </a:cubicBezTo>
                  <a:cubicBezTo>
                    <a:pt x="295" y="76"/>
                    <a:pt x="247" y="65"/>
                    <a:pt x="200" y="63"/>
                  </a:cubicBezTo>
                  <a:cubicBezTo>
                    <a:pt x="195" y="62"/>
                    <a:pt x="190" y="62"/>
                    <a:pt x="184" y="62"/>
                  </a:cubicBezTo>
                  <a:cubicBezTo>
                    <a:pt x="176" y="62"/>
                    <a:pt x="167" y="62"/>
                    <a:pt x="158" y="63"/>
                  </a:cubicBezTo>
                  <a:cubicBezTo>
                    <a:pt x="151" y="39"/>
                    <a:pt x="151" y="39"/>
                    <a:pt x="151" y="39"/>
                  </a:cubicBezTo>
                  <a:cubicBezTo>
                    <a:pt x="151" y="39"/>
                    <a:pt x="151" y="39"/>
                    <a:pt x="151" y="39"/>
                  </a:cubicBezTo>
                  <a:cubicBezTo>
                    <a:pt x="150" y="33"/>
                    <a:pt x="152" y="29"/>
                    <a:pt x="154" y="24"/>
                  </a:cubicBezTo>
                  <a:cubicBezTo>
                    <a:pt x="155" y="20"/>
                    <a:pt x="156" y="17"/>
                    <a:pt x="155" y="13"/>
                  </a:cubicBezTo>
                  <a:cubicBezTo>
                    <a:pt x="154" y="8"/>
                    <a:pt x="151" y="4"/>
                    <a:pt x="148" y="2"/>
                  </a:cubicBezTo>
                  <a:cubicBezTo>
                    <a:pt x="146" y="0"/>
                    <a:pt x="143" y="0"/>
                    <a:pt x="140" y="0"/>
                  </a:cubicBezTo>
                  <a:cubicBezTo>
                    <a:pt x="138" y="0"/>
                    <a:pt x="135" y="0"/>
                    <a:pt x="133" y="1"/>
                  </a:cubicBezTo>
                  <a:cubicBezTo>
                    <a:pt x="125" y="3"/>
                    <a:pt x="122" y="6"/>
                    <a:pt x="121" y="10"/>
                  </a:cubicBezTo>
                  <a:cubicBezTo>
                    <a:pt x="119" y="14"/>
                    <a:pt x="120" y="19"/>
                    <a:pt x="121" y="23"/>
                  </a:cubicBezTo>
                  <a:cubicBezTo>
                    <a:pt x="122" y="27"/>
                    <a:pt x="125" y="30"/>
                    <a:pt x="128" y="32"/>
                  </a:cubicBezTo>
                  <a:cubicBezTo>
                    <a:pt x="132" y="35"/>
                    <a:pt x="136" y="37"/>
                    <a:pt x="138" y="43"/>
                  </a:cubicBezTo>
                  <a:cubicBezTo>
                    <a:pt x="145" y="64"/>
                    <a:pt x="145" y="64"/>
                    <a:pt x="145" y="64"/>
                  </a:cubicBezTo>
                  <a:cubicBezTo>
                    <a:pt x="90" y="69"/>
                    <a:pt x="40" y="88"/>
                    <a:pt x="0" y="124"/>
                  </a:cubicBezTo>
                  <a:cubicBezTo>
                    <a:pt x="12" y="152"/>
                    <a:pt x="23" y="182"/>
                    <a:pt x="34" y="213"/>
                  </a:cubicBezTo>
                  <a:cubicBezTo>
                    <a:pt x="34" y="212"/>
                    <a:pt x="35" y="212"/>
                    <a:pt x="37" y="210"/>
                  </a:cubicBezTo>
                  <a:cubicBezTo>
                    <a:pt x="40" y="206"/>
                    <a:pt x="45" y="201"/>
                    <a:pt x="52" y="199"/>
                  </a:cubicBezTo>
                  <a:cubicBezTo>
                    <a:pt x="59" y="197"/>
                    <a:pt x="66" y="197"/>
                    <a:pt x="73" y="200"/>
                  </a:cubicBezTo>
                  <a:cubicBezTo>
                    <a:pt x="80" y="203"/>
                    <a:pt x="86" y="210"/>
                    <a:pt x="88" y="220"/>
                  </a:cubicBezTo>
                  <a:cubicBezTo>
                    <a:pt x="91" y="230"/>
                    <a:pt x="89" y="239"/>
                    <a:pt x="85" y="245"/>
                  </a:cubicBezTo>
                  <a:cubicBezTo>
                    <a:pt x="80" y="251"/>
                    <a:pt x="73" y="254"/>
                    <a:pt x="67" y="256"/>
                  </a:cubicBezTo>
                  <a:cubicBezTo>
                    <a:pt x="59" y="258"/>
                    <a:pt x="52" y="255"/>
                    <a:pt x="47" y="253"/>
                  </a:cubicBezTo>
                  <a:cubicBezTo>
                    <a:pt x="47" y="253"/>
                    <a:pt x="46" y="253"/>
                    <a:pt x="46" y="253"/>
                  </a:cubicBezTo>
                  <a:cubicBezTo>
                    <a:pt x="55" y="284"/>
                    <a:pt x="64" y="317"/>
                    <a:pt x="71" y="352"/>
                  </a:cubicBezTo>
                  <a:cubicBezTo>
                    <a:pt x="73" y="360"/>
                    <a:pt x="84" y="365"/>
                    <a:pt x="91" y="362"/>
                  </a:cubicBezTo>
                  <a:cubicBezTo>
                    <a:pt x="210" y="301"/>
                    <a:pt x="311" y="287"/>
                    <a:pt x="413" y="353"/>
                  </a:cubicBezTo>
                  <a:cubicBezTo>
                    <a:pt x="414" y="353"/>
                    <a:pt x="414" y="353"/>
                    <a:pt x="414" y="353"/>
                  </a:cubicBezTo>
                  <a:cubicBezTo>
                    <a:pt x="431" y="363"/>
                    <a:pt x="452" y="370"/>
                    <a:pt x="467" y="356"/>
                  </a:cubicBezTo>
                  <a:cubicBezTo>
                    <a:pt x="482" y="343"/>
                    <a:pt x="486" y="322"/>
                    <a:pt x="478" y="304"/>
                  </a:cubicBezTo>
                  <a:cubicBezTo>
                    <a:pt x="478" y="303"/>
                    <a:pt x="478" y="303"/>
                    <a:pt x="478" y="303"/>
                  </a:cubicBezTo>
                  <a:close/>
                </a:path>
              </a:pathLst>
            </a:custGeom>
            <a:solidFill>
              <a:schemeClr val="accent4"/>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29" name="Google Shape;8955;p205"/>
            <p:cNvSpPr/>
            <p:nvPr/>
          </p:nvSpPr>
          <p:spPr>
            <a:xfrm>
              <a:off x="3719" y="601"/>
              <a:ext cx="758" cy="853"/>
            </a:xfrm>
            <a:custGeom>
              <a:avLst/>
              <a:gdLst/>
              <a:ahLst/>
              <a:cxnLst/>
              <a:rect l="l" t="t" r="r" b="b"/>
              <a:pathLst>
                <a:path w="320" h="360" extrusionOk="0">
                  <a:moveTo>
                    <a:pt x="273" y="221"/>
                  </a:moveTo>
                  <a:cubicBezTo>
                    <a:pt x="273" y="221"/>
                    <a:pt x="273" y="221"/>
                    <a:pt x="273" y="221"/>
                  </a:cubicBezTo>
                  <a:cubicBezTo>
                    <a:pt x="279" y="218"/>
                    <a:pt x="284" y="220"/>
                    <a:pt x="288" y="220"/>
                  </a:cubicBezTo>
                  <a:cubicBezTo>
                    <a:pt x="292" y="221"/>
                    <a:pt x="296" y="221"/>
                    <a:pt x="300" y="218"/>
                  </a:cubicBezTo>
                  <a:cubicBezTo>
                    <a:pt x="304" y="216"/>
                    <a:pt x="307" y="213"/>
                    <a:pt x="308" y="209"/>
                  </a:cubicBezTo>
                  <a:cubicBezTo>
                    <a:pt x="310" y="205"/>
                    <a:pt x="310" y="200"/>
                    <a:pt x="306" y="194"/>
                  </a:cubicBezTo>
                  <a:cubicBezTo>
                    <a:pt x="302" y="187"/>
                    <a:pt x="298" y="185"/>
                    <a:pt x="294" y="185"/>
                  </a:cubicBezTo>
                  <a:cubicBezTo>
                    <a:pt x="290" y="184"/>
                    <a:pt x="285" y="186"/>
                    <a:pt x="281" y="188"/>
                  </a:cubicBezTo>
                  <a:cubicBezTo>
                    <a:pt x="277" y="190"/>
                    <a:pt x="276" y="194"/>
                    <a:pt x="274" y="197"/>
                  </a:cubicBezTo>
                  <a:cubicBezTo>
                    <a:pt x="272" y="201"/>
                    <a:pt x="271" y="206"/>
                    <a:pt x="266" y="209"/>
                  </a:cubicBezTo>
                  <a:cubicBezTo>
                    <a:pt x="245" y="222"/>
                    <a:pt x="245" y="222"/>
                    <a:pt x="245" y="222"/>
                  </a:cubicBezTo>
                  <a:cubicBezTo>
                    <a:pt x="200" y="158"/>
                    <a:pt x="147" y="104"/>
                    <a:pt x="86" y="59"/>
                  </a:cubicBezTo>
                  <a:cubicBezTo>
                    <a:pt x="86" y="41"/>
                    <a:pt x="86" y="41"/>
                    <a:pt x="86" y="41"/>
                  </a:cubicBezTo>
                  <a:cubicBezTo>
                    <a:pt x="86" y="36"/>
                    <a:pt x="90" y="32"/>
                    <a:pt x="92" y="29"/>
                  </a:cubicBezTo>
                  <a:cubicBezTo>
                    <a:pt x="95" y="25"/>
                    <a:pt x="96" y="22"/>
                    <a:pt x="96" y="18"/>
                  </a:cubicBezTo>
                  <a:cubicBezTo>
                    <a:pt x="96" y="13"/>
                    <a:pt x="95" y="8"/>
                    <a:pt x="93" y="5"/>
                  </a:cubicBezTo>
                  <a:cubicBezTo>
                    <a:pt x="90" y="2"/>
                    <a:pt x="86" y="0"/>
                    <a:pt x="79" y="0"/>
                  </a:cubicBezTo>
                  <a:cubicBezTo>
                    <a:pt x="71" y="0"/>
                    <a:pt x="67" y="2"/>
                    <a:pt x="65" y="5"/>
                  </a:cubicBezTo>
                  <a:cubicBezTo>
                    <a:pt x="62" y="8"/>
                    <a:pt x="61" y="13"/>
                    <a:pt x="61" y="18"/>
                  </a:cubicBezTo>
                  <a:cubicBezTo>
                    <a:pt x="61" y="22"/>
                    <a:pt x="63" y="25"/>
                    <a:pt x="66" y="29"/>
                  </a:cubicBezTo>
                  <a:cubicBezTo>
                    <a:pt x="68" y="32"/>
                    <a:pt x="72" y="36"/>
                    <a:pt x="73" y="42"/>
                  </a:cubicBezTo>
                  <a:cubicBezTo>
                    <a:pt x="73" y="42"/>
                    <a:pt x="73" y="42"/>
                    <a:pt x="73" y="42"/>
                  </a:cubicBezTo>
                  <a:cubicBezTo>
                    <a:pt x="73" y="55"/>
                    <a:pt x="73" y="55"/>
                    <a:pt x="73" y="55"/>
                  </a:cubicBezTo>
                  <a:cubicBezTo>
                    <a:pt x="67" y="56"/>
                    <a:pt x="62" y="62"/>
                    <a:pt x="62" y="68"/>
                  </a:cubicBezTo>
                  <a:cubicBezTo>
                    <a:pt x="62" y="219"/>
                    <a:pt x="62" y="219"/>
                    <a:pt x="62" y="219"/>
                  </a:cubicBezTo>
                  <a:cubicBezTo>
                    <a:pt x="42" y="219"/>
                    <a:pt x="42" y="219"/>
                    <a:pt x="42" y="219"/>
                  </a:cubicBezTo>
                  <a:cubicBezTo>
                    <a:pt x="36" y="219"/>
                    <a:pt x="33" y="216"/>
                    <a:pt x="29" y="213"/>
                  </a:cubicBezTo>
                  <a:cubicBezTo>
                    <a:pt x="26" y="211"/>
                    <a:pt x="23" y="209"/>
                    <a:pt x="19" y="209"/>
                  </a:cubicBezTo>
                  <a:cubicBezTo>
                    <a:pt x="14" y="209"/>
                    <a:pt x="9" y="210"/>
                    <a:pt x="6" y="213"/>
                  </a:cubicBezTo>
                  <a:cubicBezTo>
                    <a:pt x="3" y="216"/>
                    <a:pt x="0" y="219"/>
                    <a:pt x="1" y="227"/>
                  </a:cubicBezTo>
                  <a:cubicBezTo>
                    <a:pt x="1" y="235"/>
                    <a:pt x="3" y="239"/>
                    <a:pt x="6" y="241"/>
                  </a:cubicBezTo>
                  <a:cubicBezTo>
                    <a:pt x="9" y="244"/>
                    <a:pt x="14" y="245"/>
                    <a:pt x="19" y="245"/>
                  </a:cubicBezTo>
                  <a:cubicBezTo>
                    <a:pt x="23" y="245"/>
                    <a:pt x="26" y="243"/>
                    <a:pt x="30" y="240"/>
                  </a:cubicBezTo>
                  <a:cubicBezTo>
                    <a:pt x="33" y="237"/>
                    <a:pt x="37" y="233"/>
                    <a:pt x="42" y="233"/>
                  </a:cubicBezTo>
                  <a:cubicBezTo>
                    <a:pt x="43" y="233"/>
                    <a:pt x="43" y="233"/>
                    <a:pt x="43" y="233"/>
                  </a:cubicBezTo>
                  <a:cubicBezTo>
                    <a:pt x="62" y="233"/>
                    <a:pt x="62" y="233"/>
                    <a:pt x="62" y="233"/>
                  </a:cubicBezTo>
                  <a:cubicBezTo>
                    <a:pt x="62" y="360"/>
                    <a:pt x="62" y="360"/>
                    <a:pt x="62" y="360"/>
                  </a:cubicBezTo>
                  <a:cubicBezTo>
                    <a:pt x="94" y="337"/>
                    <a:pt x="134" y="326"/>
                    <a:pt x="176" y="324"/>
                  </a:cubicBezTo>
                  <a:cubicBezTo>
                    <a:pt x="176" y="324"/>
                    <a:pt x="177" y="324"/>
                    <a:pt x="177" y="324"/>
                  </a:cubicBezTo>
                  <a:cubicBezTo>
                    <a:pt x="174" y="321"/>
                    <a:pt x="171" y="316"/>
                    <a:pt x="170" y="309"/>
                  </a:cubicBezTo>
                  <a:cubicBezTo>
                    <a:pt x="169" y="303"/>
                    <a:pt x="170" y="295"/>
                    <a:pt x="174" y="289"/>
                  </a:cubicBezTo>
                  <a:cubicBezTo>
                    <a:pt x="178" y="282"/>
                    <a:pt x="187" y="277"/>
                    <a:pt x="196" y="276"/>
                  </a:cubicBezTo>
                  <a:cubicBezTo>
                    <a:pt x="206" y="275"/>
                    <a:pt x="215" y="278"/>
                    <a:pt x="220" y="283"/>
                  </a:cubicBezTo>
                  <a:cubicBezTo>
                    <a:pt x="226" y="289"/>
                    <a:pt x="228" y="296"/>
                    <a:pt x="229" y="303"/>
                  </a:cubicBezTo>
                  <a:cubicBezTo>
                    <a:pt x="230" y="311"/>
                    <a:pt x="226" y="317"/>
                    <a:pt x="224" y="321"/>
                  </a:cubicBezTo>
                  <a:cubicBezTo>
                    <a:pt x="222" y="324"/>
                    <a:pt x="222" y="325"/>
                    <a:pt x="221" y="326"/>
                  </a:cubicBezTo>
                  <a:cubicBezTo>
                    <a:pt x="255" y="329"/>
                    <a:pt x="288" y="338"/>
                    <a:pt x="320" y="351"/>
                  </a:cubicBezTo>
                  <a:cubicBezTo>
                    <a:pt x="300" y="308"/>
                    <a:pt x="277" y="269"/>
                    <a:pt x="253" y="233"/>
                  </a:cubicBezTo>
                  <a:lnTo>
                    <a:pt x="273" y="221"/>
                  </a:lnTo>
                  <a:close/>
                </a:path>
              </a:pathLst>
            </a:custGeom>
            <a:solidFill>
              <a:schemeClr val="accent3"/>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0" name="Google Shape;8956;p205"/>
            <p:cNvSpPr/>
            <p:nvPr/>
          </p:nvSpPr>
          <p:spPr>
            <a:xfrm>
              <a:off x="3866" y="1283"/>
              <a:ext cx="878" cy="767"/>
            </a:xfrm>
            <a:custGeom>
              <a:avLst/>
              <a:gdLst/>
              <a:ahLst/>
              <a:cxnLst/>
              <a:rect l="l" t="t" r="r" b="b"/>
              <a:pathLst>
                <a:path w="371" h="324" extrusionOk="0">
                  <a:moveTo>
                    <a:pt x="360" y="175"/>
                  </a:moveTo>
                  <a:cubicBezTo>
                    <a:pt x="357" y="173"/>
                    <a:pt x="352" y="173"/>
                    <a:pt x="347" y="174"/>
                  </a:cubicBezTo>
                  <a:cubicBezTo>
                    <a:pt x="343" y="175"/>
                    <a:pt x="340" y="178"/>
                    <a:pt x="338" y="181"/>
                  </a:cubicBezTo>
                  <a:cubicBezTo>
                    <a:pt x="335" y="184"/>
                    <a:pt x="332" y="189"/>
                    <a:pt x="327" y="190"/>
                  </a:cubicBezTo>
                  <a:cubicBezTo>
                    <a:pt x="309" y="195"/>
                    <a:pt x="309" y="195"/>
                    <a:pt x="309" y="195"/>
                  </a:cubicBezTo>
                  <a:cubicBezTo>
                    <a:pt x="298" y="160"/>
                    <a:pt x="286" y="127"/>
                    <a:pt x="273" y="97"/>
                  </a:cubicBezTo>
                  <a:cubicBezTo>
                    <a:pt x="235" y="77"/>
                    <a:pt x="191" y="64"/>
                    <a:pt x="148" y="61"/>
                  </a:cubicBezTo>
                  <a:cubicBezTo>
                    <a:pt x="146" y="41"/>
                    <a:pt x="146" y="41"/>
                    <a:pt x="146" y="41"/>
                  </a:cubicBezTo>
                  <a:cubicBezTo>
                    <a:pt x="146" y="41"/>
                    <a:pt x="146" y="41"/>
                    <a:pt x="146" y="41"/>
                  </a:cubicBezTo>
                  <a:cubicBezTo>
                    <a:pt x="146" y="35"/>
                    <a:pt x="150" y="31"/>
                    <a:pt x="152" y="27"/>
                  </a:cubicBezTo>
                  <a:cubicBezTo>
                    <a:pt x="154" y="24"/>
                    <a:pt x="156" y="20"/>
                    <a:pt x="155" y="16"/>
                  </a:cubicBezTo>
                  <a:cubicBezTo>
                    <a:pt x="155" y="11"/>
                    <a:pt x="153" y="7"/>
                    <a:pt x="150" y="4"/>
                  </a:cubicBezTo>
                  <a:cubicBezTo>
                    <a:pt x="148" y="1"/>
                    <a:pt x="144" y="0"/>
                    <a:pt x="138" y="0"/>
                  </a:cubicBezTo>
                  <a:cubicBezTo>
                    <a:pt x="137" y="0"/>
                    <a:pt x="136" y="0"/>
                    <a:pt x="135" y="0"/>
                  </a:cubicBezTo>
                  <a:cubicBezTo>
                    <a:pt x="128" y="1"/>
                    <a:pt x="124" y="3"/>
                    <a:pt x="122" y="7"/>
                  </a:cubicBezTo>
                  <a:cubicBezTo>
                    <a:pt x="120" y="10"/>
                    <a:pt x="119" y="15"/>
                    <a:pt x="120" y="20"/>
                  </a:cubicBezTo>
                  <a:cubicBezTo>
                    <a:pt x="120" y="24"/>
                    <a:pt x="123" y="27"/>
                    <a:pt x="125" y="30"/>
                  </a:cubicBezTo>
                  <a:cubicBezTo>
                    <a:pt x="128" y="33"/>
                    <a:pt x="132" y="37"/>
                    <a:pt x="133" y="42"/>
                  </a:cubicBezTo>
                  <a:cubicBezTo>
                    <a:pt x="135" y="60"/>
                    <a:pt x="135" y="60"/>
                    <a:pt x="135" y="60"/>
                  </a:cubicBezTo>
                  <a:cubicBezTo>
                    <a:pt x="132" y="60"/>
                    <a:pt x="130" y="60"/>
                    <a:pt x="127" y="60"/>
                  </a:cubicBezTo>
                  <a:cubicBezTo>
                    <a:pt x="77" y="60"/>
                    <a:pt x="32" y="73"/>
                    <a:pt x="0" y="103"/>
                  </a:cubicBezTo>
                  <a:cubicBezTo>
                    <a:pt x="0" y="175"/>
                    <a:pt x="0" y="175"/>
                    <a:pt x="0" y="175"/>
                  </a:cubicBezTo>
                  <a:cubicBezTo>
                    <a:pt x="1" y="174"/>
                    <a:pt x="2" y="174"/>
                    <a:pt x="4" y="172"/>
                  </a:cubicBezTo>
                  <a:cubicBezTo>
                    <a:pt x="8" y="169"/>
                    <a:pt x="14" y="165"/>
                    <a:pt x="22" y="165"/>
                  </a:cubicBezTo>
                  <a:cubicBezTo>
                    <a:pt x="28" y="165"/>
                    <a:pt x="36" y="167"/>
                    <a:pt x="42" y="172"/>
                  </a:cubicBezTo>
                  <a:cubicBezTo>
                    <a:pt x="48" y="176"/>
                    <a:pt x="52" y="185"/>
                    <a:pt x="52" y="195"/>
                  </a:cubicBezTo>
                  <a:cubicBezTo>
                    <a:pt x="51" y="205"/>
                    <a:pt x="47" y="213"/>
                    <a:pt x="42" y="218"/>
                  </a:cubicBezTo>
                  <a:cubicBezTo>
                    <a:pt x="36" y="223"/>
                    <a:pt x="29" y="224"/>
                    <a:pt x="22" y="224"/>
                  </a:cubicBezTo>
                  <a:cubicBezTo>
                    <a:pt x="14" y="224"/>
                    <a:pt x="8" y="220"/>
                    <a:pt x="4" y="217"/>
                  </a:cubicBezTo>
                  <a:cubicBezTo>
                    <a:pt x="2" y="216"/>
                    <a:pt x="1" y="215"/>
                    <a:pt x="0" y="214"/>
                  </a:cubicBezTo>
                  <a:cubicBezTo>
                    <a:pt x="0" y="309"/>
                    <a:pt x="0" y="309"/>
                    <a:pt x="0" y="309"/>
                  </a:cubicBezTo>
                  <a:cubicBezTo>
                    <a:pt x="0" y="314"/>
                    <a:pt x="3" y="319"/>
                    <a:pt x="7" y="321"/>
                  </a:cubicBezTo>
                  <a:cubicBezTo>
                    <a:pt x="12" y="324"/>
                    <a:pt x="17" y="324"/>
                    <a:pt x="21" y="321"/>
                  </a:cubicBezTo>
                  <a:cubicBezTo>
                    <a:pt x="134" y="253"/>
                    <a:pt x="222" y="264"/>
                    <a:pt x="317" y="316"/>
                  </a:cubicBezTo>
                  <a:cubicBezTo>
                    <a:pt x="322" y="318"/>
                    <a:pt x="328" y="318"/>
                    <a:pt x="332" y="314"/>
                  </a:cubicBezTo>
                  <a:cubicBezTo>
                    <a:pt x="337" y="311"/>
                    <a:pt x="339" y="305"/>
                    <a:pt x="337" y="300"/>
                  </a:cubicBezTo>
                  <a:cubicBezTo>
                    <a:pt x="330" y="268"/>
                    <a:pt x="322" y="237"/>
                    <a:pt x="313" y="208"/>
                  </a:cubicBezTo>
                  <a:cubicBezTo>
                    <a:pt x="329" y="203"/>
                    <a:pt x="329" y="203"/>
                    <a:pt x="329" y="203"/>
                  </a:cubicBezTo>
                  <a:cubicBezTo>
                    <a:pt x="330" y="203"/>
                    <a:pt x="330" y="203"/>
                    <a:pt x="330" y="203"/>
                  </a:cubicBezTo>
                  <a:cubicBezTo>
                    <a:pt x="336" y="202"/>
                    <a:pt x="340" y="205"/>
                    <a:pt x="344" y="207"/>
                  </a:cubicBezTo>
                  <a:cubicBezTo>
                    <a:pt x="348" y="209"/>
                    <a:pt x="352" y="210"/>
                    <a:pt x="356" y="209"/>
                  </a:cubicBezTo>
                  <a:cubicBezTo>
                    <a:pt x="361" y="207"/>
                    <a:pt x="365" y="205"/>
                    <a:pt x="367" y="202"/>
                  </a:cubicBezTo>
                  <a:cubicBezTo>
                    <a:pt x="369" y="199"/>
                    <a:pt x="371" y="194"/>
                    <a:pt x="369" y="187"/>
                  </a:cubicBezTo>
                  <a:cubicBezTo>
                    <a:pt x="367" y="180"/>
                    <a:pt x="364" y="176"/>
                    <a:pt x="360" y="175"/>
                  </a:cubicBezTo>
                  <a:close/>
                </a:path>
              </a:pathLst>
            </a:custGeom>
            <a:solidFill>
              <a:schemeClr val="accent3"/>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1" name="Google Shape;8957;p205"/>
            <p:cNvSpPr/>
            <p:nvPr/>
          </p:nvSpPr>
          <p:spPr>
            <a:xfrm>
              <a:off x="3211" y="732"/>
              <a:ext cx="605" cy="733"/>
            </a:xfrm>
            <a:custGeom>
              <a:avLst/>
              <a:gdLst/>
              <a:ahLst/>
              <a:cxnLst/>
              <a:rect l="l" t="t" r="r" b="b"/>
              <a:pathLst>
                <a:path w="256" h="310" extrusionOk="0">
                  <a:moveTo>
                    <a:pt x="242" y="0"/>
                  </a:moveTo>
                  <a:cubicBezTo>
                    <a:pt x="239" y="1"/>
                    <a:pt x="236" y="2"/>
                    <a:pt x="234" y="3"/>
                  </a:cubicBezTo>
                  <a:cubicBezTo>
                    <a:pt x="173" y="49"/>
                    <a:pt x="119" y="103"/>
                    <a:pt x="73" y="167"/>
                  </a:cubicBezTo>
                  <a:cubicBezTo>
                    <a:pt x="52" y="154"/>
                    <a:pt x="52" y="154"/>
                    <a:pt x="52" y="154"/>
                  </a:cubicBezTo>
                  <a:cubicBezTo>
                    <a:pt x="47" y="151"/>
                    <a:pt x="46" y="146"/>
                    <a:pt x="45" y="142"/>
                  </a:cubicBezTo>
                  <a:cubicBezTo>
                    <a:pt x="43" y="139"/>
                    <a:pt x="41" y="135"/>
                    <a:pt x="38" y="133"/>
                  </a:cubicBezTo>
                  <a:cubicBezTo>
                    <a:pt x="34" y="131"/>
                    <a:pt x="29" y="129"/>
                    <a:pt x="25" y="130"/>
                  </a:cubicBezTo>
                  <a:cubicBezTo>
                    <a:pt x="21" y="130"/>
                    <a:pt x="17" y="132"/>
                    <a:pt x="13" y="139"/>
                  </a:cubicBezTo>
                  <a:cubicBezTo>
                    <a:pt x="9" y="145"/>
                    <a:pt x="9" y="150"/>
                    <a:pt x="10" y="154"/>
                  </a:cubicBezTo>
                  <a:cubicBezTo>
                    <a:pt x="12" y="158"/>
                    <a:pt x="15" y="161"/>
                    <a:pt x="19" y="163"/>
                  </a:cubicBezTo>
                  <a:cubicBezTo>
                    <a:pt x="23" y="166"/>
                    <a:pt x="26" y="166"/>
                    <a:pt x="31" y="165"/>
                  </a:cubicBezTo>
                  <a:cubicBezTo>
                    <a:pt x="35" y="165"/>
                    <a:pt x="40" y="163"/>
                    <a:pt x="46" y="166"/>
                  </a:cubicBezTo>
                  <a:cubicBezTo>
                    <a:pt x="46" y="166"/>
                    <a:pt x="46" y="166"/>
                    <a:pt x="46" y="166"/>
                  </a:cubicBezTo>
                  <a:cubicBezTo>
                    <a:pt x="66" y="178"/>
                    <a:pt x="66" y="178"/>
                    <a:pt x="66" y="178"/>
                  </a:cubicBezTo>
                  <a:cubicBezTo>
                    <a:pt x="42" y="213"/>
                    <a:pt x="20" y="251"/>
                    <a:pt x="0" y="293"/>
                  </a:cubicBezTo>
                  <a:cubicBezTo>
                    <a:pt x="32" y="281"/>
                    <a:pt x="66" y="273"/>
                    <a:pt x="100" y="270"/>
                  </a:cubicBezTo>
                  <a:cubicBezTo>
                    <a:pt x="100" y="269"/>
                    <a:pt x="99" y="268"/>
                    <a:pt x="98" y="266"/>
                  </a:cubicBezTo>
                  <a:cubicBezTo>
                    <a:pt x="95" y="262"/>
                    <a:pt x="92" y="256"/>
                    <a:pt x="93" y="248"/>
                  </a:cubicBezTo>
                  <a:cubicBezTo>
                    <a:pt x="94" y="241"/>
                    <a:pt x="96" y="234"/>
                    <a:pt x="102" y="228"/>
                  </a:cubicBezTo>
                  <a:cubicBezTo>
                    <a:pt x="107" y="223"/>
                    <a:pt x="116" y="220"/>
                    <a:pt x="125" y="221"/>
                  </a:cubicBezTo>
                  <a:cubicBezTo>
                    <a:pt x="135" y="222"/>
                    <a:pt x="144" y="227"/>
                    <a:pt x="148" y="234"/>
                  </a:cubicBezTo>
                  <a:cubicBezTo>
                    <a:pt x="152" y="240"/>
                    <a:pt x="152" y="248"/>
                    <a:pt x="151" y="254"/>
                  </a:cubicBezTo>
                  <a:cubicBezTo>
                    <a:pt x="151" y="261"/>
                    <a:pt x="147" y="266"/>
                    <a:pt x="144" y="270"/>
                  </a:cubicBezTo>
                  <a:cubicBezTo>
                    <a:pt x="186" y="273"/>
                    <a:pt x="225" y="286"/>
                    <a:pt x="256" y="310"/>
                  </a:cubicBezTo>
                  <a:cubicBezTo>
                    <a:pt x="256" y="191"/>
                    <a:pt x="256" y="191"/>
                    <a:pt x="256" y="191"/>
                  </a:cubicBezTo>
                  <a:cubicBezTo>
                    <a:pt x="255" y="192"/>
                    <a:pt x="254" y="193"/>
                    <a:pt x="252" y="194"/>
                  </a:cubicBezTo>
                  <a:cubicBezTo>
                    <a:pt x="248" y="197"/>
                    <a:pt x="242" y="201"/>
                    <a:pt x="234" y="201"/>
                  </a:cubicBezTo>
                  <a:cubicBezTo>
                    <a:pt x="227" y="201"/>
                    <a:pt x="220" y="200"/>
                    <a:pt x="214" y="195"/>
                  </a:cubicBezTo>
                  <a:cubicBezTo>
                    <a:pt x="208" y="190"/>
                    <a:pt x="204" y="182"/>
                    <a:pt x="204" y="172"/>
                  </a:cubicBezTo>
                  <a:cubicBezTo>
                    <a:pt x="204" y="162"/>
                    <a:pt x="208" y="153"/>
                    <a:pt x="214" y="149"/>
                  </a:cubicBezTo>
                  <a:cubicBezTo>
                    <a:pt x="220" y="144"/>
                    <a:pt x="227" y="142"/>
                    <a:pt x="234" y="142"/>
                  </a:cubicBezTo>
                  <a:cubicBezTo>
                    <a:pt x="241" y="142"/>
                    <a:pt x="247" y="146"/>
                    <a:pt x="251" y="149"/>
                  </a:cubicBezTo>
                  <a:cubicBezTo>
                    <a:pt x="254" y="151"/>
                    <a:pt x="255" y="152"/>
                    <a:pt x="256" y="152"/>
                  </a:cubicBezTo>
                  <a:cubicBezTo>
                    <a:pt x="256" y="14"/>
                    <a:pt x="256" y="14"/>
                    <a:pt x="256" y="14"/>
                  </a:cubicBezTo>
                  <a:cubicBezTo>
                    <a:pt x="256" y="7"/>
                    <a:pt x="249" y="0"/>
                    <a:pt x="242" y="0"/>
                  </a:cubicBezTo>
                  <a:close/>
                </a:path>
              </a:pathLst>
            </a:custGeom>
            <a:solidFill>
              <a:schemeClr val="accent2"/>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2" name="Google Shape;8958;p205"/>
            <p:cNvSpPr/>
            <p:nvPr/>
          </p:nvSpPr>
          <p:spPr>
            <a:xfrm>
              <a:off x="2927" y="1283"/>
              <a:ext cx="1034" cy="767"/>
            </a:xfrm>
            <a:custGeom>
              <a:avLst/>
              <a:gdLst/>
              <a:ahLst/>
              <a:cxnLst/>
              <a:rect l="l" t="t" r="r" b="b"/>
              <a:pathLst>
                <a:path w="437" h="324" extrusionOk="0">
                  <a:moveTo>
                    <a:pt x="432" y="181"/>
                  </a:moveTo>
                  <a:cubicBezTo>
                    <a:pt x="428" y="178"/>
                    <a:pt x="424" y="177"/>
                    <a:pt x="419" y="177"/>
                  </a:cubicBezTo>
                  <a:cubicBezTo>
                    <a:pt x="415" y="177"/>
                    <a:pt x="411" y="179"/>
                    <a:pt x="408" y="181"/>
                  </a:cubicBezTo>
                  <a:cubicBezTo>
                    <a:pt x="405" y="184"/>
                    <a:pt x="401" y="187"/>
                    <a:pt x="395" y="187"/>
                  </a:cubicBezTo>
                  <a:cubicBezTo>
                    <a:pt x="376" y="187"/>
                    <a:pt x="376" y="187"/>
                    <a:pt x="376" y="187"/>
                  </a:cubicBezTo>
                  <a:cubicBezTo>
                    <a:pt x="376" y="110"/>
                    <a:pt x="376" y="110"/>
                    <a:pt x="376" y="110"/>
                  </a:cubicBezTo>
                  <a:cubicBezTo>
                    <a:pt x="345" y="76"/>
                    <a:pt x="297" y="60"/>
                    <a:pt x="245" y="60"/>
                  </a:cubicBezTo>
                  <a:cubicBezTo>
                    <a:pt x="247" y="42"/>
                    <a:pt x="247" y="42"/>
                    <a:pt x="247" y="42"/>
                  </a:cubicBezTo>
                  <a:cubicBezTo>
                    <a:pt x="248" y="37"/>
                    <a:pt x="252" y="33"/>
                    <a:pt x="254" y="30"/>
                  </a:cubicBezTo>
                  <a:cubicBezTo>
                    <a:pt x="257" y="27"/>
                    <a:pt x="259" y="24"/>
                    <a:pt x="260" y="20"/>
                  </a:cubicBezTo>
                  <a:cubicBezTo>
                    <a:pt x="261" y="15"/>
                    <a:pt x="260" y="10"/>
                    <a:pt x="258" y="7"/>
                  </a:cubicBezTo>
                  <a:cubicBezTo>
                    <a:pt x="255" y="3"/>
                    <a:pt x="252" y="1"/>
                    <a:pt x="244" y="0"/>
                  </a:cubicBezTo>
                  <a:cubicBezTo>
                    <a:pt x="243" y="0"/>
                    <a:pt x="243" y="0"/>
                    <a:pt x="242" y="0"/>
                  </a:cubicBezTo>
                  <a:cubicBezTo>
                    <a:pt x="236" y="0"/>
                    <a:pt x="232" y="1"/>
                    <a:pt x="230" y="4"/>
                  </a:cubicBezTo>
                  <a:cubicBezTo>
                    <a:pt x="227" y="7"/>
                    <a:pt x="225" y="11"/>
                    <a:pt x="225" y="16"/>
                  </a:cubicBezTo>
                  <a:cubicBezTo>
                    <a:pt x="224" y="20"/>
                    <a:pt x="226" y="24"/>
                    <a:pt x="228" y="27"/>
                  </a:cubicBezTo>
                  <a:cubicBezTo>
                    <a:pt x="230" y="31"/>
                    <a:pt x="234" y="35"/>
                    <a:pt x="234" y="41"/>
                  </a:cubicBezTo>
                  <a:cubicBezTo>
                    <a:pt x="234" y="41"/>
                    <a:pt x="234" y="41"/>
                    <a:pt x="234" y="41"/>
                  </a:cubicBezTo>
                  <a:cubicBezTo>
                    <a:pt x="231" y="60"/>
                    <a:pt x="231" y="60"/>
                    <a:pt x="231" y="60"/>
                  </a:cubicBezTo>
                  <a:cubicBezTo>
                    <a:pt x="231" y="60"/>
                    <a:pt x="231" y="60"/>
                    <a:pt x="230" y="60"/>
                  </a:cubicBezTo>
                  <a:cubicBezTo>
                    <a:pt x="188" y="62"/>
                    <a:pt x="144" y="74"/>
                    <a:pt x="105" y="93"/>
                  </a:cubicBezTo>
                  <a:cubicBezTo>
                    <a:pt x="91" y="125"/>
                    <a:pt x="78" y="159"/>
                    <a:pt x="67" y="196"/>
                  </a:cubicBezTo>
                  <a:cubicBezTo>
                    <a:pt x="44" y="190"/>
                    <a:pt x="44" y="190"/>
                    <a:pt x="44" y="190"/>
                  </a:cubicBezTo>
                  <a:cubicBezTo>
                    <a:pt x="38" y="189"/>
                    <a:pt x="36" y="184"/>
                    <a:pt x="33" y="181"/>
                  </a:cubicBezTo>
                  <a:cubicBezTo>
                    <a:pt x="30" y="178"/>
                    <a:pt x="28" y="175"/>
                    <a:pt x="24" y="174"/>
                  </a:cubicBezTo>
                  <a:cubicBezTo>
                    <a:pt x="19" y="173"/>
                    <a:pt x="14" y="173"/>
                    <a:pt x="10" y="175"/>
                  </a:cubicBezTo>
                  <a:cubicBezTo>
                    <a:pt x="7" y="176"/>
                    <a:pt x="3" y="180"/>
                    <a:pt x="2" y="187"/>
                  </a:cubicBezTo>
                  <a:cubicBezTo>
                    <a:pt x="0" y="194"/>
                    <a:pt x="1" y="199"/>
                    <a:pt x="3" y="202"/>
                  </a:cubicBezTo>
                  <a:cubicBezTo>
                    <a:pt x="6" y="205"/>
                    <a:pt x="10" y="207"/>
                    <a:pt x="15" y="209"/>
                  </a:cubicBezTo>
                  <a:cubicBezTo>
                    <a:pt x="19" y="210"/>
                    <a:pt x="22" y="209"/>
                    <a:pt x="26" y="207"/>
                  </a:cubicBezTo>
                  <a:cubicBezTo>
                    <a:pt x="30" y="205"/>
                    <a:pt x="35" y="202"/>
                    <a:pt x="41" y="203"/>
                  </a:cubicBezTo>
                  <a:cubicBezTo>
                    <a:pt x="41" y="203"/>
                    <a:pt x="41" y="203"/>
                    <a:pt x="41" y="203"/>
                  </a:cubicBezTo>
                  <a:cubicBezTo>
                    <a:pt x="63" y="209"/>
                    <a:pt x="63" y="209"/>
                    <a:pt x="63" y="209"/>
                  </a:cubicBezTo>
                  <a:cubicBezTo>
                    <a:pt x="54" y="238"/>
                    <a:pt x="46" y="268"/>
                    <a:pt x="38" y="300"/>
                  </a:cubicBezTo>
                  <a:cubicBezTo>
                    <a:pt x="37" y="305"/>
                    <a:pt x="39" y="311"/>
                    <a:pt x="43" y="314"/>
                  </a:cubicBezTo>
                  <a:cubicBezTo>
                    <a:pt x="48" y="317"/>
                    <a:pt x="54" y="318"/>
                    <a:pt x="58" y="315"/>
                  </a:cubicBezTo>
                  <a:cubicBezTo>
                    <a:pt x="161" y="259"/>
                    <a:pt x="252" y="259"/>
                    <a:pt x="355" y="321"/>
                  </a:cubicBezTo>
                  <a:cubicBezTo>
                    <a:pt x="359" y="324"/>
                    <a:pt x="365" y="324"/>
                    <a:pt x="369" y="321"/>
                  </a:cubicBezTo>
                  <a:cubicBezTo>
                    <a:pt x="373" y="319"/>
                    <a:pt x="376" y="314"/>
                    <a:pt x="376" y="309"/>
                  </a:cubicBezTo>
                  <a:cubicBezTo>
                    <a:pt x="376" y="201"/>
                    <a:pt x="376" y="201"/>
                    <a:pt x="376" y="201"/>
                  </a:cubicBezTo>
                  <a:cubicBezTo>
                    <a:pt x="395" y="201"/>
                    <a:pt x="395" y="201"/>
                    <a:pt x="395" y="201"/>
                  </a:cubicBezTo>
                  <a:cubicBezTo>
                    <a:pt x="395" y="201"/>
                    <a:pt x="395" y="201"/>
                    <a:pt x="395" y="201"/>
                  </a:cubicBezTo>
                  <a:cubicBezTo>
                    <a:pt x="401" y="201"/>
                    <a:pt x="405" y="205"/>
                    <a:pt x="408" y="208"/>
                  </a:cubicBezTo>
                  <a:cubicBezTo>
                    <a:pt x="411" y="211"/>
                    <a:pt x="414" y="213"/>
                    <a:pt x="419" y="213"/>
                  </a:cubicBezTo>
                  <a:cubicBezTo>
                    <a:pt x="424" y="213"/>
                    <a:pt x="428" y="212"/>
                    <a:pt x="431" y="209"/>
                  </a:cubicBezTo>
                  <a:cubicBezTo>
                    <a:pt x="434" y="207"/>
                    <a:pt x="437" y="203"/>
                    <a:pt x="437" y="195"/>
                  </a:cubicBezTo>
                  <a:cubicBezTo>
                    <a:pt x="437" y="187"/>
                    <a:pt x="435" y="184"/>
                    <a:pt x="432" y="181"/>
                  </a:cubicBezTo>
                  <a:close/>
                </a:path>
              </a:pathLst>
            </a:custGeom>
            <a:solidFill>
              <a:schemeClr val="accent2"/>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3" name="Google Shape;8959;p205"/>
            <p:cNvSpPr/>
            <p:nvPr/>
          </p:nvSpPr>
          <p:spPr>
            <a:xfrm>
              <a:off x="3757" y="2100"/>
              <a:ext cx="168" cy="563"/>
            </a:xfrm>
            <a:custGeom>
              <a:avLst/>
              <a:gdLst/>
              <a:ahLst/>
              <a:cxnLst/>
              <a:rect l="l" t="t" r="r" b="b"/>
              <a:pathLst>
                <a:path w="71" h="238" extrusionOk="0">
                  <a:moveTo>
                    <a:pt x="0" y="238"/>
                  </a:moveTo>
                  <a:cubicBezTo>
                    <a:pt x="18" y="238"/>
                    <a:pt x="18" y="238"/>
                    <a:pt x="18" y="238"/>
                  </a:cubicBezTo>
                  <a:cubicBezTo>
                    <a:pt x="18" y="233"/>
                    <a:pt x="18" y="233"/>
                    <a:pt x="18" y="233"/>
                  </a:cubicBezTo>
                  <a:cubicBezTo>
                    <a:pt x="18" y="231"/>
                    <a:pt x="17" y="231"/>
                    <a:pt x="13" y="226"/>
                  </a:cubicBezTo>
                  <a:cubicBezTo>
                    <a:pt x="10" y="222"/>
                    <a:pt x="6" y="216"/>
                    <a:pt x="6" y="208"/>
                  </a:cubicBezTo>
                  <a:cubicBezTo>
                    <a:pt x="6" y="201"/>
                    <a:pt x="8" y="194"/>
                    <a:pt x="12" y="188"/>
                  </a:cubicBezTo>
                  <a:cubicBezTo>
                    <a:pt x="17" y="182"/>
                    <a:pt x="26" y="178"/>
                    <a:pt x="35" y="178"/>
                  </a:cubicBezTo>
                  <a:cubicBezTo>
                    <a:pt x="45" y="178"/>
                    <a:pt x="54" y="182"/>
                    <a:pt x="59" y="188"/>
                  </a:cubicBezTo>
                  <a:cubicBezTo>
                    <a:pt x="64" y="194"/>
                    <a:pt x="65" y="201"/>
                    <a:pt x="65" y="208"/>
                  </a:cubicBezTo>
                  <a:cubicBezTo>
                    <a:pt x="65" y="216"/>
                    <a:pt x="61" y="222"/>
                    <a:pt x="59" y="225"/>
                  </a:cubicBezTo>
                  <a:cubicBezTo>
                    <a:pt x="55" y="230"/>
                    <a:pt x="55" y="230"/>
                    <a:pt x="55" y="231"/>
                  </a:cubicBezTo>
                  <a:cubicBezTo>
                    <a:pt x="55" y="238"/>
                    <a:pt x="55" y="238"/>
                    <a:pt x="55" y="238"/>
                  </a:cubicBezTo>
                  <a:cubicBezTo>
                    <a:pt x="71" y="238"/>
                    <a:pt x="71" y="238"/>
                    <a:pt x="71" y="238"/>
                  </a:cubicBezTo>
                  <a:cubicBezTo>
                    <a:pt x="71" y="0"/>
                    <a:pt x="71" y="0"/>
                    <a:pt x="71" y="0"/>
                  </a:cubicBezTo>
                  <a:cubicBezTo>
                    <a:pt x="0" y="0"/>
                    <a:pt x="0" y="0"/>
                    <a:pt x="0" y="0"/>
                  </a:cubicBezTo>
                  <a:lnTo>
                    <a:pt x="0" y="238"/>
                  </a:lnTo>
                  <a:close/>
                </a:path>
              </a:pathLst>
            </a:custGeom>
            <a:solidFill>
              <a:srgbClr val="98A8BC"/>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4" name="Google Shape;8960;p205"/>
            <p:cNvSpPr/>
            <p:nvPr/>
          </p:nvSpPr>
          <p:spPr>
            <a:xfrm>
              <a:off x="3757" y="2549"/>
              <a:ext cx="168" cy="642"/>
            </a:xfrm>
            <a:custGeom>
              <a:avLst/>
              <a:gdLst/>
              <a:ahLst/>
              <a:cxnLst/>
              <a:rect l="l" t="t" r="r" b="b"/>
              <a:pathLst>
                <a:path w="71" h="271" extrusionOk="0">
                  <a:moveTo>
                    <a:pt x="71" y="72"/>
                  </a:moveTo>
                  <a:cubicBezTo>
                    <a:pt x="43" y="72"/>
                    <a:pt x="43" y="72"/>
                    <a:pt x="43" y="72"/>
                  </a:cubicBezTo>
                  <a:cubicBezTo>
                    <a:pt x="43" y="41"/>
                    <a:pt x="43" y="41"/>
                    <a:pt x="43" y="41"/>
                  </a:cubicBezTo>
                  <a:cubicBezTo>
                    <a:pt x="43" y="36"/>
                    <a:pt x="47" y="32"/>
                    <a:pt x="49" y="29"/>
                  </a:cubicBezTo>
                  <a:cubicBezTo>
                    <a:pt x="52" y="25"/>
                    <a:pt x="53" y="22"/>
                    <a:pt x="53" y="18"/>
                  </a:cubicBezTo>
                  <a:cubicBezTo>
                    <a:pt x="53" y="13"/>
                    <a:pt x="52" y="8"/>
                    <a:pt x="50" y="5"/>
                  </a:cubicBezTo>
                  <a:cubicBezTo>
                    <a:pt x="47" y="2"/>
                    <a:pt x="43" y="0"/>
                    <a:pt x="36" y="0"/>
                  </a:cubicBezTo>
                  <a:cubicBezTo>
                    <a:pt x="28" y="0"/>
                    <a:pt x="24" y="2"/>
                    <a:pt x="21" y="5"/>
                  </a:cubicBezTo>
                  <a:cubicBezTo>
                    <a:pt x="19" y="8"/>
                    <a:pt x="18" y="13"/>
                    <a:pt x="18" y="18"/>
                  </a:cubicBezTo>
                  <a:cubicBezTo>
                    <a:pt x="18" y="22"/>
                    <a:pt x="20" y="25"/>
                    <a:pt x="22" y="29"/>
                  </a:cubicBezTo>
                  <a:cubicBezTo>
                    <a:pt x="25" y="32"/>
                    <a:pt x="29" y="36"/>
                    <a:pt x="30" y="42"/>
                  </a:cubicBezTo>
                  <a:cubicBezTo>
                    <a:pt x="30" y="42"/>
                    <a:pt x="30" y="42"/>
                    <a:pt x="30" y="42"/>
                  </a:cubicBezTo>
                  <a:cubicBezTo>
                    <a:pt x="30" y="72"/>
                    <a:pt x="30" y="72"/>
                    <a:pt x="30" y="72"/>
                  </a:cubicBezTo>
                  <a:cubicBezTo>
                    <a:pt x="0" y="72"/>
                    <a:pt x="0" y="72"/>
                    <a:pt x="0" y="72"/>
                  </a:cubicBezTo>
                  <a:cubicBezTo>
                    <a:pt x="0" y="271"/>
                    <a:pt x="0" y="271"/>
                    <a:pt x="0" y="271"/>
                  </a:cubicBezTo>
                  <a:cubicBezTo>
                    <a:pt x="71" y="257"/>
                    <a:pt x="71" y="257"/>
                    <a:pt x="71" y="257"/>
                  </a:cubicBezTo>
                  <a:lnTo>
                    <a:pt x="71" y="72"/>
                  </a:lnTo>
                  <a:close/>
                </a:path>
              </a:pathLst>
            </a:custGeom>
            <a:solidFill>
              <a:srgbClr val="98A8BC"/>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5" name="Google Shape;8961;p205"/>
            <p:cNvSpPr/>
            <p:nvPr/>
          </p:nvSpPr>
          <p:spPr>
            <a:xfrm>
              <a:off x="3842" y="3676"/>
              <a:ext cx="112" cy="163"/>
            </a:xfrm>
            <a:custGeom>
              <a:avLst/>
              <a:gdLst/>
              <a:ahLst/>
              <a:cxnLst/>
              <a:rect l="l" t="t" r="r" b="b"/>
              <a:pathLst>
                <a:path w="47" h="69" extrusionOk="0">
                  <a:moveTo>
                    <a:pt x="35" y="34"/>
                  </a:moveTo>
                  <a:cubicBezTo>
                    <a:pt x="32" y="32"/>
                    <a:pt x="26" y="30"/>
                    <a:pt x="24" y="25"/>
                  </a:cubicBezTo>
                  <a:cubicBezTo>
                    <a:pt x="24" y="25"/>
                    <a:pt x="24" y="25"/>
                    <a:pt x="23" y="25"/>
                  </a:cubicBezTo>
                  <a:cubicBezTo>
                    <a:pt x="13" y="0"/>
                    <a:pt x="13" y="0"/>
                    <a:pt x="13" y="0"/>
                  </a:cubicBezTo>
                  <a:cubicBezTo>
                    <a:pt x="0" y="5"/>
                    <a:pt x="0" y="5"/>
                    <a:pt x="0" y="5"/>
                  </a:cubicBezTo>
                  <a:cubicBezTo>
                    <a:pt x="11" y="31"/>
                    <a:pt x="11" y="31"/>
                    <a:pt x="11" y="31"/>
                  </a:cubicBezTo>
                  <a:cubicBezTo>
                    <a:pt x="14" y="36"/>
                    <a:pt x="12" y="41"/>
                    <a:pt x="11" y="45"/>
                  </a:cubicBezTo>
                  <a:cubicBezTo>
                    <a:pt x="10" y="49"/>
                    <a:pt x="10" y="52"/>
                    <a:pt x="11" y="56"/>
                  </a:cubicBezTo>
                  <a:cubicBezTo>
                    <a:pt x="13" y="61"/>
                    <a:pt x="16" y="65"/>
                    <a:pt x="20" y="67"/>
                  </a:cubicBezTo>
                  <a:cubicBezTo>
                    <a:pt x="24" y="69"/>
                    <a:pt x="28" y="69"/>
                    <a:pt x="35" y="66"/>
                  </a:cubicBezTo>
                  <a:cubicBezTo>
                    <a:pt x="42" y="63"/>
                    <a:pt x="45" y="59"/>
                    <a:pt x="46" y="55"/>
                  </a:cubicBezTo>
                  <a:cubicBezTo>
                    <a:pt x="47" y="51"/>
                    <a:pt x="46" y="47"/>
                    <a:pt x="44" y="42"/>
                  </a:cubicBezTo>
                  <a:cubicBezTo>
                    <a:pt x="42" y="38"/>
                    <a:pt x="39" y="36"/>
                    <a:pt x="35" y="34"/>
                  </a:cubicBezTo>
                  <a:close/>
                </a:path>
              </a:pathLst>
            </a:custGeom>
            <a:solidFill>
              <a:srgbClr val="98A8BC"/>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6" name="Google Shape;8962;p205"/>
            <p:cNvSpPr/>
            <p:nvPr/>
          </p:nvSpPr>
          <p:spPr>
            <a:xfrm>
              <a:off x="3790" y="3479"/>
              <a:ext cx="795" cy="569"/>
            </a:xfrm>
            <a:custGeom>
              <a:avLst/>
              <a:gdLst/>
              <a:ahLst/>
              <a:cxnLst/>
              <a:rect l="l" t="t" r="r" b="b"/>
              <a:pathLst>
                <a:path w="336" h="240" extrusionOk="0">
                  <a:moveTo>
                    <a:pt x="300" y="0"/>
                  </a:moveTo>
                  <a:cubicBezTo>
                    <a:pt x="290" y="0"/>
                    <a:pt x="280" y="4"/>
                    <a:pt x="274" y="11"/>
                  </a:cubicBezTo>
                  <a:cubicBezTo>
                    <a:pt x="267" y="18"/>
                    <a:pt x="264" y="28"/>
                    <a:pt x="264" y="38"/>
                  </a:cubicBezTo>
                  <a:cubicBezTo>
                    <a:pt x="264" y="93"/>
                    <a:pt x="249" y="125"/>
                    <a:pt x="231" y="143"/>
                  </a:cubicBezTo>
                  <a:cubicBezTo>
                    <a:pt x="213" y="161"/>
                    <a:pt x="190" y="167"/>
                    <a:pt x="164" y="165"/>
                  </a:cubicBezTo>
                  <a:cubicBezTo>
                    <a:pt x="128" y="161"/>
                    <a:pt x="89" y="136"/>
                    <a:pt x="70" y="95"/>
                  </a:cubicBezTo>
                  <a:cubicBezTo>
                    <a:pt x="54" y="99"/>
                    <a:pt x="54" y="99"/>
                    <a:pt x="54" y="99"/>
                  </a:cubicBezTo>
                  <a:cubicBezTo>
                    <a:pt x="56" y="102"/>
                    <a:pt x="56" y="102"/>
                    <a:pt x="56" y="102"/>
                  </a:cubicBezTo>
                  <a:cubicBezTo>
                    <a:pt x="56" y="104"/>
                    <a:pt x="58" y="104"/>
                    <a:pt x="63" y="107"/>
                  </a:cubicBezTo>
                  <a:cubicBezTo>
                    <a:pt x="67" y="109"/>
                    <a:pt x="74" y="113"/>
                    <a:pt x="77" y="120"/>
                  </a:cubicBezTo>
                  <a:cubicBezTo>
                    <a:pt x="79" y="127"/>
                    <a:pt x="81" y="134"/>
                    <a:pt x="79" y="141"/>
                  </a:cubicBezTo>
                  <a:cubicBezTo>
                    <a:pt x="77" y="148"/>
                    <a:pt x="71" y="155"/>
                    <a:pt x="62" y="159"/>
                  </a:cubicBezTo>
                  <a:cubicBezTo>
                    <a:pt x="53" y="164"/>
                    <a:pt x="43" y="163"/>
                    <a:pt x="37" y="160"/>
                  </a:cubicBezTo>
                  <a:cubicBezTo>
                    <a:pt x="30" y="156"/>
                    <a:pt x="25" y="150"/>
                    <a:pt x="23" y="144"/>
                  </a:cubicBezTo>
                  <a:cubicBezTo>
                    <a:pt x="20" y="137"/>
                    <a:pt x="21" y="130"/>
                    <a:pt x="22" y="125"/>
                  </a:cubicBezTo>
                  <a:cubicBezTo>
                    <a:pt x="23" y="120"/>
                    <a:pt x="23" y="119"/>
                    <a:pt x="23" y="118"/>
                  </a:cubicBezTo>
                  <a:cubicBezTo>
                    <a:pt x="18" y="108"/>
                    <a:pt x="18" y="108"/>
                    <a:pt x="18" y="108"/>
                  </a:cubicBezTo>
                  <a:cubicBezTo>
                    <a:pt x="0" y="112"/>
                    <a:pt x="0" y="112"/>
                    <a:pt x="0" y="112"/>
                  </a:cubicBezTo>
                  <a:cubicBezTo>
                    <a:pt x="27" y="182"/>
                    <a:pt x="90" y="228"/>
                    <a:pt x="156" y="235"/>
                  </a:cubicBezTo>
                  <a:cubicBezTo>
                    <a:pt x="200" y="240"/>
                    <a:pt x="247" y="227"/>
                    <a:pt x="281" y="193"/>
                  </a:cubicBezTo>
                  <a:cubicBezTo>
                    <a:pt x="315" y="159"/>
                    <a:pt x="335" y="106"/>
                    <a:pt x="335" y="38"/>
                  </a:cubicBezTo>
                  <a:cubicBezTo>
                    <a:pt x="336" y="28"/>
                    <a:pt x="332" y="18"/>
                    <a:pt x="326" y="11"/>
                  </a:cubicBezTo>
                  <a:cubicBezTo>
                    <a:pt x="319" y="4"/>
                    <a:pt x="309" y="0"/>
                    <a:pt x="300" y="0"/>
                  </a:cubicBezTo>
                  <a:close/>
                </a:path>
              </a:pathLst>
            </a:custGeom>
            <a:solidFill>
              <a:srgbClr val="98A8BC"/>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7" name="Google Shape;8963;p205"/>
            <p:cNvSpPr/>
            <p:nvPr/>
          </p:nvSpPr>
          <p:spPr>
            <a:xfrm>
              <a:off x="3241" y="3027"/>
              <a:ext cx="864" cy="710"/>
            </a:xfrm>
            <a:custGeom>
              <a:avLst/>
              <a:gdLst/>
              <a:ahLst/>
              <a:cxnLst/>
              <a:rect l="l" t="t" r="r" b="b"/>
              <a:pathLst>
                <a:path w="365" h="300" extrusionOk="0">
                  <a:moveTo>
                    <a:pt x="300" y="158"/>
                  </a:moveTo>
                  <a:cubicBezTo>
                    <a:pt x="345" y="147"/>
                    <a:pt x="345" y="147"/>
                    <a:pt x="345" y="147"/>
                  </a:cubicBezTo>
                  <a:cubicBezTo>
                    <a:pt x="359" y="144"/>
                    <a:pt x="365" y="124"/>
                    <a:pt x="361" y="110"/>
                  </a:cubicBezTo>
                  <a:cubicBezTo>
                    <a:pt x="359" y="101"/>
                    <a:pt x="352" y="93"/>
                    <a:pt x="343" y="88"/>
                  </a:cubicBezTo>
                  <a:cubicBezTo>
                    <a:pt x="293" y="100"/>
                    <a:pt x="293" y="100"/>
                    <a:pt x="293" y="100"/>
                  </a:cubicBezTo>
                  <a:cubicBezTo>
                    <a:pt x="290" y="101"/>
                    <a:pt x="287" y="99"/>
                    <a:pt x="286" y="96"/>
                  </a:cubicBezTo>
                  <a:cubicBezTo>
                    <a:pt x="285" y="93"/>
                    <a:pt x="287" y="89"/>
                    <a:pt x="290" y="89"/>
                  </a:cubicBezTo>
                  <a:cubicBezTo>
                    <a:pt x="317" y="80"/>
                    <a:pt x="317" y="80"/>
                    <a:pt x="317" y="80"/>
                  </a:cubicBezTo>
                  <a:cubicBezTo>
                    <a:pt x="334" y="75"/>
                    <a:pt x="334" y="75"/>
                    <a:pt x="334" y="75"/>
                  </a:cubicBezTo>
                  <a:cubicBezTo>
                    <a:pt x="354" y="69"/>
                    <a:pt x="356" y="51"/>
                    <a:pt x="353" y="39"/>
                  </a:cubicBezTo>
                  <a:cubicBezTo>
                    <a:pt x="350" y="25"/>
                    <a:pt x="338" y="13"/>
                    <a:pt x="316" y="19"/>
                  </a:cubicBezTo>
                  <a:cubicBezTo>
                    <a:pt x="237" y="39"/>
                    <a:pt x="288" y="23"/>
                    <a:pt x="209" y="45"/>
                  </a:cubicBezTo>
                  <a:cubicBezTo>
                    <a:pt x="206" y="46"/>
                    <a:pt x="202" y="44"/>
                    <a:pt x="201" y="41"/>
                  </a:cubicBezTo>
                  <a:cubicBezTo>
                    <a:pt x="201" y="38"/>
                    <a:pt x="203" y="35"/>
                    <a:pt x="206" y="34"/>
                  </a:cubicBezTo>
                  <a:cubicBezTo>
                    <a:pt x="218" y="30"/>
                    <a:pt x="218" y="30"/>
                    <a:pt x="218" y="30"/>
                  </a:cubicBezTo>
                  <a:cubicBezTo>
                    <a:pt x="218" y="0"/>
                    <a:pt x="218" y="0"/>
                    <a:pt x="218" y="0"/>
                  </a:cubicBezTo>
                  <a:cubicBezTo>
                    <a:pt x="212" y="0"/>
                    <a:pt x="206" y="0"/>
                    <a:pt x="199" y="0"/>
                  </a:cubicBezTo>
                  <a:cubicBezTo>
                    <a:pt x="173" y="0"/>
                    <a:pt x="148" y="2"/>
                    <a:pt x="143" y="4"/>
                  </a:cubicBezTo>
                  <a:cubicBezTo>
                    <a:pt x="115" y="17"/>
                    <a:pt x="119" y="32"/>
                    <a:pt x="68" y="99"/>
                  </a:cubicBezTo>
                  <a:cubicBezTo>
                    <a:pt x="48" y="114"/>
                    <a:pt x="48" y="114"/>
                    <a:pt x="48" y="114"/>
                  </a:cubicBezTo>
                  <a:cubicBezTo>
                    <a:pt x="0" y="133"/>
                    <a:pt x="0" y="133"/>
                    <a:pt x="0" y="133"/>
                  </a:cubicBezTo>
                  <a:cubicBezTo>
                    <a:pt x="41" y="297"/>
                    <a:pt x="41" y="297"/>
                    <a:pt x="41" y="297"/>
                  </a:cubicBezTo>
                  <a:cubicBezTo>
                    <a:pt x="113" y="282"/>
                    <a:pt x="113" y="282"/>
                    <a:pt x="113" y="282"/>
                  </a:cubicBezTo>
                  <a:cubicBezTo>
                    <a:pt x="176" y="296"/>
                    <a:pt x="203" y="300"/>
                    <a:pt x="267" y="283"/>
                  </a:cubicBezTo>
                  <a:cubicBezTo>
                    <a:pt x="267" y="283"/>
                    <a:pt x="267" y="283"/>
                    <a:pt x="267" y="283"/>
                  </a:cubicBezTo>
                  <a:cubicBezTo>
                    <a:pt x="323" y="268"/>
                    <a:pt x="323" y="268"/>
                    <a:pt x="323" y="268"/>
                  </a:cubicBezTo>
                  <a:cubicBezTo>
                    <a:pt x="330" y="266"/>
                    <a:pt x="335" y="262"/>
                    <a:pt x="339" y="256"/>
                  </a:cubicBezTo>
                  <a:cubicBezTo>
                    <a:pt x="342" y="250"/>
                    <a:pt x="343" y="243"/>
                    <a:pt x="341" y="237"/>
                  </a:cubicBezTo>
                  <a:cubicBezTo>
                    <a:pt x="340" y="233"/>
                    <a:pt x="338" y="229"/>
                    <a:pt x="335" y="226"/>
                  </a:cubicBezTo>
                  <a:cubicBezTo>
                    <a:pt x="293" y="235"/>
                    <a:pt x="293" y="235"/>
                    <a:pt x="293" y="235"/>
                  </a:cubicBezTo>
                  <a:cubicBezTo>
                    <a:pt x="290" y="236"/>
                    <a:pt x="287" y="233"/>
                    <a:pt x="286" y="230"/>
                  </a:cubicBezTo>
                  <a:cubicBezTo>
                    <a:pt x="285" y="227"/>
                    <a:pt x="288" y="224"/>
                    <a:pt x="291" y="223"/>
                  </a:cubicBezTo>
                  <a:cubicBezTo>
                    <a:pt x="307" y="220"/>
                    <a:pt x="322" y="216"/>
                    <a:pt x="339" y="212"/>
                  </a:cubicBezTo>
                  <a:cubicBezTo>
                    <a:pt x="346" y="210"/>
                    <a:pt x="353" y="206"/>
                    <a:pt x="357" y="199"/>
                  </a:cubicBezTo>
                  <a:cubicBezTo>
                    <a:pt x="361" y="193"/>
                    <a:pt x="363" y="185"/>
                    <a:pt x="361" y="177"/>
                  </a:cubicBezTo>
                  <a:cubicBezTo>
                    <a:pt x="359" y="169"/>
                    <a:pt x="354" y="162"/>
                    <a:pt x="347" y="159"/>
                  </a:cubicBezTo>
                  <a:cubicBezTo>
                    <a:pt x="346" y="159"/>
                    <a:pt x="345" y="159"/>
                    <a:pt x="344" y="160"/>
                  </a:cubicBezTo>
                  <a:cubicBezTo>
                    <a:pt x="303" y="169"/>
                    <a:pt x="303" y="169"/>
                    <a:pt x="303" y="169"/>
                  </a:cubicBezTo>
                  <a:cubicBezTo>
                    <a:pt x="300" y="170"/>
                    <a:pt x="296" y="168"/>
                    <a:pt x="296" y="165"/>
                  </a:cubicBezTo>
                  <a:cubicBezTo>
                    <a:pt x="295" y="162"/>
                    <a:pt x="297" y="158"/>
                    <a:pt x="300" y="158"/>
                  </a:cubicBezTo>
                  <a:close/>
                </a:path>
              </a:pathLst>
            </a:custGeom>
            <a:solidFill>
              <a:schemeClr val="accent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8" name="Google Shape;8964;p205"/>
            <p:cNvSpPr/>
            <p:nvPr/>
          </p:nvSpPr>
          <p:spPr>
            <a:xfrm>
              <a:off x="2898" y="3283"/>
              <a:ext cx="445" cy="717"/>
            </a:xfrm>
            <a:custGeom>
              <a:avLst/>
              <a:gdLst/>
              <a:ahLst/>
              <a:cxnLst/>
              <a:rect l="l" t="t" r="r" b="b"/>
              <a:pathLst>
                <a:path w="188" h="303" extrusionOk="0">
                  <a:moveTo>
                    <a:pt x="125" y="15"/>
                  </a:moveTo>
                  <a:cubicBezTo>
                    <a:pt x="123" y="8"/>
                    <a:pt x="118" y="3"/>
                    <a:pt x="111" y="1"/>
                  </a:cubicBezTo>
                  <a:cubicBezTo>
                    <a:pt x="108" y="0"/>
                    <a:pt x="104" y="0"/>
                    <a:pt x="101" y="1"/>
                  </a:cubicBezTo>
                  <a:cubicBezTo>
                    <a:pt x="17" y="24"/>
                    <a:pt x="17" y="24"/>
                    <a:pt x="17" y="24"/>
                  </a:cubicBezTo>
                  <a:cubicBezTo>
                    <a:pt x="7" y="27"/>
                    <a:pt x="0" y="39"/>
                    <a:pt x="3" y="49"/>
                  </a:cubicBezTo>
                  <a:cubicBezTo>
                    <a:pt x="64" y="287"/>
                    <a:pt x="64" y="287"/>
                    <a:pt x="64" y="287"/>
                  </a:cubicBezTo>
                  <a:cubicBezTo>
                    <a:pt x="67" y="297"/>
                    <a:pt x="79" y="303"/>
                    <a:pt x="89" y="300"/>
                  </a:cubicBezTo>
                  <a:cubicBezTo>
                    <a:pt x="171" y="273"/>
                    <a:pt x="171" y="273"/>
                    <a:pt x="171" y="273"/>
                  </a:cubicBezTo>
                  <a:cubicBezTo>
                    <a:pt x="181" y="269"/>
                    <a:pt x="188" y="257"/>
                    <a:pt x="185" y="247"/>
                  </a:cubicBezTo>
                  <a:lnTo>
                    <a:pt x="125" y="15"/>
                  </a:lnTo>
                  <a:close/>
                  <a:moveTo>
                    <a:pt x="158" y="240"/>
                  </a:moveTo>
                  <a:cubicBezTo>
                    <a:pt x="154" y="258"/>
                    <a:pt x="137" y="269"/>
                    <a:pt x="120" y="265"/>
                  </a:cubicBezTo>
                  <a:cubicBezTo>
                    <a:pt x="102" y="262"/>
                    <a:pt x="91" y="245"/>
                    <a:pt x="94" y="227"/>
                  </a:cubicBezTo>
                  <a:cubicBezTo>
                    <a:pt x="98" y="210"/>
                    <a:pt x="115" y="198"/>
                    <a:pt x="133" y="202"/>
                  </a:cubicBezTo>
                  <a:cubicBezTo>
                    <a:pt x="150" y="205"/>
                    <a:pt x="161" y="222"/>
                    <a:pt x="158" y="240"/>
                  </a:cubicBezTo>
                  <a:close/>
                </a:path>
              </a:pathLst>
            </a:custGeom>
            <a:solidFill>
              <a:srgbClr val="98A8BC"/>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grpSp>
        <p:nvGrpSpPr>
          <p:cNvPr id="40" name="Group 39"/>
          <p:cNvGrpSpPr/>
          <p:nvPr/>
        </p:nvGrpSpPr>
        <p:grpSpPr>
          <a:xfrm>
            <a:off x="4280456" y="3554597"/>
            <a:ext cx="1034653" cy="1034653"/>
            <a:chOff x="3948993" y="3601825"/>
            <a:chExt cx="1034653" cy="1034653"/>
          </a:xfrm>
        </p:grpSpPr>
        <p:pic>
          <p:nvPicPr>
            <p:cNvPr id="22" name="Picture 21"/>
            <p:cNvPicPr>
              <a:picLocks noChangeAspect="1"/>
            </p:cNvPicPr>
            <p:nvPr/>
          </p:nvPicPr>
          <p:blipFill>
            <a:blip r:embed="rId1" cstate="print">
              <a:duotone>
                <a:prstClr val="black"/>
                <a:srgbClr val="5CA2EE">
                  <a:tint val="45000"/>
                  <a:satMod val="400000"/>
                </a:srgbClr>
              </a:duotone>
              <a:extLst>
                <a:ext uri="{28A0092B-C50C-407E-A947-70E740481C1C}">
                  <a14:useLocalDpi xmlns:a14="http://schemas.microsoft.com/office/drawing/2010/main" val="0"/>
                </a:ext>
              </a:extLst>
            </a:blip>
            <a:stretch>
              <a:fillRect/>
            </a:stretch>
          </p:blipFill>
          <p:spPr>
            <a:xfrm>
              <a:off x="3948993" y="3601825"/>
              <a:ext cx="1034653" cy="1034653"/>
            </a:xfrm>
            <a:prstGeom prst="rect">
              <a:avLst/>
            </a:prstGeom>
          </p:spPr>
        </p:pic>
        <p:sp>
          <p:nvSpPr>
            <p:cNvPr id="39" name="TextBox 38"/>
            <p:cNvSpPr txBox="1"/>
            <p:nvPr/>
          </p:nvSpPr>
          <p:spPr>
            <a:xfrm>
              <a:off x="4158803" y="4059048"/>
              <a:ext cx="601447" cy="307777"/>
            </a:xfrm>
            <a:prstGeom prst="rect">
              <a:avLst/>
            </a:prstGeom>
            <a:noFill/>
          </p:spPr>
          <p:txBody>
            <a:bodyPr wrap="none" rtlCol="0">
              <a:spAutoFit/>
            </a:bodyPr>
            <a:lstStyle/>
            <a:p>
              <a:r>
                <a:rPr lang="en-US" sz="1400" b="0" dirty="0"/>
                <a:t>Lean</a:t>
              </a:r>
              <a:endParaRPr lang="en-US" sz="1400" b="0" dirty="0"/>
            </a:p>
          </p:txBody>
        </p:sp>
      </p:grpSp>
      <p:grpSp>
        <p:nvGrpSpPr>
          <p:cNvPr id="45" name="Group 44"/>
          <p:cNvGrpSpPr/>
          <p:nvPr/>
        </p:nvGrpSpPr>
        <p:grpSpPr>
          <a:xfrm>
            <a:off x="4522671" y="4508284"/>
            <a:ext cx="1268460" cy="1365552"/>
            <a:chOff x="3948993" y="3601825"/>
            <a:chExt cx="1034653" cy="1034653"/>
          </a:xfrm>
        </p:grpSpPr>
        <p:pic>
          <p:nvPicPr>
            <p:cNvPr id="46" name="Picture 45"/>
            <p:cNvPicPr>
              <a:picLocks noChangeAspect="1"/>
            </p:cNvPicPr>
            <p:nvPr/>
          </p:nvPicPr>
          <p:blipFill>
            <a:blip r:embed="rId2" cstate="print">
              <a:duotone>
                <a:prstClr val="black"/>
                <a:srgbClr val="5CA2EE">
                  <a:tint val="45000"/>
                  <a:satMod val="400000"/>
                </a:srgbClr>
              </a:duotone>
              <a:extLst>
                <a:ext uri="{28A0092B-C50C-407E-A947-70E740481C1C}">
                  <a14:useLocalDpi xmlns:a14="http://schemas.microsoft.com/office/drawing/2010/main" val="0"/>
                </a:ext>
              </a:extLst>
            </a:blip>
            <a:stretch>
              <a:fillRect/>
            </a:stretch>
          </p:blipFill>
          <p:spPr>
            <a:xfrm>
              <a:off x="3948993" y="3601825"/>
              <a:ext cx="1034653" cy="1034653"/>
            </a:xfrm>
            <a:prstGeom prst="rect">
              <a:avLst/>
            </a:prstGeom>
          </p:spPr>
        </p:pic>
        <p:sp>
          <p:nvSpPr>
            <p:cNvPr id="47" name="TextBox 46"/>
            <p:cNvSpPr txBox="1"/>
            <p:nvPr/>
          </p:nvSpPr>
          <p:spPr>
            <a:xfrm>
              <a:off x="4059209" y="4020941"/>
              <a:ext cx="827929" cy="326475"/>
            </a:xfrm>
            <a:prstGeom prst="rect">
              <a:avLst/>
            </a:prstGeom>
            <a:noFill/>
          </p:spPr>
          <p:txBody>
            <a:bodyPr wrap="none" rtlCol="0">
              <a:spAutoFit/>
            </a:bodyPr>
            <a:lstStyle/>
            <a:p>
              <a:r>
                <a:rPr lang="en-US" sz="1100" b="0" dirty="0"/>
                <a:t>Extreme</a:t>
              </a:r>
              <a:endParaRPr lang="en-US" sz="1100" b="0" dirty="0"/>
            </a:p>
            <a:p>
              <a:r>
                <a:rPr lang="en-US" sz="1100" b="0" dirty="0"/>
                <a:t>programming</a:t>
              </a:r>
              <a:endParaRPr lang="en-US" sz="1100" b="0" dirty="0"/>
            </a:p>
          </p:txBody>
        </p:sp>
      </p:grpSp>
      <p:grpSp>
        <p:nvGrpSpPr>
          <p:cNvPr id="48" name="Group 47"/>
          <p:cNvGrpSpPr/>
          <p:nvPr/>
        </p:nvGrpSpPr>
        <p:grpSpPr>
          <a:xfrm>
            <a:off x="6873221" y="4508284"/>
            <a:ext cx="1034653" cy="1034653"/>
            <a:chOff x="3948993" y="3601825"/>
            <a:chExt cx="1034653" cy="1034653"/>
          </a:xfrm>
        </p:grpSpPr>
        <p:pic>
          <p:nvPicPr>
            <p:cNvPr id="49" name="Picture 48"/>
            <p:cNvPicPr>
              <a:picLocks noChangeAspect="1"/>
            </p:cNvPicPr>
            <p:nvPr/>
          </p:nvPicPr>
          <p:blipFill>
            <a:blip r:embed="rId1" cstate="print">
              <a:duotone>
                <a:prstClr val="black"/>
                <a:srgbClr val="5CA2EE">
                  <a:tint val="45000"/>
                  <a:satMod val="400000"/>
                </a:srgbClr>
              </a:duotone>
              <a:extLst>
                <a:ext uri="{28A0092B-C50C-407E-A947-70E740481C1C}">
                  <a14:useLocalDpi xmlns:a14="http://schemas.microsoft.com/office/drawing/2010/main" val="0"/>
                </a:ext>
              </a:extLst>
            </a:blip>
            <a:stretch>
              <a:fillRect/>
            </a:stretch>
          </p:blipFill>
          <p:spPr>
            <a:xfrm>
              <a:off x="3948993" y="3601825"/>
              <a:ext cx="1034653" cy="1034653"/>
            </a:xfrm>
            <a:prstGeom prst="rect">
              <a:avLst/>
            </a:prstGeom>
          </p:spPr>
        </p:pic>
        <p:sp>
          <p:nvSpPr>
            <p:cNvPr id="50" name="TextBox 49"/>
            <p:cNvSpPr txBox="1"/>
            <p:nvPr/>
          </p:nvSpPr>
          <p:spPr>
            <a:xfrm>
              <a:off x="4091131" y="4059917"/>
              <a:ext cx="801823" cy="307777"/>
            </a:xfrm>
            <a:prstGeom prst="rect">
              <a:avLst/>
            </a:prstGeom>
            <a:noFill/>
          </p:spPr>
          <p:txBody>
            <a:bodyPr wrap="none" rtlCol="0">
              <a:spAutoFit/>
            </a:bodyPr>
            <a:lstStyle/>
            <a:p>
              <a:r>
                <a:rPr lang="en-US" sz="1400" b="0" dirty="0"/>
                <a:t>Kanban</a:t>
              </a:r>
              <a:endParaRPr lang="en-US" sz="1400" b="0" dirty="0"/>
            </a:p>
          </p:txBody>
        </p:sp>
      </p:grpSp>
      <p:grpSp>
        <p:nvGrpSpPr>
          <p:cNvPr id="51" name="Group 50"/>
          <p:cNvGrpSpPr/>
          <p:nvPr/>
        </p:nvGrpSpPr>
        <p:grpSpPr>
          <a:xfrm>
            <a:off x="6605314" y="3538773"/>
            <a:ext cx="1034653" cy="1034653"/>
            <a:chOff x="3948993" y="3601825"/>
            <a:chExt cx="1034653" cy="1034653"/>
          </a:xfrm>
        </p:grpSpPr>
        <p:pic>
          <p:nvPicPr>
            <p:cNvPr id="52" name="Picture 51"/>
            <p:cNvPicPr>
              <a:picLocks noChangeAspect="1"/>
            </p:cNvPicPr>
            <p:nvPr/>
          </p:nvPicPr>
          <p:blipFill>
            <a:blip r:embed="rId1" cstate="print">
              <a:duotone>
                <a:prstClr val="black"/>
                <a:srgbClr val="5CA2EE">
                  <a:tint val="45000"/>
                  <a:satMod val="400000"/>
                </a:srgbClr>
              </a:duotone>
              <a:extLst>
                <a:ext uri="{28A0092B-C50C-407E-A947-70E740481C1C}">
                  <a14:useLocalDpi xmlns:a14="http://schemas.microsoft.com/office/drawing/2010/main" val="0"/>
                </a:ext>
              </a:extLst>
            </a:blip>
            <a:stretch>
              <a:fillRect/>
            </a:stretch>
          </p:blipFill>
          <p:spPr>
            <a:xfrm>
              <a:off x="3948993" y="3601825"/>
              <a:ext cx="1034653" cy="1034653"/>
            </a:xfrm>
            <a:prstGeom prst="rect">
              <a:avLst/>
            </a:prstGeom>
          </p:spPr>
        </p:pic>
        <p:sp>
          <p:nvSpPr>
            <p:cNvPr id="53" name="TextBox 52"/>
            <p:cNvSpPr txBox="1"/>
            <p:nvPr/>
          </p:nvSpPr>
          <p:spPr>
            <a:xfrm>
              <a:off x="4092317" y="4059917"/>
              <a:ext cx="702435" cy="307777"/>
            </a:xfrm>
            <a:prstGeom prst="rect">
              <a:avLst/>
            </a:prstGeom>
            <a:noFill/>
          </p:spPr>
          <p:txBody>
            <a:bodyPr wrap="none" rtlCol="0">
              <a:spAutoFit/>
            </a:bodyPr>
            <a:lstStyle/>
            <a:p>
              <a:r>
                <a:rPr lang="en-US" sz="1400" b="0" dirty="0"/>
                <a:t>Scrum</a:t>
              </a:r>
              <a:endParaRPr lang="en-US" sz="1400" b="0" dirty="0"/>
            </a:p>
          </p:txBody>
        </p:sp>
      </p:grpSp>
      <p:grpSp>
        <p:nvGrpSpPr>
          <p:cNvPr id="70" name="Group 69"/>
          <p:cNvGrpSpPr/>
          <p:nvPr/>
        </p:nvGrpSpPr>
        <p:grpSpPr>
          <a:xfrm>
            <a:off x="832651" y="2820179"/>
            <a:ext cx="3048549" cy="3200400"/>
            <a:chOff x="869875" y="3572836"/>
            <a:chExt cx="2985253" cy="2743200"/>
          </a:xfrm>
        </p:grpSpPr>
        <p:sp>
          <p:nvSpPr>
            <p:cNvPr id="20" name="Rectangle 19"/>
            <p:cNvSpPr/>
            <p:nvPr/>
          </p:nvSpPr>
          <p:spPr>
            <a:xfrm>
              <a:off x="1111928" y="4093005"/>
              <a:ext cx="2743200" cy="633141"/>
            </a:xfrm>
            <a:prstGeom prst="rect">
              <a:avLst/>
            </a:prstGeom>
          </p:spPr>
          <p:txBody>
            <a:bodyPr wrap="square">
              <a:spAutoFit/>
            </a:bodyPr>
            <a:lstStyle/>
            <a:p>
              <a:pPr marL="285750" indent="-285750" algn="l">
                <a:buFont typeface="Wingdings" panose="05000000000000000000" pitchFamily="2" charset="2"/>
                <a:buChar char="q"/>
              </a:pPr>
              <a:r>
                <a:rPr lang="en-US" sz="1400" b="0" dirty="0">
                  <a:solidFill>
                    <a:schemeClr val="accent1"/>
                  </a:solidFill>
                  <a:latin typeface="Arial" panose="020B0604020202020204" pitchFamily="34" charset="0"/>
                </a:rPr>
                <a:t>An </a:t>
              </a:r>
              <a:r>
                <a:rPr lang="en-US" sz="1400" dirty="0">
                  <a:solidFill>
                    <a:schemeClr val="accent1"/>
                  </a:solidFill>
                  <a:latin typeface="Arial" panose="020B0604020202020204" pitchFamily="34" charset="0"/>
                </a:rPr>
                <a:t>umbrella</a:t>
              </a:r>
              <a:r>
                <a:rPr lang="en-US" sz="1400" b="0" dirty="0">
                  <a:solidFill>
                    <a:schemeClr val="accent1"/>
                  </a:solidFill>
                  <a:latin typeface="Arial" panose="020B0604020202020204" pitchFamily="34" charset="0"/>
                </a:rPr>
                <a:t> </a:t>
              </a:r>
              <a:r>
                <a:rPr lang="en-US" sz="1400" dirty="0">
                  <a:solidFill>
                    <a:schemeClr val="accent1"/>
                  </a:solidFill>
                  <a:latin typeface="Arial" panose="020B0604020202020204" pitchFamily="34" charset="0"/>
                </a:rPr>
                <a:t>term</a:t>
              </a:r>
              <a:r>
                <a:rPr lang="en-US" sz="1400" b="0" dirty="0">
                  <a:solidFill>
                    <a:schemeClr val="accent1"/>
                  </a:solidFill>
                  <a:latin typeface="Arial" panose="020B0604020202020204" pitchFamily="34" charset="0"/>
                </a:rPr>
                <a:t> for a group of technical and project management methodologies.</a:t>
              </a:r>
              <a:endParaRPr lang="en-US" sz="1400" b="0" dirty="0">
                <a:solidFill>
                  <a:schemeClr val="accent1"/>
                </a:solidFill>
                <a:latin typeface="Arial" panose="020B0604020202020204" pitchFamily="34" charset="0"/>
              </a:endParaRPr>
            </a:p>
          </p:txBody>
        </p:sp>
        <p:grpSp>
          <p:nvGrpSpPr>
            <p:cNvPr id="54" name="Google Shape;965;p84"/>
            <p:cNvGrpSpPr/>
            <p:nvPr/>
          </p:nvGrpSpPr>
          <p:grpSpPr>
            <a:xfrm>
              <a:off x="869875" y="3572836"/>
              <a:ext cx="2202037" cy="2743200"/>
              <a:chOff x="6261099" y="3641726"/>
              <a:chExt cx="1870243" cy="2947988"/>
            </a:xfrm>
          </p:grpSpPr>
          <p:sp>
            <p:nvSpPr>
              <p:cNvPr id="56" name="Google Shape;967;p84"/>
              <p:cNvSpPr/>
              <p:nvPr/>
            </p:nvSpPr>
            <p:spPr>
              <a:xfrm>
                <a:off x="6267450" y="3641726"/>
                <a:ext cx="1863892" cy="2260124"/>
              </a:xfrm>
              <a:custGeom>
                <a:avLst/>
                <a:gdLst/>
                <a:ahLst/>
                <a:cxnLst/>
                <a:rect l="l" t="t" r="r" b="b"/>
                <a:pathLst>
                  <a:path w="804" h="980" extrusionOk="0">
                    <a:moveTo>
                      <a:pt x="40" y="220"/>
                    </a:moveTo>
                    <a:cubicBezTo>
                      <a:pt x="40" y="121"/>
                      <a:pt x="121" y="40"/>
                      <a:pt x="220" y="40"/>
                    </a:cubicBezTo>
                    <a:cubicBezTo>
                      <a:pt x="804" y="40"/>
                      <a:pt x="804" y="40"/>
                      <a:pt x="804" y="40"/>
                    </a:cubicBezTo>
                    <a:cubicBezTo>
                      <a:pt x="804" y="0"/>
                      <a:pt x="804" y="0"/>
                      <a:pt x="804" y="0"/>
                    </a:cubicBezTo>
                    <a:cubicBezTo>
                      <a:pt x="220" y="0"/>
                      <a:pt x="220" y="0"/>
                      <a:pt x="220" y="0"/>
                    </a:cubicBezTo>
                    <a:cubicBezTo>
                      <a:pt x="99" y="0"/>
                      <a:pt x="0" y="99"/>
                      <a:pt x="0" y="220"/>
                    </a:cubicBezTo>
                    <a:cubicBezTo>
                      <a:pt x="0" y="980"/>
                      <a:pt x="0" y="980"/>
                      <a:pt x="0" y="980"/>
                    </a:cubicBezTo>
                    <a:cubicBezTo>
                      <a:pt x="40" y="980"/>
                      <a:pt x="40" y="980"/>
                      <a:pt x="40" y="980"/>
                    </a:cubicBezTo>
                    <a:lnTo>
                      <a:pt x="40" y="220"/>
                    </a:ln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7" name="Google Shape;968;p84"/>
              <p:cNvSpPr/>
              <p:nvPr/>
            </p:nvSpPr>
            <p:spPr>
              <a:xfrm>
                <a:off x="6745288" y="6110289"/>
                <a:ext cx="412750" cy="479425"/>
              </a:xfrm>
              <a:custGeom>
                <a:avLst/>
                <a:gdLst/>
                <a:ahLst/>
                <a:cxnLst/>
                <a:rect l="l" t="t" r="r" b="b"/>
                <a:pathLst>
                  <a:path w="170" h="198" extrusionOk="0">
                    <a:moveTo>
                      <a:pt x="170" y="111"/>
                    </a:moveTo>
                    <a:cubicBezTo>
                      <a:pt x="170" y="87"/>
                      <a:pt x="162" y="68"/>
                      <a:pt x="147" y="52"/>
                    </a:cubicBezTo>
                    <a:cubicBezTo>
                      <a:pt x="132" y="36"/>
                      <a:pt x="111" y="28"/>
                      <a:pt x="87" y="26"/>
                    </a:cubicBezTo>
                    <a:cubicBezTo>
                      <a:pt x="87" y="0"/>
                      <a:pt x="87" y="0"/>
                      <a:pt x="87" y="0"/>
                    </a:cubicBezTo>
                    <a:cubicBezTo>
                      <a:pt x="59" y="7"/>
                      <a:pt x="39" y="21"/>
                      <a:pt x="24" y="41"/>
                    </a:cubicBezTo>
                    <a:cubicBezTo>
                      <a:pt x="8" y="61"/>
                      <a:pt x="0" y="84"/>
                      <a:pt x="0" y="110"/>
                    </a:cubicBezTo>
                    <a:cubicBezTo>
                      <a:pt x="0" y="135"/>
                      <a:pt x="8" y="156"/>
                      <a:pt x="24" y="173"/>
                    </a:cubicBezTo>
                    <a:cubicBezTo>
                      <a:pt x="41" y="190"/>
                      <a:pt x="60" y="198"/>
                      <a:pt x="84" y="198"/>
                    </a:cubicBezTo>
                    <a:cubicBezTo>
                      <a:pt x="109" y="198"/>
                      <a:pt x="129" y="190"/>
                      <a:pt x="145" y="173"/>
                    </a:cubicBezTo>
                    <a:cubicBezTo>
                      <a:pt x="162" y="156"/>
                      <a:pt x="170" y="136"/>
                      <a:pt x="170" y="111"/>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8" name="Google Shape;969;p84"/>
              <p:cNvSpPr/>
              <p:nvPr/>
            </p:nvSpPr>
            <p:spPr>
              <a:xfrm>
                <a:off x="6261099" y="6110289"/>
                <a:ext cx="411163" cy="479425"/>
              </a:xfrm>
              <a:custGeom>
                <a:avLst/>
                <a:gdLst/>
                <a:ahLst/>
                <a:cxnLst/>
                <a:rect l="l" t="t" r="r" b="b"/>
                <a:pathLst>
                  <a:path w="170" h="198" extrusionOk="0">
                    <a:moveTo>
                      <a:pt x="146" y="173"/>
                    </a:moveTo>
                    <a:cubicBezTo>
                      <a:pt x="162" y="156"/>
                      <a:pt x="170" y="136"/>
                      <a:pt x="170" y="111"/>
                    </a:cubicBezTo>
                    <a:cubicBezTo>
                      <a:pt x="170" y="87"/>
                      <a:pt x="162" y="68"/>
                      <a:pt x="147" y="52"/>
                    </a:cubicBezTo>
                    <a:cubicBezTo>
                      <a:pt x="132" y="36"/>
                      <a:pt x="111" y="28"/>
                      <a:pt x="87" y="26"/>
                    </a:cubicBezTo>
                    <a:cubicBezTo>
                      <a:pt x="87" y="0"/>
                      <a:pt x="87" y="0"/>
                      <a:pt x="87" y="0"/>
                    </a:cubicBezTo>
                    <a:cubicBezTo>
                      <a:pt x="63" y="7"/>
                      <a:pt x="40" y="21"/>
                      <a:pt x="24" y="41"/>
                    </a:cubicBezTo>
                    <a:cubicBezTo>
                      <a:pt x="8" y="61"/>
                      <a:pt x="0" y="84"/>
                      <a:pt x="0" y="110"/>
                    </a:cubicBezTo>
                    <a:cubicBezTo>
                      <a:pt x="0" y="135"/>
                      <a:pt x="9" y="156"/>
                      <a:pt x="25" y="173"/>
                    </a:cubicBezTo>
                    <a:cubicBezTo>
                      <a:pt x="41" y="190"/>
                      <a:pt x="61" y="198"/>
                      <a:pt x="84" y="198"/>
                    </a:cubicBezTo>
                    <a:cubicBezTo>
                      <a:pt x="109" y="198"/>
                      <a:pt x="129" y="190"/>
                      <a:pt x="146" y="173"/>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grpSp>
      <p:grpSp>
        <p:nvGrpSpPr>
          <p:cNvPr id="72" name="Group 71"/>
          <p:cNvGrpSpPr/>
          <p:nvPr/>
        </p:nvGrpSpPr>
        <p:grpSpPr>
          <a:xfrm>
            <a:off x="8388352" y="2820179"/>
            <a:ext cx="3071152" cy="3200400"/>
            <a:chOff x="8429296" y="3681116"/>
            <a:chExt cx="2858280" cy="2549245"/>
          </a:xfrm>
        </p:grpSpPr>
        <p:grpSp>
          <p:nvGrpSpPr>
            <p:cNvPr id="71" name="Group 70"/>
            <p:cNvGrpSpPr/>
            <p:nvPr/>
          </p:nvGrpSpPr>
          <p:grpSpPr>
            <a:xfrm>
              <a:off x="8429296" y="4051776"/>
              <a:ext cx="2858280" cy="2178585"/>
              <a:chOff x="8429296" y="4051776"/>
              <a:chExt cx="2858280" cy="2178585"/>
            </a:xfrm>
          </p:grpSpPr>
          <p:grpSp>
            <p:nvGrpSpPr>
              <p:cNvPr id="62" name="Google Shape;965;p84"/>
              <p:cNvGrpSpPr/>
              <p:nvPr/>
            </p:nvGrpSpPr>
            <p:grpSpPr>
              <a:xfrm>
                <a:off x="10231514" y="5784237"/>
                <a:ext cx="1056062" cy="446124"/>
                <a:chOff x="8257300" y="6043141"/>
                <a:chExt cx="896939" cy="479428"/>
              </a:xfrm>
            </p:grpSpPr>
            <p:sp>
              <p:nvSpPr>
                <p:cNvPr id="65" name="Google Shape;968;p84"/>
                <p:cNvSpPr/>
                <p:nvPr/>
              </p:nvSpPr>
              <p:spPr>
                <a:xfrm>
                  <a:off x="8741489" y="6043141"/>
                  <a:ext cx="412750" cy="479425"/>
                </a:xfrm>
                <a:custGeom>
                  <a:avLst/>
                  <a:gdLst/>
                  <a:ahLst/>
                  <a:cxnLst/>
                  <a:rect l="l" t="t" r="r" b="b"/>
                  <a:pathLst>
                    <a:path w="170" h="198" extrusionOk="0">
                      <a:moveTo>
                        <a:pt x="170" y="111"/>
                      </a:moveTo>
                      <a:cubicBezTo>
                        <a:pt x="170" y="87"/>
                        <a:pt x="162" y="68"/>
                        <a:pt x="147" y="52"/>
                      </a:cubicBezTo>
                      <a:cubicBezTo>
                        <a:pt x="132" y="36"/>
                        <a:pt x="111" y="28"/>
                        <a:pt x="87" y="26"/>
                      </a:cubicBezTo>
                      <a:cubicBezTo>
                        <a:pt x="87" y="0"/>
                        <a:pt x="87" y="0"/>
                        <a:pt x="87" y="0"/>
                      </a:cubicBezTo>
                      <a:cubicBezTo>
                        <a:pt x="59" y="7"/>
                        <a:pt x="39" y="21"/>
                        <a:pt x="24" y="41"/>
                      </a:cubicBezTo>
                      <a:cubicBezTo>
                        <a:pt x="8" y="61"/>
                        <a:pt x="0" y="84"/>
                        <a:pt x="0" y="110"/>
                      </a:cubicBezTo>
                      <a:cubicBezTo>
                        <a:pt x="0" y="135"/>
                        <a:pt x="8" y="156"/>
                        <a:pt x="24" y="173"/>
                      </a:cubicBezTo>
                      <a:cubicBezTo>
                        <a:pt x="41" y="190"/>
                        <a:pt x="60" y="198"/>
                        <a:pt x="84" y="198"/>
                      </a:cubicBezTo>
                      <a:cubicBezTo>
                        <a:pt x="109" y="198"/>
                        <a:pt x="129" y="190"/>
                        <a:pt x="145" y="173"/>
                      </a:cubicBezTo>
                      <a:cubicBezTo>
                        <a:pt x="162" y="156"/>
                        <a:pt x="170" y="136"/>
                        <a:pt x="170" y="111"/>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66" name="Google Shape;969;p84"/>
                <p:cNvSpPr/>
                <p:nvPr/>
              </p:nvSpPr>
              <p:spPr>
                <a:xfrm>
                  <a:off x="8257300" y="6043144"/>
                  <a:ext cx="411163" cy="479425"/>
                </a:xfrm>
                <a:custGeom>
                  <a:avLst/>
                  <a:gdLst/>
                  <a:ahLst/>
                  <a:cxnLst/>
                  <a:rect l="l" t="t" r="r" b="b"/>
                  <a:pathLst>
                    <a:path w="170" h="198" extrusionOk="0">
                      <a:moveTo>
                        <a:pt x="146" y="173"/>
                      </a:moveTo>
                      <a:cubicBezTo>
                        <a:pt x="162" y="156"/>
                        <a:pt x="170" y="136"/>
                        <a:pt x="170" y="111"/>
                      </a:cubicBezTo>
                      <a:cubicBezTo>
                        <a:pt x="170" y="87"/>
                        <a:pt x="162" y="68"/>
                        <a:pt x="147" y="52"/>
                      </a:cubicBezTo>
                      <a:cubicBezTo>
                        <a:pt x="132" y="36"/>
                        <a:pt x="111" y="28"/>
                        <a:pt x="87" y="26"/>
                      </a:cubicBezTo>
                      <a:cubicBezTo>
                        <a:pt x="87" y="0"/>
                        <a:pt x="87" y="0"/>
                        <a:pt x="87" y="0"/>
                      </a:cubicBezTo>
                      <a:cubicBezTo>
                        <a:pt x="63" y="7"/>
                        <a:pt x="40" y="21"/>
                        <a:pt x="24" y="41"/>
                      </a:cubicBezTo>
                      <a:cubicBezTo>
                        <a:pt x="8" y="61"/>
                        <a:pt x="0" y="84"/>
                        <a:pt x="0" y="110"/>
                      </a:cubicBezTo>
                      <a:cubicBezTo>
                        <a:pt x="0" y="135"/>
                        <a:pt x="9" y="156"/>
                        <a:pt x="25" y="173"/>
                      </a:cubicBezTo>
                      <a:cubicBezTo>
                        <a:pt x="41" y="190"/>
                        <a:pt x="61" y="198"/>
                        <a:pt x="84" y="198"/>
                      </a:cubicBezTo>
                      <a:cubicBezTo>
                        <a:pt x="109" y="198"/>
                        <a:pt x="129" y="190"/>
                        <a:pt x="146" y="173"/>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sp>
            <p:nvSpPr>
              <p:cNvPr id="43" name="TextBox 42"/>
              <p:cNvSpPr txBox="1"/>
              <p:nvPr/>
            </p:nvSpPr>
            <p:spPr>
              <a:xfrm>
                <a:off x="8429296" y="4051776"/>
                <a:ext cx="2683594" cy="7681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285750" indent="-285750" algn="l">
                  <a:buFont typeface="Wingdings" panose="05000000000000000000" pitchFamily="2" charset="2"/>
                  <a:buChar char="q"/>
                </a:pPr>
                <a:r>
                  <a:rPr lang="en-US" sz="1400" b="0" dirty="0">
                    <a:solidFill>
                      <a:schemeClr val="accent1"/>
                    </a:solidFill>
                    <a:latin typeface="Arial" panose="020B0604020202020204" pitchFamily="34" charset="0"/>
                    <a:cs typeface="Arial" panose="020B0604020202020204" pitchFamily="34" charset="0"/>
                  </a:rPr>
                  <a:t>Total Product Development is </a:t>
                </a:r>
                <a:r>
                  <a:rPr lang="en-US" sz="1400" b="0" dirty="0" smtClean="0">
                    <a:solidFill>
                      <a:schemeClr val="accent1"/>
                    </a:solidFill>
                    <a:latin typeface="Arial" panose="020B0604020202020204" pitchFamily="34" charset="0"/>
                    <a:cs typeface="Arial" panose="020B0604020202020204" pitchFamily="34" charset="0"/>
                  </a:rPr>
                  <a:t>broken </a:t>
                </a:r>
                <a:r>
                  <a:rPr lang="en-US" sz="1400" b="0" dirty="0">
                    <a:solidFill>
                      <a:schemeClr val="accent1"/>
                    </a:solidFill>
                    <a:latin typeface="Arial" panose="020B0604020202020204" pitchFamily="34" charset="0"/>
                    <a:cs typeface="Arial" panose="020B0604020202020204" pitchFamily="34" charset="0"/>
                  </a:rPr>
                  <a:t>up into shorter, time-boxed periods - </a:t>
                </a:r>
                <a:r>
                  <a:rPr lang="en-US" sz="1400" dirty="0">
                    <a:solidFill>
                      <a:schemeClr val="accent1"/>
                    </a:solidFill>
                    <a:latin typeface="Arial" panose="020B0604020202020204" pitchFamily="34" charset="0"/>
                    <a:cs typeface="Arial" panose="020B0604020202020204" pitchFamily="34" charset="0"/>
                  </a:rPr>
                  <a:t>sprints or iterations</a:t>
                </a:r>
                <a:r>
                  <a:rPr lang="en-US" sz="1400" b="0" dirty="0">
                    <a:solidFill>
                      <a:schemeClr val="accent1"/>
                    </a:solidFill>
                    <a:latin typeface="Arial" panose="020B0604020202020204" pitchFamily="34" charset="0"/>
                    <a:cs typeface="Arial" panose="020B0604020202020204" pitchFamily="34" charset="0"/>
                  </a:rPr>
                  <a:t>.</a:t>
                </a:r>
                <a:endParaRPr kumimoji="0" lang="en-US" sz="1400" b="0" i="0" u="none" strike="noStrike" cap="none" spc="0" normalizeH="0" baseline="0" dirty="0">
                  <a:ln>
                    <a:noFill/>
                  </a:ln>
                  <a:solidFill>
                    <a:schemeClr val="accent1"/>
                  </a:solidFill>
                  <a:effectLst/>
                  <a:uFillTx/>
                  <a:sym typeface="Helvetica Neue"/>
                </a:endParaRPr>
              </a:p>
            </p:txBody>
          </p:sp>
        </p:grpSp>
        <p:sp>
          <p:nvSpPr>
            <p:cNvPr id="74" name="Google Shape;966;p84"/>
            <p:cNvSpPr/>
            <p:nvPr/>
          </p:nvSpPr>
          <p:spPr>
            <a:xfrm rot="10800000" flipH="1">
              <a:off x="9093016" y="3681116"/>
              <a:ext cx="2194560" cy="2103120"/>
            </a:xfrm>
            <a:custGeom>
              <a:avLst/>
              <a:gdLst/>
              <a:ahLst/>
              <a:cxnLst/>
              <a:rect l="l" t="t" r="r" b="b"/>
              <a:pathLst>
                <a:path w="804" h="964" extrusionOk="0">
                  <a:moveTo>
                    <a:pt x="764" y="744"/>
                  </a:moveTo>
                  <a:cubicBezTo>
                    <a:pt x="764" y="843"/>
                    <a:pt x="683" y="924"/>
                    <a:pt x="584" y="924"/>
                  </a:cubicBezTo>
                  <a:cubicBezTo>
                    <a:pt x="0" y="924"/>
                    <a:pt x="0" y="924"/>
                    <a:pt x="0" y="924"/>
                  </a:cubicBezTo>
                  <a:cubicBezTo>
                    <a:pt x="0" y="964"/>
                    <a:pt x="0" y="964"/>
                    <a:pt x="0" y="964"/>
                  </a:cubicBezTo>
                  <a:cubicBezTo>
                    <a:pt x="584" y="964"/>
                    <a:pt x="584" y="964"/>
                    <a:pt x="584" y="964"/>
                  </a:cubicBezTo>
                  <a:cubicBezTo>
                    <a:pt x="705" y="964"/>
                    <a:pt x="804" y="865"/>
                    <a:pt x="804" y="744"/>
                  </a:cubicBezTo>
                  <a:cubicBezTo>
                    <a:pt x="804" y="0"/>
                    <a:pt x="804" y="0"/>
                    <a:pt x="804" y="0"/>
                  </a:cubicBezTo>
                  <a:cubicBezTo>
                    <a:pt x="764" y="0"/>
                    <a:pt x="764" y="0"/>
                    <a:pt x="764" y="0"/>
                  </a:cubicBezTo>
                  <a:lnTo>
                    <a:pt x="764" y="744"/>
                  </a:ln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sp>
        <p:nvSpPr>
          <p:cNvPr id="41" name="TextBox 40"/>
          <p:cNvSpPr txBox="1"/>
          <p:nvPr/>
        </p:nvSpPr>
        <p:spPr>
          <a:xfrm>
            <a:off x="1099902" y="4367770"/>
            <a:ext cx="30974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285750" indent="-285750" algn="l">
              <a:buFont typeface="Wingdings" panose="05000000000000000000" pitchFamily="2" charset="2"/>
              <a:buChar char="q"/>
            </a:pPr>
            <a:r>
              <a:rPr lang="en-US" sz="1400" b="0" dirty="0">
                <a:solidFill>
                  <a:schemeClr val="accent1"/>
                </a:solidFill>
                <a:latin typeface="Arial" panose="020B0604020202020204" pitchFamily="34" charset="0"/>
              </a:rPr>
              <a:t>Used for developing products and   services </a:t>
            </a:r>
            <a:r>
              <a:rPr lang="en-US" sz="1400" dirty="0">
                <a:solidFill>
                  <a:schemeClr val="accent1"/>
                </a:solidFill>
                <a:latin typeface="Arial" panose="020B0604020202020204" pitchFamily="34" charset="0"/>
              </a:rPr>
              <a:t>iteratively</a:t>
            </a:r>
            <a:r>
              <a:rPr lang="en-US" sz="1400" b="0" dirty="0">
                <a:solidFill>
                  <a:schemeClr val="accent1"/>
                </a:solidFill>
                <a:latin typeface="Arial" panose="020B0604020202020204" pitchFamily="34" charset="0"/>
              </a:rPr>
              <a:t>.</a:t>
            </a:r>
            <a:endParaRPr kumimoji="0" lang="en-US" sz="1400" b="1" i="0" u="none" strike="noStrike" cap="none" spc="0" normalizeH="0" baseline="0" dirty="0">
              <a:ln>
                <a:noFill/>
              </a:ln>
              <a:solidFill>
                <a:srgbClr val="000000"/>
              </a:solidFill>
              <a:effectLst/>
              <a:uFillTx/>
              <a:sym typeface="Helvetica Neue"/>
            </a:endParaRPr>
          </a:p>
        </p:txBody>
      </p:sp>
      <p:sp>
        <p:nvSpPr>
          <p:cNvPr id="44" name="TextBox 43"/>
          <p:cNvSpPr txBox="1"/>
          <p:nvPr/>
        </p:nvSpPr>
        <p:spPr>
          <a:xfrm>
            <a:off x="8402697" y="4494016"/>
            <a:ext cx="2653230" cy="7489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285750" indent="-285750" algn="l">
              <a:buFont typeface="Wingdings" panose="05000000000000000000" pitchFamily="2" charset="2"/>
              <a:buChar char="q"/>
            </a:pPr>
            <a:r>
              <a:rPr lang="en-US" sz="1400" b="0" dirty="0">
                <a:solidFill>
                  <a:schemeClr val="accent1"/>
                </a:solidFill>
                <a:latin typeface="Arial" panose="020B0604020202020204" pitchFamily="34" charset="0"/>
                <a:cs typeface="Arial" panose="020B0604020202020204" pitchFamily="34" charset="0"/>
              </a:rPr>
              <a:t>At the end of each iteration, there is a shippable product called </a:t>
            </a:r>
            <a:r>
              <a:rPr lang="en-US" sz="1400" dirty="0">
                <a:solidFill>
                  <a:schemeClr val="accent1"/>
                </a:solidFill>
                <a:latin typeface="Arial" panose="020B0604020202020204" pitchFamily="34" charset="0"/>
                <a:cs typeface="Arial" panose="020B0604020202020204" pitchFamily="34" charset="0"/>
              </a:rPr>
              <a:t>increment</a:t>
            </a:r>
            <a:r>
              <a:rPr lang="en-US" sz="1400" b="0" dirty="0">
                <a:solidFill>
                  <a:schemeClr val="accent1"/>
                </a:solidFill>
                <a:latin typeface="Arial" panose="020B0604020202020204" pitchFamily="34" charset="0"/>
                <a:cs typeface="Arial" panose="020B0604020202020204" pitchFamily="34" charset="0"/>
              </a:rPr>
              <a:t>.</a:t>
            </a:r>
            <a:endParaRPr kumimoji="0" lang="en-US" sz="1400" b="0" i="0" u="none" strike="noStrike" cap="none" spc="0" normalizeH="0" baseline="0" dirty="0">
              <a:ln>
                <a:noFill/>
              </a:ln>
              <a:solidFill>
                <a:schemeClr val="accent1"/>
              </a:solidFill>
              <a:effectLst/>
              <a:uFillTx/>
              <a:sym typeface="Helvetica Neue"/>
            </a:endParaRPr>
          </a:p>
        </p:txBody>
      </p:sp>
      <p:pic>
        <p:nvPicPr>
          <p:cNvPr id="59" name="Picture 5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08052" y="5873836"/>
            <a:ext cx="1260187" cy="945560"/>
          </a:xfrm>
          <a:prstGeom prst="ellipse">
            <a:avLst/>
          </a:prstGeom>
          <a:ln>
            <a:noFill/>
          </a:ln>
          <a:effectLst>
            <a:softEdge rad="112500"/>
          </a:effec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fade">
                                      <p:cBhvr>
                                        <p:cTn id="12" dur="500"/>
                                        <p:tgtEl>
                                          <p:spTgt spid="4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1"/>
                                        </p:tgtEl>
                                        <p:attrNameLst>
                                          <p:attrName>style.visibility</p:attrName>
                                        </p:attrNameLst>
                                      </p:cBhvr>
                                      <p:to>
                                        <p:strVal val="visible"/>
                                      </p:to>
                                    </p:set>
                                    <p:animEffect transition="in" filter="fade">
                                      <p:cBhvr>
                                        <p:cTn id="17" dur="500"/>
                                        <p:tgtEl>
                                          <p:spTgt spid="5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72"/>
                                        </p:tgtEl>
                                        <p:attrNameLst>
                                          <p:attrName>style.visibility</p:attrName>
                                        </p:attrNameLst>
                                      </p:cBhvr>
                                      <p:to>
                                        <p:strVal val="visible"/>
                                      </p:to>
                                    </p:set>
                                    <p:animEffect transition="in" filter="barn(inVertical)">
                                      <p:cBhvr>
                                        <p:cTn id="27" dur="500"/>
                                        <p:tgtEl>
                                          <p:spTgt spid="72"/>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barn(inVertical)">
                                      <p:cBhvr>
                                        <p:cTn id="3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Group 84"/>
          <p:cNvGrpSpPr/>
          <p:nvPr/>
        </p:nvGrpSpPr>
        <p:grpSpPr>
          <a:xfrm>
            <a:off x="7944764" y="3024648"/>
            <a:ext cx="314673" cy="279477"/>
            <a:chOff x="7800975" y="2763838"/>
            <a:chExt cx="288925" cy="293688"/>
          </a:xfrm>
        </p:grpSpPr>
        <p:sp>
          <p:nvSpPr>
            <p:cNvPr id="115" name="Freeform 114"/>
            <p:cNvSpPr/>
            <p:nvPr/>
          </p:nvSpPr>
          <p:spPr bwMode="auto">
            <a:xfrm>
              <a:off x="7866063" y="2832100"/>
              <a:ext cx="158750" cy="157163"/>
            </a:xfrm>
            <a:custGeom>
              <a:avLst/>
              <a:gdLst>
                <a:gd name="T0" fmla="*/ 27 w 42"/>
                <a:gd name="T1" fmla="*/ 3 h 41"/>
                <a:gd name="T2" fmla="*/ 38 w 42"/>
                <a:gd name="T3" fmla="*/ 26 h 41"/>
                <a:gd name="T4" fmla="*/ 15 w 42"/>
                <a:gd name="T5" fmla="*/ 38 h 41"/>
                <a:gd name="T6" fmla="*/ 4 w 42"/>
                <a:gd name="T7" fmla="*/ 15 h 41"/>
                <a:gd name="T8" fmla="*/ 27 w 42"/>
                <a:gd name="T9" fmla="*/ 3 h 41"/>
              </a:gdLst>
              <a:ahLst/>
              <a:cxnLst>
                <a:cxn ang="0">
                  <a:pos x="T0" y="T1"/>
                </a:cxn>
                <a:cxn ang="0">
                  <a:pos x="T2" y="T3"/>
                </a:cxn>
                <a:cxn ang="0">
                  <a:pos x="T4" y="T5"/>
                </a:cxn>
                <a:cxn ang="0">
                  <a:pos x="T6" y="T7"/>
                </a:cxn>
                <a:cxn ang="0">
                  <a:pos x="T8" y="T9"/>
                </a:cxn>
              </a:cxnLst>
              <a:rect l="0" t="0" r="r" b="b"/>
              <a:pathLst>
                <a:path w="42" h="41">
                  <a:moveTo>
                    <a:pt x="27" y="3"/>
                  </a:moveTo>
                  <a:cubicBezTo>
                    <a:pt x="36" y="6"/>
                    <a:pt x="42" y="16"/>
                    <a:pt x="38" y="26"/>
                  </a:cubicBezTo>
                  <a:cubicBezTo>
                    <a:pt x="35" y="36"/>
                    <a:pt x="25" y="41"/>
                    <a:pt x="15" y="38"/>
                  </a:cubicBezTo>
                  <a:cubicBezTo>
                    <a:pt x="6" y="35"/>
                    <a:pt x="0" y="24"/>
                    <a:pt x="4" y="15"/>
                  </a:cubicBezTo>
                  <a:cubicBezTo>
                    <a:pt x="7" y="5"/>
                    <a:pt x="17" y="0"/>
                    <a:pt x="27" y="3"/>
                  </a:cubicBezTo>
                  <a:close/>
                </a:path>
              </a:pathLst>
            </a:custGeom>
            <a:solidFill>
              <a:schemeClr val="accent1"/>
            </a:solidFill>
            <a:ln>
              <a:solidFill>
                <a:schemeClr val="accent1"/>
              </a:solidFill>
            </a:ln>
          </p:spPr>
          <p:txBody>
            <a:bodyPr vert="horz" wrap="square" lIns="45720" tIns="22860" rIns="45720" bIns="22860" numCol="1" anchor="t" anchorCtr="0" compatLnSpc="1"/>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fontAlgn="base">
                <a:spcBef>
                  <a:spcPct val="0"/>
                </a:spcBef>
                <a:spcAft>
                  <a:spcPct val="0"/>
                </a:spcAft>
              </a:pPr>
              <a:endParaRPr lang="ru-RU" sz="900" b="1">
                <a:solidFill>
                  <a:srgbClr val="000000"/>
                </a:solidFill>
                <a:sym typeface="Helvetica Neue" pitchFamily="2" charset="0"/>
              </a:endParaRPr>
            </a:p>
          </p:txBody>
        </p:sp>
        <p:sp>
          <p:nvSpPr>
            <p:cNvPr id="116" name="Freeform 115"/>
            <p:cNvSpPr/>
            <p:nvPr/>
          </p:nvSpPr>
          <p:spPr bwMode="auto">
            <a:xfrm>
              <a:off x="7800975" y="2763838"/>
              <a:ext cx="288925" cy="293688"/>
            </a:xfrm>
            <a:custGeom>
              <a:avLst/>
              <a:gdLst>
                <a:gd name="T0" fmla="*/ 49 w 76"/>
                <a:gd name="T1" fmla="*/ 6 h 77"/>
                <a:gd name="T2" fmla="*/ 70 w 76"/>
                <a:gd name="T3" fmla="*/ 49 h 77"/>
                <a:gd name="T4" fmla="*/ 28 w 76"/>
                <a:gd name="T5" fmla="*/ 71 h 77"/>
                <a:gd name="T6" fmla="*/ 6 w 76"/>
                <a:gd name="T7" fmla="*/ 28 h 77"/>
                <a:gd name="T8" fmla="*/ 49 w 76"/>
                <a:gd name="T9" fmla="*/ 6 h 77"/>
              </a:gdLst>
              <a:ahLst/>
              <a:cxnLst>
                <a:cxn ang="0">
                  <a:pos x="T0" y="T1"/>
                </a:cxn>
                <a:cxn ang="0">
                  <a:pos x="T2" y="T3"/>
                </a:cxn>
                <a:cxn ang="0">
                  <a:pos x="T4" y="T5"/>
                </a:cxn>
                <a:cxn ang="0">
                  <a:pos x="T6" y="T7"/>
                </a:cxn>
                <a:cxn ang="0">
                  <a:pos x="T8" y="T9"/>
                </a:cxn>
              </a:cxnLst>
              <a:rect l="0" t="0" r="r" b="b"/>
              <a:pathLst>
                <a:path w="76" h="77">
                  <a:moveTo>
                    <a:pt x="49" y="6"/>
                  </a:moveTo>
                  <a:cubicBezTo>
                    <a:pt x="66" y="12"/>
                    <a:pt x="76" y="31"/>
                    <a:pt x="70" y="49"/>
                  </a:cubicBezTo>
                  <a:cubicBezTo>
                    <a:pt x="65" y="67"/>
                    <a:pt x="45" y="77"/>
                    <a:pt x="28" y="71"/>
                  </a:cubicBezTo>
                  <a:cubicBezTo>
                    <a:pt x="10" y="65"/>
                    <a:pt x="0" y="46"/>
                    <a:pt x="6" y="28"/>
                  </a:cubicBezTo>
                  <a:cubicBezTo>
                    <a:pt x="11" y="10"/>
                    <a:pt x="31" y="0"/>
                    <a:pt x="49" y="6"/>
                  </a:cubicBezTo>
                  <a:close/>
                </a:path>
              </a:pathLst>
            </a:custGeom>
            <a:noFill/>
            <a:ln w="46038"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fontAlgn="base">
                <a:spcBef>
                  <a:spcPct val="0"/>
                </a:spcBef>
                <a:spcAft>
                  <a:spcPct val="0"/>
                </a:spcAft>
              </a:pPr>
              <a:endParaRPr lang="ru-RU" sz="900" b="1">
                <a:solidFill>
                  <a:srgbClr val="000000"/>
                </a:solidFill>
                <a:sym typeface="Helvetica Neue" pitchFamily="2" charset="0"/>
              </a:endParaRPr>
            </a:p>
          </p:txBody>
        </p:sp>
      </p:grpSp>
      <p:grpSp>
        <p:nvGrpSpPr>
          <p:cNvPr id="124" name="Group 123"/>
          <p:cNvGrpSpPr/>
          <p:nvPr/>
        </p:nvGrpSpPr>
        <p:grpSpPr>
          <a:xfrm>
            <a:off x="7170185" y="3391744"/>
            <a:ext cx="848925" cy="839942"/>
            <a:chOff x="14366024" y="6781227"/>
            <a:chExt cx="1697850" cy="1679883"/>
          </a:xfrm>
        </p:grpSpPr>
        <p:sp>
          <p:nvSpPr>
            <p:cNvPr id="120" name="Freeform 119"/>
            <p:cNvSpPr>
              <a:spLocks noEditPoints="1"/>
            </p:cNvSpPr>
            <p:nvPr/>
          </p:nvSpPr>
          <p:spPr bwMode="auto">
            <a:xfrm>
              <a:off x="15112939" y="6781227"/>
              <a:ext cx="950935" cy="1099778"/>
            </a:xfrm>
            <a:custGeom>
              <a:avLst/>
              <a:gdLst>
                <a:gd name="T0" fmla="*/ 2 w 115"/>
                <a:gd name="T1" fmla="*/ 149 h 152"/>
                <a:gd name="T2" fmla="*/ 2 w 115"/>
                <a:gd name="T3" fmla="*/ 140 h 152"/>
                <a:gd name="T4" fmla="*/ 2 w 115"/>
                <a:gd name="T5" fmla="*/ 140 h 152"/>
                <a:gd name="T6" fmla="*/ 12 w 115"/>
                <a:gd name="T7" fmla="*/ 140 h 152"/>
                <a:gd name="T8" fmla="*/ 12 w 115"/>
                <a:gd name="T9" fmla="*/ 140 h 152"/>
                <a:gd name="T10" fmla="*/ 12 w 115"/>
                <a:gd name="T11" fmla="*/ 150 h 152"/>
                <a:gd name="T12" fmla="*/ 12 w 115"/>
                <a:gd name="T13" fmla="*/ 150 h 152"/>
                <a:gd name="T14" fmla="*/ 7 w 115"/>
                <a:gd name="T15" fmla="*/ 152 h 152"/>
                <a:gd name="T16" fmla="*/ 7 w 115"/>
                <a:gd name="T17" fmla="*/ 152 h 152"/>
                <a:gd name="T18" fmla="*/ 2 w 115"/>
                <a:gd name="T19" fmla="*/ 149 h 152"/>
                <a:gd name="T20" fmla="*/ 32 w 115"/>
                <a:gd name="T21" fmla="*/ 119 h 152"/>
                <a:gd name="T22" fmla="*/ 31 w 115"/>
                <a:gd name="T23" fmla="*/ 109 h 152"/>
                <a:gd name="T24" fmla="*/ 31 w 115"/>
                <a:gd name="T25" fmla="*/ 109 h 152"/>
                <a:gd name="T26" fmla="*/ 41 w 115"/>
                <a:gd name="T27" fmla="*/ 108 h 152"/>
                <a:gd name="T28" fmla="*/ 41 w 115"/>
                <a:gd name="T29" fmla="*/ 108 h 152"/>
                <a:gd name="T30" fmla="*/ 42 w 115"/>
                <a:gd name="T31" fmla="*/ 118 h 152"/>
                <a:gd name="T32" fmla="*/ 42 w 115"/>
                <a:gd name="T33" fmla="*/ 118 h 152"/>
                <a:gd name="T34" fmla="*/ 36 w 115"/>
                <a:gd name="T35" fmla="*/ 121 h 152"/>
                <a:gd name="T36" fmla="*/ 36 w 115"/>
                <a:gd name="T37" fmla="*/ 121 h 152"/>
                <a:gd name="T38" fmla="*/ 32 w 115"/>
                <a:gd name="T39" fmla="*/ 119 h 152"/>
                <a:gd name="T40" fmla="*/ 58 w 115"/>
                <a:gd name="T41" fmla="*/ 86 h 152"/>
                <a:gd name="T42" fmla="*/ 57 w 115"/>
                <a:gd name="T43" fmla="*/ 76 h 152"/>
                <a:gd name="T44" fmla="*/ 57 w 115"/>
                <a:gd name="T45" fmla="*/ 76 h 152"/>
                <a:gd name="T46" fmla="*/ 67 w 115"/>
                <a:gd name="T47" fmla="*/ 75 h 152"/>
                <a:gd name="T48" fmla="*/ 67 w 115"/>
                <a:gd name="T49" fmla="*/ 75 h 152"/>
                <a:gd name="T50" fmla="*/ 68 w 115"/>
                <a:gd name="T51" fmla="*/ 85 h 152"/>
                <a:gd name="T52" fmla="*/ 68 w 115"/>
                <a:gd name="T53" fmla="*/ 85 h 152"/>
                <a:gd name="T54" fmla="*/ 63 w 115"/>
                <a:gd name="T55" fmla="*/ 87 h 152"/>
                <a:gd name="T56" fmla="*/ 63 w 115"/>
                <a:gd name="T57" fmla="*/ 87 h 152"/>
                <a:gd name="T58" fmla="*/ 58 w 115"/>
                <a:gd name="T59" fmla="*/ 86 h 152"/>
                <a:gd name="T60" fmla="*/ 82 w 115"/>
                <a:gd name="T61" fmla="*/ 51 h 152"/>
                <a:gd name="T62" fmla="*/ 80 w 115"/>
                <a:gd name="T63" fmla="*/ 42 h 152"/>
                <a:gd name="T64" fmla="*/ 80 w 115"/>
                <a:gd name="T65" fmla="*/ 42 h 152"/>
                <a:gd name="T66" fmla="*/ 90 w 115"/>
                <a:gd name="T67" fmla="*/ 39 h 152"/>
                <a:gd name="T68" fmla="*/ 90 w 115"/>
                <a:gd name="T69" fmla="*/ 39 h 152"/>
                <a:gd name="T70" fmla="*/ 92 w 115"/>
                <a:gd name="T71" fmla="*/ 49 h 152"/>
                <a:gd name="T72" fmla="*/ 92 w 115"/>
                <a:gd name="T73" fmla="*/ 49 h 152"/>
                <a:gd name="T74" fmla="*/ 92 w 115"/>
                <a:gd name="T75" fmla="*/ 49 h 152"/>
                <a:gd name="T76" fmla="*/ 92 w 115"/>
                <a:gd name="T77" fmla="*/ 49 h 152"/>
                <a:gd name="T78" fmla="*/ 86 w 115"/>
                <a:gd name="T79" fmla="*/ 52 h 152"/>
                <a:gd name="T80" fmla="*/ 86 w 115"/>
                <a:gd name="T81" fmla="*/ 52 h 152"/>
                <a:gd name="T82" fmla="*/ 82 w 115"/>
                <a:gd name="T83" fmla="*/ 51 h 152"/>
                <a:gd name="T84" fmla="*/ 103 w 115"/>
                <a:gd name="T85" fmla="*/ 14 h 152"/>
                <a:gd name="T86" fmla="*/ 100 w 115"/>
                <a:gd name="T87" fmla="*/ 5 h 152"/>
                <a:gd name="T88" fmla="*/ 100 w 115"/>
                <a:gd name="T89" fmla="*/ 5 h 152"/>
                <a:gd name="T90" fmla="*/ 110 w 115"/>
                <a:gd name="T91" fmla="*/ 2 h 152"/>
                <a:gd name="T92" fmla="*/ 110 w 115"/>
                <a:gd name="T93" fmla="*/ 2 h 152"/>
                <a:gd name="T94" fmla="*/ 113 w 115"/>
                <a:gd name="T95" fmla="*/ 11 h 152"/>
                <a:gd name="T96" fmla="*/ 113 w 115"/>
                <a:gd name="T97" fmla="*/ 11 h 152"/>
                <a:gd name="T98" fmla="*/ 107 w 115"/>
                <a:gd name="T99" fmla="*/ 15 h 152"/>
                <a:gd name="T100" fmla="*/ 107 w 115"/>
                <a:gd name="T101" fmla="*/ 15 h 152"/>
                <a:gd name="T102" fmla="*/ 103 w 115"/>
                <a:gd name="T103" fmla="*/ 14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15" h="152">
                  <a:moveTo>
                    <a:pt x="2" y="149"/>
                  </a:moveTo>
                  <a:cubicBezTo>
                    <a:pt x="0" y="147"/>
                    <a:pt x="0" y="142"/>
                    <a:pt x="2" y="140"/>
                  </a:cubicBezTo>
                  <a:cubicBezTo>
                    <a:pt x="2" y="140"/>
                    <a:pt x="2" y="140"/>
                    <a:pt x="2" y="140"/>
                  </a:cubicBezTo>
                  <a:cubicBezTo>
                    <a:pt x="5" y="137"/>
                    <a:pt x="10" y="137"/>
                    <a:pt x="12" y="140"/>
                  </a:cubicBezTo>
                  <a:cubicBezTo>
                    <a:pt x="12" y="140"/>
                    <a:pt x="12" y="140"/>
                    <a:pt x="12" y="140"/>
                  </a:cubicBezTo>
                  <a:cubicBezTo>
                    <a:pt x="15" y="142"/>
                    <a:pt x="15" y="147"/>
                    <a:pt x="12" y="150"/>
                  </a:cubicBezTo>
                  <a:cubicBezTo>
                    <a:pt x="12" y="150"/>
                    <a:pt x="12" y="150"/>
                    <a:pt x="12" y="150"/>
                  </a:cubicBezTo>
                  <a:cubicBezTo>
                    <a:pt x="11" y="151"/>
                    <a:pt x="9" y="152"/>
                    <a:pt x="7" y="152"/>
                  </a:cubicBezTo>
                  <a:cubicBezTo>
                    <a:pt x="7" y="152"/>
                    <a:pt x="7" y="152"/>
                    <a:pt x="7" y="152"/>
                  </a:cubicBezTo>
                  <a:cubicBezTo>
                    <a:pt x="6" y="152"/>
                    <a:pt x="4" y="151"/>
                    <a:pt x="2" y="149"/>
                  </a:cubicBezTo>
                  <a:close/>
                  <a:moveTo>
                    <a:pt x="32" y="119"/>
                  </a:moveTo>
                  <a:cubicBezTo>
                    <a:pt x="29" y="116"/>
                    <a:pt x="28" y="112"/>
                    <a:pt x="31" y="109"/>
                  </a:cubicBezTo>
                  <a:cubicBezTo>
                    <a:pt x="31" y="109"/>
                    <a:pt x="31" y="109"/>
                    <a:pt x="31" y="109"/>
                  </a:cubicBezTo>
                  <a:cubicBezTo>
                    <a:pt x="34" y="106"/>
                    <a:pt x="38" y="106"/>
                    <a:pt x="41" y="108"/>
                  </a:cubicBezTo>
                  <a:cubicBezTo>
                    <a:pt x="41" y="108"/>
                    <a:pt x="41" y="108"/>
                    <a:pt x="41" y="108"/>
                  </a:cubicBezTo>
                  <a:cubicBezTo>
                    <a:pt x="44" y="111"/>
                    <a:pt x="44" y="115"/>
                    <a:pt x="42" y="118"/>
                  </a:cubicBezTo>
                  <a:cubicBezTo>
                    <a:pt x="42" y="118"/>
                    <a:pt x="42" y="118"/>
                    <a:pt x="42" y="118"/>
                  </a:cubicBezTo>
                  <a:cubicBezTo>
                    <a:pt x="40" y="120"/>
                    <a:pt x="38" y="121"/>
                    <a:pt x="36" y="121"/>
                  </a:cubicBezTo>
                  <a:cubicBezTo>
                    <a:pt x="36" y="121"/>
                    <a:pt x="36" y="121"/>
                    <a:pt x="36" y="121"/>
                  </a:cubicBezTo>
                  <a:cubicBezTo>
                    <a:pt x="35" y="121"/>
                    <a:pt x="33" y="120"/>
                    <a:pt x="32" y="119"/>
                  </a:cubicBezTo>
                  <a:close/>
                  <a:moveTo>
                    <a:pt x="58" y="86"/>
                  </a:moveTo>
                  <a:cubicBezTo>
                    <a:pt x="55" y="84"/>
                    <a:pt x="55" y="79"/>
                    <a:pt x="57" y="76"/>
                  </a:cubicBezTo>
                  <a:cubicBezTo>
                    <a:pt x="57" y="76"/>
                    <a:pt x="57" y="76"/>
                    <a:pt x="57" y="76"/>
                  </a:cubicBezTo>
                  <a:cubicBezTo>
                    <a:pt x="59" y="73"/>
                    <a:pt x="64" y="73"/>
                    <a:pt x="67" y="75"/>
                  </a:cubicBezTo>
                  <a:cubicBezTo>
                    <a:pt x="67" y="75"/>
                    <a:pt x="67" y="75"/>
                    <a:pt x="67" y="75"/>
                  </a:cubicBezTo>
                  <a:cubicBezTo>
                    <a:pt x="70" y="77"/>
                    <a:pt x="71" y="81"/>
                    <a:pt x="68" y="85"/>
                  </a:cubicBezTo>
                  <a:cubicBezTo>
                    <a:pt x="68" y="85"/>
                    <a:pt x="68" y="85"/>
                    <a:pt x="68" y="85"/>
                  </a:cubicBezTo>
                  <a:cubicBezTo>
                    <a:pt x="67" y="86"/>
                    <a:pt x="65" y="87"/>
                    <a:pt x="63" y="87"/>
                  </a:cubicBezTo>
                  <a:cubicBezTo>
                    <a:pt x="63" y="87"/>
                    <a:pt x="63" y="87"/>
                    <a:pt x="63" y="87"/>
                  </a:cubicBezTo>
                  <a:cubicBezTo>
                    <a:pt x="61" y="87"/>
                    <a:pt x="60" y="87"/>
                    <a:pt x="58" y="86"/>
                  </a:cubicBezTo>
                  <a:close/>
                  <a:moveTo>
                    <a:pt x="82" y="51"/>
                  </a:moveTo>
                  <a:cubicBezTo>
                    <a:pt x="79" y="49"/>
                    <a:pt x="78" y="45"/>
                    <a:pt x="80" y="42"/>
                  </a:cubicBezTo>
                  <a:cubicBezTo>
                    <a:pt x="80" y="42"/>
                    <a:pt x="80" y="42"/>
                    <a:pt x="80" y="42"/>
                  </a:cubicBezTo>
                  <a:cubicBezTo>
                    <a:pt x="82" y="38"/>
                    <a:pt x="86" y="37"/>
                    <a:pt x="90" y="39"/>
                  </a:cubicBezTo>
                  <a:cubicBezTo>
                    <a:pt x="90" y="39"/>
                    <a:pt x="90" y="39"/>
                    <a:pt x="90" y="39"/>
                  </a:cubicBezTo>
                  <a:cubicBezTo>
                    <a:pt x="93" y="41"/>
                    <a:pt x="94" y="46"/>
                    <a:pt x="92" y="49"/>
                  </a:cubicBezTo>
                  <a:cubicBezTo>
                    <a:pt x="92" y="49"/>
                    <a:pt x="92" y="49"/>
                    <a:pt x="92" y="49"/>
                  </a:cubicBezTo>
                  <a:cubicBezTo>
                    <a:pt x="92" y="49"/>
                    <a:pt x="92" y="49"/>
                    <a:pt x="92" y="49"/>
                  </a:cubicBezTo>
                  <a:cubicBezTo>
                    <a:pt x="92" y="49"/>
                    <a:pt x="92" y="49"/>
                    <a:pt x="92" y="49"/>
                  </a:cubicBezTo>
                  <a:cubicBezTo>
                    <a:pt x="91" y="51"/>
                    <a:pt x="88" y="52"/>
                    <a:pt x="86" y="52"/>
                  </a:cubicBezTo>
                  <a:cubicBezTo>
                    <a:pt x="86" y="52"/>
                    <a:pt x="86" y="52"/>
                    <a:pt x="86" y="52"/>
                  </a:cubicBezTo>
                  <a:cubicBezTo>
                    <a:pt x="85" y="52"/>
                    <a:pt x="84" y="52"/>
                    <a:pt x="82" y="51"/>
                  </a:cubicBezTo>
                  <a:close/>
                  <a:moveTo>
                    <a:pt x="103" y="14"/>
                  </a:moveTo>
                  <a:cubicBezTo>
                    <a:pt x="100" y="13"/>
                    <a:pt x="99" y="8"/>
                    <a:pt x="100" y="5"/>
                  </a:cubicBezTo>
                  <a:cubicBezTo>
                    <a:pt x="100" y="5"/>
                    <a:pt x="100" y="5"/>
                    <a:pt x="100" y="5"/>
                  </a:cubicBezTo>
                  <a:cubicBezTo>
                    <a:pt x="102" y="2"/>
                    <a:pt x="106" y="0"/>
                    <a:pt x="110" y="2"/>
                  </a:cubicBezTo>
                  <a:cubicBezTo>
                    <a:pt x="110" y="2"/>
                    <a:pt x="110" y="2"/>
                    <a:pt x="110" y="2"/>
                  </a:cubicBezTo>
                  <a:cubicBezTo>
                    <a:pt x="113" y="4"/>
                    <a:pt x="115" y="8"/>
                    <a:pt x="113" y="11"/>
                  </a:cubicBezTo>
                  <a:cubicBezTo>
                    <a:pt x="113" y="11"/>
                    <a:pt x="113" y="11"/>
                    <a:pt x="113" y="11"/>
                  </a:cubicBezTo>
                  <a:cubicBezTo>
                    <a:pt x="112" y="14"/>
                    <a:pt x="109" y="15"/>
                    <a:pt x="107" y="15"/>
                  </a:cubicBezTo>
                  <a:cubicBezTo>
                    <a:pt x="107" y="15"/>
                    <a:pt x="107" y="15"/>
                    <a:pt x="107" y="15"/>
                  </a:cubicBezTo>
                  <a:cubicBezTo>
                    <a:pt x="106" y="15"/>
                    <a:pt x="104" y="15"/>
                    <a:pt x="103" y="14"/>
                  </a:cubicBezTo>
                  <a:close/>
                </a:path>
              </a:pathLst>
            </a:custGeom>
            <a:solidFill>
              <a:schemeClr val="accent1">
                <a:lumMod val="40000"/>
                <a:lumOff val="60000"/>
              </a:schemeClr>
            </a:solidFill>
            <a:ln>
              <a:noFill/>
            </a:ln>
          </p:spPr>
          <p:txBody>
            <a:bodyPr vert="horz" wrap="square" lIns="45720" tIns="22860" rIns="45720" bIns="22860" numCol="1" anchor="t" anchorCtr="0" compatLnSpc="1"/>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fontAlgn="base">
                <a:spcBef>
                  <a:spcPct val="0"/>
                </a:spcBef>
                <a:spcAft>
                  <a:spcPct val="0"/>
                </a:spcAft>
              </a:pPr>
              <a:endParaRPr lang="ru-RU" sz="900" b="1">
                <a:solidFill>
                  <a:srgbClr val="000000"/>
                </a:solidFill>
                <a:sym typeface="Helvetica Neue" pitchFamily="2" charset="0"/>
              </a:endParaRPr>
            </a:p>
          </p:txBody>
        </p:sp>
        <p:grpSp>
          <p:nvGrpSpPr>
            <p:cNvPr id="86" name="Group 85"/>
            <p:cNvGrpSpPr/>
            <p:nvPr/>
          </p:nvGrpSpPr>
          <p:grpSpPr>
            <a:xfrm>
              <a:off x="14366024" y="7902156"/>
              <a:ext cx="636261" cy="558954"/>
              <a:chOff x="7089775" y="3738563"/>
              <a:chExt cx="292100" cy="293688"/>
            </a:xfrm>
          </p:grpSpPr>
          <p:sp>
            <p:nvSpPr>
              <p:cNvPr id="113" name="Freeform 112"/>
              <p:cNvSpPr/>
              <p:nvPr/>
            </p:nvSpPr>
            <p:spPr bwMode="auto">
              <a:xfrm>
                <a:off x="7158038" y="3808413"/>
                <a:ext cx="160338" cy="155575"/>
              </a:xfrm>
              <a:custGeom>
                <a:avLst/>
                <a:gdLst>
                  <a:gd name="T0" fmla="*/ 36 w 42"/>
                  <a:gd name="T1" fmla="*/ 10 h 41"/>
                  <a:gd name="T2" fmla="*/ 32 w 42"/>
                  <a:gd name="T3" fmla="*/ 35 h 41"/>
                  <a:gd name="T4" fmla="*/ 6 w 42"/>
                  <a:gd name="T5" fmla="*/ 31 h 41"/>
                  <a:gd name="T6" fmla="*/ 10 w 42"/>
                  <a:gd name="T7" fmla="*/ 6 h 41"/>
                  <a:gd name="T8" fmla="*/ 36 w 42"/>
                  <a:gd name="T9" fmla="*/ 10 h 41"/>
                </a:gdLst>
                <a:ahLst/>
                <a:cxnLst>
                  <a:cxn ang="0">
                    <a:pos x="T0" y="T1"/>
                  </a:cxn>
                  <a:cxn ang="0">
                    <a:pos x="T2" y="T3"/>
                  </a:cxn>
                  <a:cxn ang="0">
                    <a:pos x="T4" y="T5"/>
                  </a:cxn>
                  <a:cxn ang="0">
                    <a:pos x="T6" y="T7"/>
                  </a:cxn>
                  <a:cxn ang="0">
                    <a:pos x="T8" y="T9"/>
                  </a:cxn>
                </a:cxnLst>
                <a:rect l="0" t="0" r="r" b="b"/>
                <a:pathLst>
                  <a:path w="42" h="41">
                    <a:moveTo>
                      <a:pt x="36" y="10"/>
                    </a:moveTo>
                    <a:cubicBezTo>
                      <a:pt x="42" y="18"/>
                      <a:pt x="40" y="29"/>
                      <a:pt x="32" y="35"/>
                    </a:cubicBezTo>
                    <a:cubicBezTo>
                      <a:pt x="23" y="41"/>
                      <a:pt x="12" y="40"/>
                      <a:pt x="6" y="31"/>
                    </a:cubicBezTo>
                    <a:cubicBezTo>
                      <a:pt x="0" y="23"/>
                      <a:pt x="2" y="12"/>
                      <a:pt x="10" y="6"/>
                    </a:cubicBezTo>
                    <a:cubicBezTo>
                      <a:pt x="18" y="0"/>
                      <a:pt x="30" y="2"/>
                      <a:pt x="36" y="10"/>
                    </a:cubicBezTo>
                    <a:close/>
                  </a:path>
                </a:pathLst>
              </a:custGeom>
              <a:solidFill>
                <a:schemeClr val="accent6"/>
              </a:solidFill>
              <a:ln>
                <a:noFill/>
              </a:ln>
            </p:spPr>
            <p:txBody>
              <a:bodyPr vert="horz" wrap="square" lIns="45720" tIns="22860" rIns="45720" bIns="22860" numCol="1" anchor="t" anchorCtr="0" compatLnSpc="1"/>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fontAlgn="base">
                  <a:spcBef>
                    <a:spcPct val="0"/>
                  </a:spcBef>
                  <a:spcAft>
                    <a:spcPct val="0"/>
                  </a:spcAft>
                </a:pPr>
                <a:endParaRPr lang="ru-RU" sz="900" b="1">
                  <a:solidFill>
                    <a:srgbClr val="000000"/>
                  </a:solidFill>
                  <a:sym typeface="Helvetica Neue" pitchFamily="2" charset="0"/>
                </a:endParaRPr>
              </a:p>
            </p:txBody>
          </p:sp>
          <p:sp>
            <p:nvSpPr>
              <p:cNvPr id="114" name="Freeform 113"/>
              <p:cNvSpPr/>
              <p:nvPr/>
            </p:nvSpPr>
            <p:spPr bwMode="auto">
              <a:xfrm>
                <a:off x="7089775" y="3738563"/>
                <a:ext cx="292100" cy="293688"/>
              </a:xfrm>
              <a:custGeom>
                <a:avLst/>
                <a:gdLst>
                  <a:gd name="T0" fmla="*/ 66 w 77"/>
                  <a:gd name="T1" fmla="*/ 19 h 77"/>
                  <a:gd name="T2" fmla="*/ 59 w 77"/>
                  <a:gd name="T3" fmla="*/ 66 h 77"/>
                  <a:gd name="T4" fmla="*/ 11 w 77"/>
                  <a:gd name="T5" fmla="*/ 59 h 77"/>
                  <a:gd name="T6" fmla="*/ 19 w 77"/>
                  <a:gd name="T7" fmla="*/ 11 h 77"/>
                  <a:gd name="T8" fmla="*/ 66 w 77"/>
                  <a:gd name="T9" fmla="*/ 19 h 77"/>
                </a:gdLst>
                <a:ahLst/>
                <a:cxnLst>
                  <a:cxn ang="0">
                    <a:pos x="T0" y="T1"/>
                  </a:cxn>
                  <a:cxn ang="0">
                    <a:pos x="T2" y="T3"/>
                  </a:cxn>
                  <a:cxn ang="0">
                    <a:pos x="T4" y="T5"/>
                  </a:cxn>
                  <a:cxn ang="0">
                    <a:pos x="T6" y="T7"/>
                  </a:cxn>
                  <a:cxn ang="0">
                    <a:pos x="T8" y="T9"/>
                  </a:cxn>
                </a:cxnLst>
                <a:rect l="0" t="0" r="r" b="b"/>
                <a:pathLst>
                  <a:path w="77" h="77">
                    <a:moveTo>
                      <a:pt x="66" y="19"/>
                    </a:moveTo>
                    <a:cubicBezTo>
                      <a:pt x="77" y="34"/>
                      <a:pt x="74" y="55"/>
                      <a:pt x="59" y="66"/>
                    </a:cubicBezTo>
                    <a:cubicBezTo>
                      <a:pt x="44" y="77"/>
                      <a:pt x="22" y="74"/>
                      <a:pt x="11" y="59"/>
                    </a:cubicBezTo>
                    <a:cubicBezTo>
                      <a:pt x="0" y="43"/>
                      <a:pt x="4" y="22"/>
                      <a:pt x="19" y="11"/>
                    </a:cubicBezTo>
                    <a:cubicBezTo>
                      <a:pt x="34" y="0"/>
                      <a:pt x="55" y="3"/>
                      <a:pt x="66" y="19"/>
                    </a:cubicBezTo>
                    <a:close/>
                  </a:path>
                </a:pathLst>
              </a:custGeom>
              <a:noFill/>
              <a:ln w="46038" cap="flat">
                <a:solidFill>
                  <a:schemeClr val="accent6"/>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fontAlgn="base">
                  <a:spcBef>
                    <a:spcPct val="0"/>
                  </a:spcBef>
                  <a:spcAft>
                    <a:spcPct val="0"/>
                  </a:spcAft>
                </a:pPr>
                <a:endParaRPr lang="ru-RU" sz="900" b="1">
                  <a:solidFill>
                    <a:srgbClr val="000000"/>
                  </a:solidFill>
                  <a:sym typeface="Helvetica Neue" pitchFamily="2" charset="0"/>
                </a:endParaRPr>
              </a:p>
            </p:txBody>
          </p:sp>
        </p:grpSp>
      </p:grpSp>
      <p:grpSp>
        <p:nvGrpSpPr>
          <p:cNvPr id="122" name="Group 121"/>
          <p:cNvGrpSpPr/>
          <p:nvPr/>
        </p:nvGrpSpPr>
        <p:grpSpPr>
          <a:xfrm>
            <a:off x="5942616" y="4210535"/>
            <a:ext cx="1153224" cy="358033"/>
            <a:chOff x="11910886" y="8418809"/>
            <a:chExt cx="2306448" cy="716066"/>
          </a:xfrm>
        </p:grpSpPr>
        <p:sp>
          <p:nvSpPr>
            <p:cNvPr id="119" name="Freeform 118"/>
            <p:cNvSpPr>
              <a:spLocks noEditPoints="1"/>
            </p:cNvSpPr>
            <p:nvPr/>
          </p:nvSpPr>
          <p:spPr bwMode="auto">
            <a:xfrm>
              <a:off x="12758083" y="8418809"/>
              <a:ext cx="1459251" cy="483419"/>
            </a:xfrm>
            <a:custGeom>
              <a:avLst/>
              <a:gdLst>
                <a:gd name="T0" fmla="*/ 1 w 176"/>
                <a:gd name="T1" fmla="*/ 61 h 67"/>
                <a:gd name="T2" fmla="*/ 7 w 176"/>
                <a:gd name="T3" fmla="*/ 53 h 67"/>
                <a:gd name="T4" fmla="*/ 7 w 176"/>
                <a:gd name="T5" fmla="*/ 53 h 67"/>
                <a:gd name="T6" fmla="*/ 15 w 176"/>
                <a:gd name="T7" fmla="*/ 59 h 67"/>
                <a:gd name="T8" fmla="*/ 15 w 176"/>
                <a:gd name="T9" fmla="*/ 59 h 67"/>
                <a:gd name="T10" fmla="*/ 9 w 176"/>
                <a:gd name="T11" fmla="*/ 67 h 67"/>
                <a:gd name="T12" fmla="*/ 9 w 176"/>
                <a:gd name="T13" fmla="*/ 67 h 67"/>
                <a:gd name="T14" fmla="*/ 9 w 176"/>
                <a:gd name="T15" fmla="*/ 67 h 67"/>
                <a:gd name="T16" fmla="*/ 9 w 176"/>
                <a:gd name="T17" fmla="*/ 67 h 67"/>
                <a:gd name="T18" fmla="*/ 8 w 176"/>
                <a:gd name="T19" fmla="*/ 67 h 67"/>
                <a:gd name="T20" fmla="*/ 8 w 176"/>
                <a:gd name="T21" fmla="*/ 67 h 67"/>
                <a:gd name="T22" fmla="*/ 1 w 176"/>
                <a:gd name="T23" fmla="*/ 61 h 67"/>
                <a:gd name="T24" fmla="*/ 43 w 176"/>
                <a:gd name="T25" fmla="*/ 54 h 67"/>
                <a:gd name="T26" fmla="*/ 48 w 176"/>
                <a:gd name="T27" fmla="*/ 45 h 67"/>
                <a:gd name="T28" fmla="*/ 48 w 176"/>
                <a:gd name="T29" fmla="*/ 45 h 67"/>
                <a:gd name="T30" fmla="*/ 56 w 176"/>
                <a:gd name="T31" fmla="*/ 51 h 67"/>
                <a:gd name="T32" fmla="*/ 56 w 176"/>
                <a:gd name="T33" fmla="*/ 51 h 67"/>
                <a:gd name="T34" fmla="*/ 51 w 176"/>
                <a:gd name="T35" fmla="*/ 59 h 67"/>
                <a:gd name="T36" fmla="*/ 51 w 176"/>
                <a:gd name="T37" fmla="*/ 59 h 67"/>
                <a:gd name="T38" fmla="*/ 50 w 176"/>
                <a:gd name="T39" fmla="*/ 59 h 67"/>
                <a:gd name="T40" fmla="*/ 50 w 176"/>
                <a:gd name="T41" fmla="*/ 59 h 67"/>
                <a:gd name="T42" fmla="*/ 43 w 176"/>
                <a:gd name="T43" fmla="*/ 54 h 67"/>
                <a:gd name="T44" fmla="*/ 84 w 176"/>
                <a:gd name="T45" fmla="*/ 43 h 67"/>
                <a:gd name="T46" fmla="*/ 88 w 176"/>
                <a:gd name="T47" fmla="*/ 34 h 67"/>
                <a:gd name="T48" fmla="*/ 88 w 176"/>
                <a:gd name="T49" fmla="*/ 34 h 67"/>
                <a:gd name="T50" fmla="*/ 97 w 176"/>
                <a:gd name="T51" fmla="*/ 39 h 67"/>
                <a:gd name="T52" fmla="*/ 97 w 176"/>
                <a:gd name="T53" fmla="*/ 39 h 67"/>
                <a:gd name="T54" fmla="*/ 92 w 176"/>
                <a:gd name="T55" fmla="*/ 47 h 67"/>
                <a:gd name="T56" fmla="*/ 92 w 176"/>
                <a:gd name="T57" fmla="*/ 47 h 67"/>
                <a:gd name="T58" fmla="*/ 90 w 176"/>
                <a:gd name="T59" fmla="*/ 48 h 67"/>
                <a:gd name="T60" fmla="*/ 90 w 176"/>
                <a:gd name="T61" fmla="*/ 48 h 67"/>
                <a:gd name="T62" fmla="*/ 84 w 176"/>
                <a:gd name="T63" fmla="*/ 43 h 67"/>
                <a:gd name="T64" fmla="*/ 124 w 176"/>
                <a:gd name="T65" fmla="*/ 29 h 67"/>
                <a:gd name="T66" fmla="*/ 127 w 176"/>
                <a:gd name="T67" fmla="*/ 20 h 67"/>
                <a:gd name="T68" fmla="*/ 127 w 176"/>
                <a:gd name="T69" fmla="*/ 20 h 67"/>
                <a:gd name="T70" fmla="*/ 136 w 176"/>
                <a:gd name="T71" fmla="*/ 23 h 67"/>
                <a:gd name="T72" fmla="*/ 136 w 176"/>
                <a:gd name="T73" fmla="*/ 23 h 67"/>
                <a:gd name="T74" fmla="*/ 133 w 176"/>
                <a:gd name="T75" fmla="*/ 33 h 67"/>
                <a:gd name="T76" fmla="*/ 133 w 176"/>
                <a:gd name="T77" fmla="*/ 33 h 67"/>
                <a:gd name="T78" fmla="*/ 133 w 176"/>
                <a:gd name="T79" fmla="*/ 33 h 67"/>
                <a:gd name="T80" fmla="*/ 133 w 176"/>
                <a:gd name="T81" fmla="*/ 33 h 67"/>
                <a:gd name="T82" fmla="*/ 130 w 176"/>
                <a:gd name="T83" fmla="*/ 33 h 67"/>
                <a:gd name="T84" fmla="*/ 130 w 176"/>
                <a:gd name="T85" fmla="*/ 33 h 67"/>
                <a:gd name="T86" fmla="*/ 124 w 176"/>
                <a:gd name="T87" fmla="*/ 29 h 67"/>
                <a:gd name="T88" fmla="*/ 162 w 176"/>
                <a:gd name="T89" fmla="*/ 11 h 67"/>
                <a:gd name="T90" fmla="*/ 165 w 176"/>
                <a:gd name="T91" fmla="*/ 2 h 67"/>
                <a:gd name="T92" fmla="*/ 165 w 176"/>
                <a:gd name="T93" fmla="*/ 2 h 67"/>
                <a:gd name="T94" fmla="*/ 175 w 176"/>
                <a:gd name="T95" fmla="*/ 5 h 67"/>
                <a:gd name="T96" fmla="*/ 175 w 176"/>
                <a:gd name="T97" fmla="*/ 5 h 67"/>
                <a:gd name="T98" fmla="*/ 172 w 176"/>
                <a:gd name="T99" fmla="*/ 14 h 67"/>
                <a:gd name="T100" fmla="*/ 172 w 176"/>
                <a:gd name="T101" fmla="*/ 14 h 67"/>
                <a:gd name="T102" fmla="*/ 172 w 176"/>
                <a:gd name="T103" fmla="*/ 14 h 67"/>
                <a:gd name="T104" fmla="*/ 172 w 176"/>
                <a:gd name="T105" fmla="*/ 14 h 67"/>
                <a:gd name="T106" fmla="*/ 168 w 176"/>
                <a:gd name="T107" fmla="*/ 15 h 67"/>
                <a:gd name="T108" fmla="*/ 168 w 176"/>
                <a:gd name="T109" fmla="*/ 15 h 67"/>
                <a:gd name="T110" fmla="*/ 162 w 176"/>
                <a:gd name="T111" fmla="*/ 1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76" h="67">
                  <a:moveTo>
                    <a:pt x="1" y="61"/>
                  </a:moveTo>
                  <a:cubicBezTo>
                    <a:pt x="0" y="57"/>
                    <a:pt x="3" y="54"/>
                    <a:pt x="7" y="53"/>
                  </a:cubicBezTo>
                  <a:cubicBezTo>
                    <a:pt x="7" y="53"/>
                    <a:pt x="7" y="53"/>
                    <a:pt x="7" y="53"/>
                  </a:cubicBezTo>
                  <a:cubicBezTo>
                    <a:pt x="11" y="53"/>
                    <a:pt x="14" y="55"/>
                    <a:pt x="15" y="59"/>
                  </a:cubicBezTo>
                  <a:cubicBezTo>
                    <a:pt x="15" y="59"/>
                    <a:pt x="15" y="59"/>
                    <a:pt x="15" y="59"/>
                  </a:cubicBezTo>
                  <a:cubicBezTo>
                    <a:pt x="15" y="63"/>
                    <a:pt x="13" y="67"/>
                    <a:pt x="9" y="67"/>
                  </a:cubicBezTo>
                  <a:cubicBezTo>
                    <a:pt x="9" y="67"/>
                    <a:pt x="9" y="67"/>
                    <a:pt x="9" y="67"/>
                  </a:cubicBezTo>
                  <a:cubicBezTo>
                    <a:pt x="9" y="67"/>
                    <a:pt x="9" y="67"/>
                    <a:pt x="9" y="67"/>
                  </a:cubicBezTo>
                  <a:cubicBezTo>
                    <a:pt x="9" y="67"/>
                    <a:pt x="9" y="67"/>
                    <a:pt x="9" y="67"/>
                  </a:cubicBezTo>
                  <a:cubicBezTo>
                    <a:pt x="9" y="67"/>
                    <a:pt x="8" y="67"/>
                    <a:pt x="8" y="67"/>
                  </a:cubicBezTo>
                  <a:cubicBezTo>
                    <a:pt x="8" y="67"/>
                    <a:pt x="8" y="67"/>
                    <a:pt x="8" y="67"/>
                  </a:cubicBezTo>
                  <a:cubicBezTo>
                    <a:pt x="5" y="67"/>
                    <a:pt x="2" y="65"/>
                    <a:pt x="1" y="61"/>
                  </a:cubicBezTo>
                  <a:close/>
                  <a:moveTo>
                    <a:pt x="43" y="54"/>
                  </a:moveTo>
                  <a:cubicBezTo>
                    <a:pt x="42" y="50"/>
                    <a:pt x="44" y="46"/>
                    <a:pt x="48" y="45"/>
                  </a:cubicBezTo>
                  <a:cubicBezTo>
                    <a:pt x="48" y="45"/>
                    <a:pt x="48" y="45"/>
                    <a:pt x="48" y="45"/>
                  </a:cubicBezTo>
                  <a:cubicBezTo>
                    <a:pt x="52" y="45"/>
                    <a:pt x="55" y="47"/>
                    <a:pt x="56" y="51"/>
                  </a:cubicBezTo>
                  <a:cubicBezTo>
                    <a:pt x="56" y="51"/>
                    <a:pt x="56" y="51"/>
                    <a:pt x="56" y="51"/>
                  </a:cubicBezTo>
                  <a:cubicBezTo>
                    <a:pt x="57" y="54"/>
                    <a:pt x="55" y="58"/>
                    <a:pt x="51" y="59"/>
                  </a:cubicBezTo>
                  <a:cubicBezTo>
                    <a:pt x="51" y="59"/>
                    <a:pt x="51" y="59"/>
                    <a:pt x="51" y="59"/>
                  </a:cubicBezTo>
                  <a:cubicBezTo>
                    <a:pt x="51" y="59"/>
                    <a:pt x="50" y="59"/>
                    <a:pt x="50" y="59"/>
                  </a:cubicBezTo>
                  <a:cubicBezTo>
                    <a:pt x="50" y="59"/>
                    <a:pt x="50" y="59"/>
                    <a:pt x="50" y="59"/>
                  </a:cubicBezTo>
                  <a:cubicBezTo>
                    <a:pt x="46" y="59"/>
                    <a:pt x="43" y="57"/>
                    <a:pt x="43" y="54"/>
                  </a:cubicBezTo>
                  <a:close/>
                  <a:moveTo>
                    <a:pt x="84" y="43"/>
                  </a:moveTo>
                  <a:cubicBezTo>
                    <a:pt x="82" y="39"/>
                    <a:pt x="84" y="35"/>
                    <a:pt x="88" y="34"/>
                  </a:cubicBezTo>
                  <a:cubicBezTo>
                    <a:pt x="88" y="34"/>
                    <a:pt x="88" y="34"/>
                    <a:pt x="88" y="34"/>
                  </a:cubicBezTo>
                  <a:cubicBezTo>
                    <a:pt x="92" y="33"/>
                    <a:pt x="96" y="35"/>
                    <a:pt x="97" y="39"/>
                  </a:cubicBezTo>
                  <a:cubicBezTo>
                    <a:pt x="97" y="39"/>
                    <a:pt x="97" y="39"/>
                    <a:pt x="97" y="39"/>
                  </a:cubicBezTo>
                  <a:cubicBezTo>
                    <a:pt x="98" y="42"/>
                    <a:pt x="96" y="46"/>
                    <a:pt x="92" y="47"/>
                  </a:cubicBezTo>
                  <a:cubicBezTo>
                    <a:pt x="92" y="47"/>
                    <a:pt x="92" y="47"/>
                    <a:pt x="92" y="47"/>
                  </a:cubicBezTo>
                  <a:cubicBezTo>
                    <a:pt x="92" y="48"/>
                    <a:pt x="91" y="48"/>
                    <a:pt x="90" y="48"/>
                  </a:cubicBezTo>
                  <a:cubicBezTo>
                    <a:pt x="90" y="48"/>
                    <a:pt x="90" y="48"/>
                    <a:pt x="90" y="48"/>
                  </a:cubicBezTo>
                  <a:cubicBezTo>
                    <a:pt x="87" y="48"/>
                    <a:pt x="85" y="46"/>
                    <a:pt x="84" y="43"/>
                  </a:cubicBezTo>
                  <a:close/>
                  <a:moveTo>
                    <a:pt x="124" y="29"/>
                  </a:moveTo>
                  <a:cubicBezTo>
                    <a:pt x="122" y="25"/>
                    <a:pt x="124" y="21"/>
                    <a:pt x="127" y="20"/>
                  </a:cubicBezTo>
                  <a:cubicBezTo>
                    <a:pt x="127" y="20"/>
                    <a:pt x="127" y="20"/>
                    <a:pt x="127" y="20"/>
                  </a:cubicBezTo>
                  <a:cubicBezTo>
                    <a:pt x="131" y="18"/>
                    <a:pt x="135" y="20"/>
                    <a:pt x="136" y="23"/>
                  </a:cubicBezTo>
                  <a:cubicBezTo>
                    <a:pt x="136" y="23"/>
                    <a:pt x="136" y="23"/>
                    <a:pt x="136" y="23"/>
                  </a:cubicBezTo>
                  <a:cubicBezTo>
                    <a:pt x="138" y="27"/>
                    <a:pt x="136" y="31"/>
                    <a:pt x="133" y="33"/>
                  </a:cubicBezTo>
                  <a:cubicBezTo>
                    <a:pt x="133" y="33"/>
                    <a:pt x="133" y="33"/>
                    <a:pt x="133" y="33"/>
                  </a:cubicBezTo>
                  <a:cubicBezTo>
                    <a:pt x="133" y="33"/>
                    <a:pt x="133" y="33"/>
                    <a:pt x="133" y="33"/>
                  </a:cubicBezTo>
                  <a:cubicBezTo>
                    <a:pt x="133" y="33"/>
                    <a:pt x="133" y="33"/>
                    <a:pt x="133" y="33"/>
                  </a:cubicBezTo>
                  <a:cubicBezTo>
                    <a:pt x="132" y="33"/>
                    <a:pt x="131" y="33"/>
                    <a:pt x="130" y="33"/>
                  </a:cubicBezTo>
                  <a:cubicBezTo>
                    <a:pt x="130" y="33"/>
                    <a:pt x="130" y="33"/>
                    <a:pt x="130" y="33"/>
                  </a:cubicBezTo>
                  <a:cubicBezTo>
                    <a:pt x="127" y="33"/>
                    <a:pt x="125" y="31"/>
                    <a:pt x="124" y="29"/>
                  </a:cubicBezTo>
                  <a:close/>
                  <a:moveTo>
                    <a:pt x="162" y="11"/>
                  </a:moveTo>
                  <a:cubicBezTo>
                    <a:pt x="160" y="8"/>
                    <a:pt x="162" y="4"/>
                    <a:pt x="165" y="2"/>
                  </a:cubicBezTo>
                  <a:cubicBezTo>
                    <a:pt x="165" y="2"/>
                    <a:pt x="165" y="2"/>
                    <a:pt x="165" y="2"/>
                  </a:cubicBezTo>
                  <a:cubicBezTo>
                    <a:pt x="169" y="0"/>
                    <a:pt x="173" y="1"/>
                    <a:pt x="175" y="5"/>
                  </a:cubicBezTo>
                  <a:cubicBezTo>
                    <a:pt x="175" y="5"/>
                    <a:pt x="175" y="5"/>
                    <a:pt x="175" y="5"/>
                  </a:cubicBezTo>
                  <a:cubicBezTo>
                    <a:pt x="176" y="8"/>
                    <a:pt x="175" y="13"/>
                    <a:pt x="172" y="14"/>
                  </a:cubicBezTo>
                  <a:cubicBezTo>
                    <a:pt x="172" y="14"/>
                    <a:pt x="172" y="14"/>
                    <a:pt x="172" y="14"/>
                  </a:cubicBezTo>
                  <a:cubicBezTo>
                    <a:pt x="172" y="14"/>
                    <a:pt x="172" y="14"/>
                    <a:pt x="172" y="14"/>
                  </a:cubicBezTo>
                  <a:cubicBezTo>
                    <a:pt x="172" y="14"/>
                    <a:pt x="172" y="14"/>
                    <a:pt x="172" y="14"/>
                  </a:cubicBezTo>
                  <a:cubicBezTo>
                    <a:pt x="171" y="15"/>
                    <a:pt x="169" y="15"/>
                    <a:pt x="168" y="15"/>
                  </a:cubicBezTo>
                  <a:cubicBezTo>
                    <a:pt x="168" y="15"/>
                    <a:pt x="168" y="15"/>
                    <a:pt x="168" y="15"/>
                  </a:cubicBezTo>
                  <a:cubicBezTo>
                    <a:pt x="166" y="15"/>
                    <a:pt x="163" y="14"/>
                    <a:pt x="162" y="11"/>
                  </a:cubicBezTo>
                  <a:close/>
                </a:path>
              </a:pathLst>
            </a:custGeom>
            <a:solidFill>
              <a:schemeClr val="accent1">
                <a:lumMod val="40000"/>
                <a:lumOff val="60000"/>
              </a:schemeClr>
            </a:solidFill>
            <a:ln>
              <a:noFill/>
            </a:ln>
          </p:spPr>
          <p:txBody>
            <a:bodyPr vert="horz" wrap="square" lIns="45720" tIns="22860" rIns="45720" bIns="22860" numCol="1" anchor="t" anchorCtr="0" compatLnSpc="1"/>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fontAlgn="base">
                <a:spcBef>
                  <a:spcPct val="0"/>
                </a:spcBef>
                <a:spcAft>
                  <a:spcPct val="0"/>
                </a:spcAft>
              </a:pPr>
              <a:endParaRPr lang="ru-RU" sz="900" b="1">
                <a:solidFill>
                  <a:srgbClr val="000000"/>
                </a:solidFill>
                <a:sym typeface="Helvetica Neue" pitchFamily="2" charset="0"/>
              </a:endParaRPr>
            </a:p>
          </p:txBody>
        </p:sp>
        <p:grpSp>
          <p:nvGrpSpPr>
            <p:cNvPr id="87" name="Group 86"/>
            <p:cNvGrpSpPr/>
            <p:nvPr/>
          </p:nvGrpSpPr>
          <p:grpSpPr>
            <a:xfrm>
              <a:off x="11910886" y="8642391"/>
              <a:ext cx="563645" cy="492484"/>
              <a:chOff x="5962650" y="4127500"/>
              <a:chExt cx="258763" cy="258763"/>
            </a:xfrm>
          </p:grpSpPr>
          <p:sp>
            <p:nvSpPr>
              <p:cNvPr id="111" name="Oval 110"/>
              <p:cNvSpPr>
                <a:spLocks noChangeArrowheads="1"/>
              </p:cNvSpPr>
              <p:nvPr/>
            </p:nvSpPr>
            <p:spPr bwMode="auto">
              <a:xfrm>
                <a:off x="6019800" y="4187825"/>
                <a:ext cx="141288" cy="141288"/>
              </a:xfrm>
              <a:prstGeom prst="ellipse">
                <a:avLst/>
              </a:prstGeom>
              <a:solidFill>
                <a:schemeClr val="accent1"/>
              </a:solidFill>
              <a:ln>
                <a:solidFill>
                  <a:schemeClr val="accent1"/>
                </a:solidFill>
              </a:ln>
            </p:spPr>
            <p:txBody>
              <a:bodyPr vert="horz" wrap="square" lIns="45720" tIns="22860" rIns="45720" bIns="22860" numCol="1" anchor="t" anchorCtr="0" compatLnSpc="1"/>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fontAlgn="base">
                  <a:spcBef>
                    <a:spcPct val="0"/>
                  </a:spcBef>
                  <a:spcAft>
                    <a:spcPct val="0"/>
                  </a:spcAft>
                </a:pPr>
                <a:endParaRPr lang="ru-RU" sz="900" b="1">
                  <a:solidFill>
                    <a:srgbClr val="000000"/>
                  </a:solidFill>
                  <a:sym typeface="Helvetica Neue" pitchFamily="2" charset="0"/>
                </a:endParaRPr>
              </a:p>
            </p:txBody>
          </p:sp>
          <p:sp>
            <p:nvSpPr>
              <p:cNvPr id="112" name="Oval 111"/>
              <p:cNvSpPr>
                <a:spLocks noChangeArrowheads="1"/>
              </p:cNvSpPr>
              <p:nvPr/>
            </p:nvSpPr>
            <p:spPr bwMode="auto">
              <a:xfrm>
                <a:off x="5962650" y="4127500"/>
                <a:ext cx="258763" cy="258763"/>
              </a:xfrm>
              <a:prstGeom prst="ellipse">
                <a:avLst/>
              </a:prstGeom>
              <a:noFill/>
              <a:ln w="46038"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fontAlgn="base">
                  <a:spcBef>
                    <a:spcPct val="0"/>
                  </a:spcBef>
                  <a:spcAft>
                    <a:spcPct val="0"/>
                  </a:spcAft>
                </a:pPr>
                <a:endParaRPr lang="ru-RU" sz="900" b="1">
                  <a:solidFill>
                    <a:srgbClr val="000000"/>
                  </a:solidFill>
                  <a:sym typeface="Helvetica Neue" pitchFamily="2" charset="0"/>
                </a:endParaRPr>
              </a:p>
            </p:txBody>
          </p:sp>
        </p:grpSp>
      </p:grpSp>
      <p:grpSp>
        <p:nvGrpSpPr>
          <p:cNvPr id="41" name="Group 40"/>
          <p:cNvGrpSpPr/>
          <p:nvPr/>
        </p:nvGrpSpPr>
        <p:grpSpPr>
          <a:xfrm>
            <a:off x="4675282" y="3952208"/>
            <a:ext cx="1122103" cy="500036"/>
            <a:chOff x="9376217" y="7902156"/>
            <a:chExt cx="2244205" cy="1000072"/>
          </a:xfrm>
        </p:grpSpPr>
        <p:sp>
          <p:nvSpPr>
            <p:cNvPr id="118" name="Freeform 117"/>
            <p:cNvSpPr>
              <a:spLocks noEditPoints="1"/>
            </p:cNvSpPr>
            <p:nvPr/>
          </p:nvSpPr>
          <p:spPr bwMode="auto">
            <a:xfrm>
              <a:off x="10164628" y="8418809"/>
              <a:ext cx="1455794" cy="483419"/>
            </a:xfrm>
            <a:custGeom>
              <a:avLst/>
              <a:gdLst>
                <a:gd name="T0" fmla="*/ 168 w 176"/>
                <a:gd name="T1" fmla="*/ 67 h 67"/>
                <a:gd name="T2" fmla="*/ 162 w 176"/>
                <a:gd name="T3" fmla="*/ 59 h 67"/>
                <a:gd name="T4" fmla="*/ 162 w 176"/>
                <a:gd name="T5" fmla="*/ 59 h 67"/>
                <a:gd name="T6" fmla="*/ 170 w 176"/>
                <a:gd name="T7" fmla="*/ 53 h 67"/>
                <a:gd name="T8" fmla="*/ 170 w 176"/>
                <a:gd name="T9" fmla="*/ 53 h 67"/>
                <a:gd name="T10" fmla="*/ 176 w 176"/>
                <a:gd name="T11" fmla="*/ 61 h 67"/>
                <a:gd name="T12" fmla="*/ 176 w 176"/>
                <a:gd name="T13" fmla="*/ 61 h 67"/>
                <a:gd name="T14" fmla="*/ 169 w 176"/>
                <a:gd name="T15" fmla="*/ 67 h 67"/>
                <a:gd name="T16" fmla="*/ 169 w 176"/>
                <a:gd name="T17" fmla="*/ 67 h 67"/>
                <a:gd name="T18" fmla="*/ 168 w 176"/>
                <a:gd name="T19" fmla="*/ 67 h 67"/>
                <a:gd name="T20" fmla="*/ 125 w 176"/>
                <a:gd name="T21" fmla="*/ 59 h 67"/>
                <a:gd name="T22" fmla="*/ 120 w 176"/>
                <a:gd name="T23" fmla="*/ 51 h 67"/>
                <a:gd name="T24" fmla="*/ 120 w 176"/>
                <a:gd name="T25" fmla="*/ 51 h 67"/>
                <a:gd name="T26" fmla="*/ 129 w 176"/>
                <a:gd name="T27" fmla="*/ 45 h 67"/>
                <a:gd name="T28" fmla="*/ 129 w 176"/>
                <a:gd name="T29" fmla="*/ 45 h 67"/>
                <a:gd name="T30" fmla="*/ 134 w 176"/>
                <a:gd name="T31" fmla="*/ 54 h 67"/>
                <a:gd name="T32" fmla="*/ 134 w 176"/>
                <a:gd name="T33" fmla="*/ 54 h 67"/>
                <a:gd name="T34" fmla="*/ 127 w 176"/>
                <a:gd name="T35" fmla="*/ 59 h 67"/>
                <a:gd name="T36" fmla="*/ 127 w 176"/>
                <a:gd name="T37" fmla="*/ 59 h 67"/>
                <a:gd name="T38" fmla="*/ 125 w 176"/>
                <a:gd name="T39" fmla="*/ 59 h 67"/>
                <a:gd name="T40" fmla="*/ 84 w 176"/>
                <a:gd name="T41" fmla="*/ 48 h 67"/>
                <a:gd name="T42" fmla="*/ 80 w 176"/>
                <a:gd name="T43" fmla="*/ 39 h 67"/>
                <a:gd name="T44" fmla="*/ 80 w 176"/>
                <a:gd name="T45" fmla="*/ 39 h 67"/>
                <a:gd name="T46" fmla="*/ 88 w 176"/>
                <a:gd name="T47" fmla="*/ 34 h 67"/>
                <a:gd name="T48" fmla="*/ 88 w 176"/>
                <a:gd name="T49" fmla="*/ 34 h 67"/>
                <a:gd name="T50" fmla="*/ 93 w 176"/>
                <a:gd name="T51" fmla="*/ 43 h 67"/>
                <a:gd name="T52" fmla="*/ 93 w 176"/>
                <a:gd name="T53" fmla="*/ 43 h 67"/>
                <a:gd name="T54" fmla="*/ 86 w 176"/>
                <a:gd name="T55" fmla="*/ 48 h 67"/>
                <a:gd name="T56" fmla="*/ 86 w 176"/>
                <a:gd name="T57" fmla="*/ 48 h 67"/>
                <a:gd name="T58" fmla="*/ 84 w 176"/>
                <a:gd name="T59" fmla="*/ 48 h 67"/>
                <a:gd name="T60" fmla="*/ 44 w 176"/>
                <a:gd name="T61" fmla="*/ 33 h 67"/>
                <a:gd name="T62" fmla="*/ 40 w 176"/>
                <a:gd name="T63" fmla="*/ 23 h 67"/>
                <a:gd name="T64" fmla="*/ 40 w 176"/>
                <a:gd name="T65" fmla="*/ 23 h 67"/>
                <a:gd name="T66" fmla="*/ 49 w 176"/>
                <a:gd name="T67" fmla="*/ 20 h 67"/>
                <a:gd name="T68" fmla="*/ 49 w 176"/>
                <a:gd name="T69" fmla="*/ 20 h 67"/>
                <a:gd name="T70" fmla="*/ 53 w 176"/>
                <a:gd name="T71" fmla="*/ 29 h 67"/>
                <a:gd name="T72" fmla="*/ 53 w 176"/>
                <a:gd name="T73" fmla="*/ 29 h 67"/>
                <a:gd name="T74" fmla="*/ 47 w 176"/>
                <a:gd name="T75" fmla="*/ 33 h 67"/>
                <a:gd name="T76" fmla="*/ 47 w 176"/>
                <a:gd name="T77" fmla="*/ 33 h 67"/>
                <a:gd name="T78" fmla="*/ 44 w 176"/>
                <a:gd name="T79" fmla="*/ 33 h 67"/>
                <a:gd name="T80" fmla="*/ 5 w 176"/>
                <a:gd name="T81" fmla="*/ 14 h 67"/>
                <a:gd name="T82" fmla="*/ 2 w 176"/>
                <a:gd name="T83" fmla="*/ 5 h 67"/>
                <a:gd name="T84" fmla="*/ 2 w 176"/>
                <a:gd name="T85" fmla="*/ 5 h 67"/>
                <a:gd name="T86" fmla="*/ 11 w 176"/>
                <a:gd name="T87" fmla="*/ 2 h 67"/>
                <a:gd name="T88" fmla="*/ 11 w 176"/>
                <a:gd name="T89" fmla="*/ 2 h 67"/>
                <a:gd name="T90" fmla="*/ 14 w 176"/>
                <a:gd name="T91" fmla="*/ 11 h 67"/>
                <a:gd name="T92" fmla="*/ 14 w 176"/>
                <a:gd name="T93" fmla="*/ 11 h 67"/>
                <a:gd name="T94" fmla="*/ 8 w 176"/>
                <a:gd name="T95" fmla="*/ 15 h 67"/>
                <a:gd name="T96" fmla="*/ 8 w 176"/>
                <a:gd name="T97" fmla="*/ 15 h 67"/>
                <a:gd name="T98" fmla="*/ 5 w 176"/>
                <a:gd name="T99" fmla="*/ 14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76" h="67">
                  <a:moveTo>
                    <a:pt x="168" y="67"/>
                  </a:moveTo>
                  <a:cubicBezTo>
                    <a:pt x="164" y="67"/>
                    <a:pt x="161" y="63"/>
                    <a:pt x="162" y="59"/>
                  </a:cubicBezTo>
                  <a:cubicBezTo>
                    <a:pt x="162" y="59"/>
                    <a:pt x="162" y="59"/>
                    <a:pt x="162" y="59"/>
                  </a:cubicBezTo>
                  <a:cubicBezTo>
                    <a:pt x="162" y="55"/>
                    <a:pt x="166" y="53"/>
                    <a:pt x="170" y="53"/>
                  </a:cubicBezTo>
                  <a:cubicBezTo>
                    <a:pt x="170" y="53"/>
                    <a:pt x="170" y="53"/>
                    <a:pt x="170" y="53"/>
                  </a:cubicBezTo>
                  <a:cubicBezTo>
                    <a:pt x="174" y="54"/>
                    <a:pt x="176" y="57"/>
                    <a:pt x="176" y="61"/>
                  </a:cubicBezTo>
                  <a:cubicBezTo>
                    <a:pt x="176" y="61"/>
                    <a:pt x="176" y="61"/>
                    <a:pt x="176" y="61"/>
                  </a:cubicBezTo>
                  <a:cubicBezTo>
                    <a:pt x="175" y="65"/>
                    <a:pt x="172" y="67"/>
                    <a:pt x="169" y="67"/>
                  </a:cubicBezTo>
                  <a:cubicBezTo>
                    <a:pt x="169" y="67"/>
                    <a:pt x="169" y="67"/>
                    <a:pt x="169" y="67"/>
                  </a:cubicBezTo>
                  <a:cubicBezTo>
                    <a:pt x="168" y="67"/>
                    <a:pt x="168" y="67"/>
                    <a:pt x="168" y="67"/>
                  </a:cubicBezTo>
                  <a:close/>
                  <a:moveTo>
                    <a:pt x="125" y="59"/>
                  </a:moveTo>
                  <a:cubicBezTo>
                    <a:pt x="122" y="58"/>
                    <a:pt x="119" y="54"/>
                    <a:pt x="120" y="51"/>
                  </a:cubicBezTo>
                  <a:cubicBezTo>
                    <a:pt x="120" y="51"/>
                    <a:pt x="120" y="51"/>
                    <a:pt x="120" y="51"/>
                  </a:cubicBezTo>
                  <a:cubicBezTo>
                    <a:pt x="121" y="47"/>
                    <a:pt x="125" y="45"/>
                    <a:pt x="129" y="45"/>
                  </a:cubicBezTo>
                  <a:cubicBezTo>
                    <a:pt x="129" y="45"/>
                    <a:pt x="129" y="45"/>
                    <a:pt x="129" y="45"/>
                  </a:cubicBezTo>
                  <a:cubicBezTo>
                    <a:pt x="132" y="46"/>
                    <a:pt x="135" y="50"/>
                    <a:pt x="134" y="54"/>
                  </a:cubicBezTo>
                  <a:cubicBezTo>
                    <a:pt x="134" y="54"/>
                    <a:pt x="134" y="54"/>
                    <a:pt x="134" y="54"/>
                  </a:cubicBezTo>
                  <a:cubicBezTo>
                    <a:pt x="133" y="57"/>
                    <a:pt x="130" y="59"/>
                    <a:pt x="127" y="59"/>
                  </a:cubicBezTo>
                  <a:cubicBezTo>
                    <a:pt x="127" y="59"/>
                    <a:pt x="127" y="59"/>
                    <a:pt x="127" y="59"/>
                  </a:cubicBezTo>
                  <a:cubicBezTo>
                    <a:pt x="127" y="59"/>
                    <a:pt x="126" y="59"/>
                    <a:pt x="125" y="59"/>
                  </a:cubicBezTo>
                  <a:close/>
                  <a:moveTo>
                    <a:pt x="84" y="48"/>
                  </a:moveTo>
                  <a:cubicBezTo>
                    <a:pt x="80" y="46"/>
                    <a:pt x="78" y="42"/>
                    <a:pt x="80" y="39"/>
                  </a:cubicBezTo>
                  <a:cubicBezTo>
                    <a:pt x="80" y="39"/>
                    <a:pt x="80" y="39"/>
                    <a:pt x="80" y="39"/>
                  </a:cubicBezTo>
                  <a:cubicBezTo>
                    <a:pt x="81" y="35"/>
                    <a:pt x="85" y="33"/>
                    <a:pt x="88" y="34"/>
                  </a:cubicBezTo>
                  <a:cubicBezTo>
                    <a:pt x="88" y="34"/>
                    <a:pt x="88" y="34"/>
                    <a:pt x="88" y="34"/>
                  </a:cubicBezTo>
                  <a:cubicBezTo>
                    <a:pt x="92" y="35"/>
                    <a:pt x="94" y="39"/>
                    <a:pt x="93" y="43"/>
                  </a:cubicBezTo>
                  <a:cubicBezTo>
                    <a:pt x="93" y="43"/>
                    <a:pt x="93" y="43"/>
                    <a:pt x="93" y="43"/>
                  </a:cubicBezTo>
                  <a:cubicBezTo>
                    <a:pt x="92" y="46"/>
                    <a:pt x="89" y="48"/>
                    <a:pt x="86" y="48"/>
                  </a:cubicBezTo>
                  <a:cubicBezTo>
                    <a:pt x="86" y="48"/>
                    <a:pt x="86" y="48"/>
                    <a:pt x="86" y="48"/>
                  </a:cubicBezTo>
                  <a:cubicBezTo>
                    <a:pt x="86" y="48"/>
                    <a:pt x="85" y="48"/>
                    <a:pt x="84" y="48"/>
                  </a:cubicBezTo>
                  <a:close/>
                  <a:moveTo>
                    <a:pt x="44" y="33"/>
                  </a:moveTo>
                  <a:cubicBezTo>
                    <a:pt x="40" y="31"/>
                    <a:pt x="39" y="27"/>
                    <a:pt x="40" y="23"/>
                  </a:cubicBezTo>
                  <a:cubicBezTo>
                    <a:pt x="40" y="23"/>
                    <a:pt x="40" y="23"/>
                    <a:pt x="40" y="23"/>
                  </a:cubicBezTo>
                  <a:cubicBezTo>
                    <a:pt x="42" y="20"/>
                    <a:pt x="46" y="18"/>
                    <a:pt x="49" y="20"/>
                  </a:cubicBezTo>
                  <a:cubicBezTo>
                    <a:pt x="49" y="20"/>
                    <a:pt x="49" y="20"/>
                    <a:pt x="49" y="20"/>
                  </a:cubicBezTo>
                  <a:cubicBezTo>
                    <a:pt x="53" y="21"/>
                    <a:pt x="55" y="25"/>
                    <a:pt x="53" y="29"/>
                  </a:cubicBezTo>
                  <a:cubicBezTo>
                    <a:pt x="53" y="29"/>
                    <a:pt x="53" y="29"/>
                    <a:pt x="53" y="29"/>
                  </a:cubicBezTo>
                  <a:cubicBezTo>
                    <a:pt x="52" y="32"/>
                    <a:pt x="49" y="33"/>
                    <a:pt x="47" y="33"/>
                  </a:cubicBezTo>
                  <a:cubicBezTo>
                    <a:pt x="47" y="33"/>
                    <a:pt x="47" y="33"/>
                    <a:pt x="47" y="33"/>
                  </a:cubicBezTo>
                  <a:cubicBezTo>
                    <a:pt x="46" y="33"/>
                    <a:pt x="45" y="33"/>
                    <a:pt x="44" y="33"/>
                  </a:cubicBezTo>
                  <a:close/>
                  <a:moveTo>
                    <a:pt x="5" y="14"/>
                  </a:moveTo>
                  <a:cubicBezTo>
                    <a:pt x="2" y="13"/>
                    <a:pt x="0" y="8"/>
                    <a:pt x="2" y="5"/>
                  </a:cubicBezTo>
                  <a:cubicBezTo>
                    <a:pt x="2" y="5"/>
                    <a:pt x="2" y="5"/>
                    <a:pt x="2" y="5"/>
                  </a:cubicBezTo>
                  <a:cubicBezTo>
                    <a:pt x="4" y="1"/>
                    <a:pt x="8" y="0"/>
                    <a:pt x="11" y="2"/>
                  </a:cubicBezTo>
                  <a:cubicBezTo>
                    <a:pt x="11" y="2"/>
                    <a:pt x="11" y="2"/>
                    <a:pt x="11" y="2"/>
                  </a:cubicBezTo>
                  <a:cubicBezTo>
                    <a:pt x="15" y="4"/>
                    <a:pt x="16" y="8"/>
                    <a:pt x="14" y="11"/>
                  </a:cubicBezTo>
                  <a:cubicBezTo>
                    <a:pt x="14" y="11"/>
                    <a:pt x="14" y="11"/>
                    <a:pt x="14" y="11"/>
                  </a:cubicBezTo>
                  <a:cubicBezTo>
                    <a:pt x="13" y="14"/>
                    <a:pt x="11" y="15"/>
                    <a:pt x="8" y="15"/>
                  </a:cubicBezTo>
                  <a:cubicBezTo>
                    <a:pt x="8" y="15"/>
                    <a:pt x="8" y="15"/>
                    <a:pt x="8" y="15"/>
                  </a:cubicBezTo>
                  <a:cubicBezTo>
                    <a:pt x="7" y="15"/>
                    <a:pt x="6" y="15"/>
                    <a:pt x="5" y="14"/>
                  </a:cubicBezTo>
                  <a:close/>
                </a:path>
              </a:pathLst>
            </a:custGeom>
            <a:solidFill>
              <a:schemeClr val="accent1">
                <a:lumMod val="40000"/>
                <a:lumOff val="60000"/>
              </a:schemeClr>
            </a:solidFill>
            <a:ln>
              <a:noFill/>
            </a:ln>
          </p:spPr>
          <p:txBody>
            <a:bodyPr vert="horz" wrap="square" lIns="45720" tIns="22860" rIns="45720" bIns="22860" numCol="1" anchor="t" anchorCtr="0" compatLnSpc="1"/>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fontAlgn="base">
                <a:spcBef>
                  <a:spcPct val="0"/>
                </a:spcBef>
                <a:spcAft>
                  <a:spcPct val="0"/>
                </a:spcAft>
              </a:pPr>
              <a:endParaRPr lang="ru-RU" sz="900" b="1">
                <a:solidFill>
                  <a:srgbClr val="000000"/>
                </a:solidFill>
                <a:sym typeface="Helvetica Neue" pitchFamily="2" charset="0"/>
              </a:endParaRPr>
            </a:p>
          </p:txBody>
        </p:sp>
        <p:grpSp>
          <p:nvGrpSpPr>
            <p:cNvPr id="88" name="Group 87"/>
            <p:cNvGrpSpPr/>
            <p:nvPr/>
          </p:nvGrpSpPr>
          <p:grpSpPr>
            <a:xfrm>
              <a:off x="9376217" y="7902156"/>
              <a:ext cx="636261" cy="558954"/>
              <a:chOff x="4799013" y="3738563"/>
              <a:chExt cx="292100" cy="293688"/>
            </a:xfrm>
          </p:grpSpPr>
          <p:sp>
            <p:nvSpPr>
              <p:cNvPr id="107" name="Freeform 106"/>
              <p:cNvSpPr/>
              <p:nvPr/>
            </p:nvSpPr>
            <p:spPr bwMode="auto">
              <a:xfrm>
                <a:off x="4867275" y="3808413"/>
                <a:ext cx="155575" cy="155575"/>
              </a:xfrm>
              <a:custGeom>
                <a:avLst/>
                <a:gdLst>
                  <a:gd name="T0" fmla="*/ 35 w 41"/>
                  <a:gd name="T1" fmla="*/ 31 h 41"/>
                  <a:gd name="T2" fmla="*/ 10 w 41"/>
                  <a:gd name="T3" fmla="*/ 35 h 41"/>
                  <a:gd name="T4" fmla="*/ 6 w 41"/>
                  <a:gd name="T5" fmla="*/ 10 h 41"/>
                  <a:gd name="T6" fmla="*/ 31 w 41"/>
                  <a:gd name="T7" fmla="*/ 6 h 41"/>
                  <a:gd name="T8" fmla="*/ 35 w 41"/>
                  <a:gd name="T9" fmla="*/ 31 h 41"/>
                </a:gdLst>
                <a:ahLst/>
                <a:cxnLst>
                  <a:cxn ang="0">
                    <a:pos x="T0" y="T1"/>
                  </a:cxn>
                  <a:cxn ang="0">
                    <a:pos x="T2" y="T3"/>
                  </a:cxn>
                  <a:cxn ang="0">
                    <a:pos x="T4" y="T5"/>
                  </a:cxn>
                  <a:cxn ang="0">
                    <a:pos x="T6" y="T7"/>
                  </a:cxn>
                  <a:cxn ang="0">
                    <a:pos x="T8" y="T9"/>
                  </a:cxn>
                </a:cxnLst>
                <a:rect l="0" t="0" r="r" b="b"/>
                <a:pathLst>
                  <a:path w="41" h="41">
                    <a:moveTo>
                      <a:pt x="35" y="31"/>
                    </a:moveTo>
                    <a:cubicBezTo>
                      <a:pt x="29" y="40"/>
                      <a:pt x="18" y="41"/>
                      <a:pt x="10" y="35"/>
                    </a:cubicBezTo>
                    <a:cubicBezTo>
                      <a:pt x="2" y="29"/>
                      <a:pt x="0" y="18"/>
                      <a:pt x="6" y="10"/>
                    </a:cubicBezTo>
                    <a:cubicBezTo>
                      <a:pt x="12" y="2"/>
                      <a:pt x="23" y="0"/>
                      <a:pt x="31" y="6"/>
                    </a:cubicBezTo>
                    <a:cubicBezTo>
                      <a:pt x="40" y="12"/>
                      <a:pt x="41" y="23"/>
                      <a:pt x="35" y="31"/>
                    </a:cubicBezTo>
                    <a:close/>
                  </a:path>
                </a:pathLst>
              </a:custGeom>
              <a:solidFill>
                <a:schemeClr val="accent6"/>
              </a:solidFill>
              <a:ln>
                <a:noFill/>
              </a:ln>
            </p:spPr>
            <p:txBody>
              <a:bodyPr vert="horz" wrap="square" lIns="45720" tIns="22860" rIns="45720" bIns="22860" numCol="1" anchor="t" anchorCtr="0" compatLnSpc="1"/>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fontAlgn="base">
                  <a:spcBef>
                    <a:spcPct val="0"/>
                  </a:spcBef>
                  <a:spcAft>
                    <a:spcPct val="0"/>
                  </a:spcAft>
                </a:pPr>
                <a:endParaRPr lang="ru-RU" sz="900" b="1">
                  <a:solidFill>
                    <a:srgbClr val="000000"/>
                  </a:solidFill>
                  <a:sym typeface="Helvetica Neue" pitchFamily="2" charset="0"/>
                </a:endParaRPr>
              </a:p>
            </p:txBody>
          </p:sp>
          <p:sp>
            <p:nvSpPr>
              <p:cNvPr id="110" name="Freeform 109"/>
              <p:cNvSpPr/>
              <p:nvPr/>
            </p:nvSpPr>
            <p:spPr bwMode="auto">
              <a:xfrm>
                <a:off x="4799013" y="3738563"/>
                <a:ext cx="292100" cy="293688"/>
              </a:xfrm>
              <a:custGeom>
                <a:avLst/>
                <a:gdLst>
                  <a:gd name="T0" fmla="*/ 66 w 77"/>
                  <a:gd name="T1" fmla="*/ 59 h 77"/>
                  <a:gd name="T2" fmla="*/ 19 w 77"/>
                  <a:gd name="T3" fmla="*/ 66 h 77"/>
                  <a:gd name="T4" fmla="*/ 11 w 77"/>
                  <a:gd name="T5" fmla="*/ 19 h 77"/>
                  <a:gd name="T6" fmla="*/ 59 w 77"/>
                  <a:gd name="T7" fmla="*/ 11 h 77"/>
                  <a:gd name="T8" fmla="*/ 66 w 77"/>
                  <a:gd name="T9" fmla="*/ 59 h 77"/>
                </a:gdLst>
                <a:ahLst/>
                <a:cxnLst>
                  <a:cxn ang="0">
                    <a:pos x="T0" y="T1"/>
                  </a:cxn>
                  <a:cxn ang="0">
                    <a:pos x="T2" y="T3"/>
                  </a:cxn>
                  <a:cxn ang="0">
                    <a:pos x="T4" y="T5"/>
                  </a:cxn>
                  <a:cxn ang="0">
                    <a:pos x="T6" y="T7"/>
                  </a:cxn>
                  <a:cxn ang="0">
                    <a:pos x="T8" y="T9"/>
                  </a:cxn>
                </a:cxnLst>
                <a:rect l="0" t="0" r="r" b="b"/>
                <a:pathLst>
                  <a:path w="77" h="77">
                    <a:moveTo>
                      <a:pt x="66" y="59"/>
                    </a:moveTo>
                    <a:cubicBezTo>
                      <a:pt x="55" y="74"/>
                      <a:pt x="34" y="77"/>
                      <a:pt x="19" y="66"/>
                    </a:cubicBezTo>
                    <a:cubicBezTo>
                      <a:pt x="3" y="55"/>
                      <a:pt x="0" y="34"/>
                      <a:pt x="11" y="19"/>
                    </a:cubicBezTo>
                    <a:cubicBezTo>
                      <a:pt x="22" y="3"/>
                      <a:pt x="43" y="0"/>
                      <a:pt x="59" y="11"/>
                    </a:cubicBezTo>
                    <a:cubicBezTo>
                      <a:pt x="74" y="22"/>
                      <a:pt x="77" y="43"/>
                      <a:pt x="66" y="59"/>
                    </a:cubicBezTo>
                    <a:close/>
                  </a:path>
                </a:pathLst>
              </a:custGeom>
              <a:noFill/>
              <a:ln w="46038" cap="flat">
                <a:solidFill>
                  <a:schemeClr val="accent6"/>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fontAlgn="base">
                  <a:spcBef>
                    <a:spcPct val="0"/>
                  </a:spcBef>
                  <a:spcAft>
                    <a:spcPct val="0"/>
                  </a:spcAft>
                </a:pPr>
                <a:endParaRPr lang="ru-RU" sz="900" b="1">
                  <a:solidFill>
                    <a:srgbClr val="000000"/>
                  </a:solidFill>
                  <a:sym typeface="Helvetica Neue" pitchFamily="2" charset="0"/>
                </a:endParaRPr>
              </a:p>
            </p:txBody>
          </p:sp>
        </p:grpSp>
      </p:grpSp>
      <p:grpSp>
        <p:nvGrpSpPr>
          <p:cNvPr id="37" name="Group 36"/>
          <p:cNvGrpSpPr/>
          <p:nvPr/>
        </p:nvGrpSpPr>
        <p:grpSpPr>
          <a:xfrm>
            <a:off x="3904161" y="3024648"/>
            <a:ext cx="720980" cy="916985"/>
            <a:chOff x="7833976" y="6047035"/>
            <a:chExt cx="1441960" cy="1833970"/>
          </a:xfrm>
        </p:grpSpPr>
        <p:sp>
          <p:nvSpPr>
            <p:cNvPr id="117" name="Freeform 116"/>
            <p:cNvSpPr>
              <a:spLocks noEditPoints="1"/>
            </p:cNvSpPr>
            <p:nvPr/>
          </p:nvSpPr>
          <p:spPr bwMode="auto">
            <a:xfrm>
              <a:off x="8321545" y="6781227"/>
              <a:ext cx="954391" cy="1099778"/>
            </a:xfrm>
            <a:custGeom>
              <a:avLst/>
              <a:gdLst>
                <a:gd name="T0" fmla="*/ 102 w 115"/>
                <a:gd name="T1" fmla="*/ 150 h 152"/>
                <a:gd name="T2" fmla="*/ 102 w 115"/>
                <a:gd name="T3" fmla="*/ 150 h 152"/>
                <a:gd name="T4" fmla="*/ 102 w 115"/>
                <a:gd name="T5" fmla="*/ 150 h 152"/>
                <a:gd name="T6" fmla="*/ 102 w 115"/>
                <a:gd name="T7" fmla="*/ 140 h 152"/>
                <a:gd name="T8" fmla="*/ 102 w 115"/>
                <a:gd name="T9" fmla="*/ 140 h 152"/>
                <a:gd name="T10" fmla="*/ 112 w 115"/>
                <a:gd name="T11" fmla="*/ 140 h 152"/>
                <a:gd name="T12" fmla="*/ 112 w 115"/>
                <a:gd name="T13" fmla="*/ 140 h 152"/>
                <a:gd name="T14" fmla="*/ 112 w 115"/>
                <a:gd name="T15" fmla="*/ 150 h 152"/>
                <a:gd name="T16" fmla="*/ 112 w 115"/>
                <a:gd name="T17" fmla="*/ 150 h 152"/>
                <a:gd name="T18" fmla="*/ 107 w 115"/>
                <a:gd name="T19" fmla="*/ 152 h 152"/>
                <a:gd name="T20" fmla="*/ 107 w 115"/>
                <a:gd name="T21" fmla="*/ 152 h 152"/>
                <a:gd name="T22" fmla="*/ 102 w 115"/>
                <a:gd name="T23" fmla="*/ 150 h 152"/>
                <a:gd name="T24" fmla="*/ 73 w 115"/>
                <a:gd name="T25" fmla="*/ 118 h 152"/>
                <a:gd name="T26" fmla="*/ 74 w 115"/>
                <a:gd name="T27" fmla="*/ 108 h 152"/>
                <a:gd name="T28" fmla="*/ 74 w 115"/>
                <a:gd name="T29" fmla="*/ 108 h 152"/>
                <a:gd name="T30" fmla="*/ 84 w 115"/>
                <a:gd name="T31" fmla="*/ 109 h 152"/>
                <a:gd name="T32" fmla="*/ 84 w 115"/>
                <a:gd name="T33" fmla="*/ 109 h 152"/>
                <a:gd name="T34" fmla="*/ 83 w 115"/>
                <a:gd name="T35" fmla="*/ 119 h 152"/>
                <a:gd name="T36" fmla="*/ 83 w 115"/>
                <a:gd name="T37" fmla="*/ 119 h 152"/>
                <a:gd name="T38" fmla="*/ 78 w 115"/>
                <a:gd name="T39" fmla="*/ 121 h 152"/>
                <a:gd name="T40" fmla="*/ 78 w 115"/>
                <a:gd name="T41" fmla="*/ 121 h 152"/>
                <a:gd name="T42" fmla="*/ 73 w 115"/>
                <a:gd name="T43" fmla="*/ 118 h 152"/>
                <a:gd name="T44" fmla="*/ 46 w 115"/>
                <a:gd name="T45" fmla="*/ 85 h 152"/>
                <a:gd name="T46" fmla="*/ 46 w 115"/>
                <a:gd name="T47" fmla="*/ 85 h 152"/>
                <a:gd name="T48" fmla="*/ 46 w 115"/>
                <a:gd name="T49" fmla="*/ 85 h 152"/>
                <a:gd name="T50" fmla="*/ 48 w 115"/>
                <a:gd name="T51" fmla="*/ 75 h 152"/>
                <a:gd name="T52" fmla="*/ 48 w 115"/>
                <a:gd name="T53" fmla="*/ 75 h 152"/>
                <a:gd name="T54" fmla="*/ 58 w 115"/>
                <a:gd name="T55" fmla="*/ 76 h 152"/>
                <a:gd name="T56" fmla="*/ 58 w 115"/>
                <a:gd name="T57" fmla="*/ 76 h 152"/>
                <a:gd name="T58" fmla="*/ 56 w 115"/>
                <a:gd name="T59" fmla="*/ 86 h 152"/>
                <a:gd name="T60" fmla="*/ 56 w 115"/>
                <a:gd name="T61" fmla="*/ 86 h 152"/>
                <a:gd name="T62" fmla="*/ 52 w 115"/>
                <a:gd name="T63" fmla="*/ 88 h 152"/>
                <a:gd name="T64" fmla="*/ 52 w 115"/>
                <a:gd name="T65" fmla="*/ 88 h 152"/>
                <a:gd name="T66" fmla="*/ 46 w 115"/>
                <a:gd name="T67" fmla="*/ 85 h 152"/>
                <a:gd name="T68" fmla="*/ 22 w 115"/>
                <a:gd name="T69" fmla="*/ 49 h 152"/>
                <a:gd name="T70" fmla="*/ 22 w 115"/>
                <a:gd name="T71" fmla="*/ 49 h 152"/>
                <a:gd name="T72" fmla="*/ 22 w 115"/>
                <a:gd name="T73" fmla="*/ 49 h 152"/>
                <a:gd name="T74" fmla="*/ 25 w 115"/>
                <a:gd name="T75" fmla="*/ 39 h 152"/>
                <a:gd name="T76" fmla="*/ 25 w 115"/>
                <a:gd name="T77" fmla="*/ 39 h 152"/>
                <a:gd name="T78" fmla="*/ 34 w 115"/>
                <a:gd name="T79" fmla="*/ 42 h 152"/>
                <a:gd name="T80" fmla="*/ 34 w 115"/>
                <a:gd name="T81" fmla="*/ 42 h 152"/>
                <a:gd name="T82" fmla="*/ 32 w 115"/>
                <a:gd name="T83" fmla="*/ 51 h 152"/>
                <a:gd name="T84" fmla="*/ 32 w 115"/>
                <a:gd name="T85" fmla="*/ 51 h 152"/>
                <a:gd name="T86" fmla="*/ 28 w 115"/>
                <a:gd name="T87" fmla="*/ 52 h 152"/>
                <a:gd name="T88" fmla="*/ 28 w 115"/>
                <a:gd name="T89" fmla="*/ 52 h 152"/>
                <a:gd name="T90" fmla="*/ 22 w 115"/>
                <a:gd name="T91" fmla="*/ 49 h 152"/>
                <a:gd name="T92" fmla="*/ 2 w 115"/>
                <a:gd name="T93" fmla="*/ 11 h 152"/>
                <a:gd name="T94" fmla="*/ 5 w 115"/>
                <a:gd name="T95" fmla="*/ 2 h 152"/>
                <a:gd name="T96" fmla="*/ 5 w 115"/>
                <a:gd name="T97" fmla="*/ 2 h 152"/>
                <a:gd name="T98" fmla="*/ 14 w 115"/>
                <a:gd name="T99" fmla="*/ 5 h 152"/>
                <a:gd name="T100" fmla="*/ 14 w 115"/>
                <a:gd name="T101" fmla="*/ 5 h 152"/>
                <a:gd name="T102" fmla="*/ 11 w 115"/>
                <a:gd name="T103" fmla="*/ 14 h 152"/>
                <a:gd name="T104" fmla="*/ 11 w 115"/>
                <a:gd name="T105" fmla="*/ 14 h 152"/>
                <a:gd name="T106" fmla="*/ 8 w 115"/>
                <a:gd name="T107" fmla="*/ 15 h 152"/>
                <a:gd name="T108" fmla="*/ 8 w 115"/>
                <a:gd name="T109" fmla="*/ 15 h 152"/>
                <a:gd name="T110" fmla="*/ 2 w 115"/>
                <a:gd name="T111" fmla="*/ 11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5" h="152">
                  <a:moveTo>
                    <a:pt x="102" y="150"/>
                  </a:moveTo>
                  <a:cubicBezTo>
                    <a:pt x="102" y="150"/>
                    <a:pt x="102" y="150"/>
                    <a:pt x="102" y="150"/>
                  </a:cubicBezTo>
                  <a:cubicBezTo>
                    <a:pt x="102" y="150"/>
                    <a:pt x="102" y="150"/>
                    <a:pt x="102" y="150"/>
                  </a:cubicBezTo>
                  <a:cubicBezTo>
                    <a:pt x="100" y="147"/>
                    <a:pt x="100" y="143"/>
                    <a:pt x="102" y="140"/>
                  </a:cubicBezTo>
                  <a:cubicBezTo>
                    <a:pt x="102" y="140"/>
                    <a:pt x="102" y="140"/>
                    <a:pt x="102" y="140"/>
                  </a:cubicBezTo>
                  <a:cubicBezTo>
                    <a:pt x="105" y="137"/>
                    <a:pt x="109" y="137"/>
                    <a:pt x="112" y="140"/>
                  </a:cubicBezTo>
                  <a:cubicBezTo>
                    <a:pt x="112" y="140"/>
                    <a:pt x="112" y="140"/>
                    <a:pt x="112" y="140"/>
                  </a:cubicBezTo>
                  <a:cubicBezTo>
                    <a:pt x="115" y="142"/>
                    <a:pt x="115" y="147"/>
                    <a:pt x="112" y="150"/>
                  </a:cubicBezTo>
                  <a:cubicBezTo>
                    <a:pt x="112" y="150"/>
                    <a:pt x="112" y="150"/>
                    <a:pt x="112" y="150"/>
                  </a:cubicBezTo>
                  <a:cubicBezTo>
                    <a:pt x="111" y="151"/>
                    <a:pt x="109" y="152"/>
                    <a:pt x="107" y="152"/>
                  </a:cubicBezTo>
                  <a:cubicBezTo>
                    <a:pt x="107" y="152"/>
                    <a:pt x="107" y="152"/>
                    <a:pt x="107" y="152"/>
                  </a:cubicBezTo>
                  <a:cubicBezTo>
                    <a:pt x="105" y="152"/>
                    <a:pt x="104" y="151"/>
                    <a:pt x="102" y="150"/>
                  </a:cubicBezTo>
                  <a:close/>
                  <a:moveTo>
                    <a:pt x="73" y="118"/>
                  </a:moveTo>
                  <a:cubicBezTo>
                    <a:pt x="70" y="115"/>
                    <a:pt x="71" y="111"/>
                    <a:pt x="74" y="108"/>
                  </a:cubicBezTo>
                  <a:cubicBezTo>
                    <a:pt x="74" y="108"/>
                    <a:pt x="74" y="108"/>
                    <a:pt x="74" y="108"/>
                  </a:cubicBezTo>
                  <a:cubicBezTo>
                    <a:pt x="77" y="106"/>
                    <a:pt x="81" y="106"/>
                    <a:pt x="84" y="109"/>
                  </a:cubicBezTo>
                  <a:cubicBezTo>
                    <a:pt x="84" y="109"/>
                    <a:pt x="84" y="109"/>
                    <a:pt x="84" y="109"/>
                  </a:cubicBezTo>
                  <a:cubicBezTo>
                    <a:pt x="86" y="112"/>
                    <a:pt x="86" y="117"/>
                    <a:pt x="83" y="119"/>
                  </a:cubicBezTo>
                  <a:cubicBezTo>
                    <a:pt x="83" y="119"/>
                    <a:pt x="83" y="119"/>
                    <a:pt x="83" y="119"/>
                  </a:cubicBezTo>
                  <a:cubicBezTo>
                    <a:pt x="82" y="120"/>
                    <a:pt x="80" y="121"/>
                    <a:pt x="78" y="121"/>
                  </a:cubicBezTo>
                  <a:cubicBezTo>
                    <a:pt x="78" y="121"/>
                    <a:pt x="78" y="121"/>
                    <a:pt x="78" y="121"/>
                  </a:cubicBezTo>
                  <a:cubicBezTo>
                    <a:pt x="76" y="121"/>
                    <a:pt x="74" y="120"/>
                    <a:pt x="73" y="118"/>
                  </a:cubicBezTo>
                  <a:close/>
                  <a:moveTo>
                    <a:pt x="46" y="85"/>
                  </a:moveTo>
                  <a:cubicBezTo>
                    <a:pt x="46" y="85"/>
                    <a:pt x="46" y="85"/>
                    <a:pt x="46" y="85"/>
                  </a:cubicBezTo>
                  <a:cubicBezTo>
                    <a:pt x="46" y="85"/>
                    <a:pt x="46" y="85"/>
                    <a:pt x="46" y="85"/>
                  </a:cubicBezTo>
                  <a:cubicBezTo>
                    <a:pt x="44" y="82"/>
                    <a:pt x="45" y="77"/>
                    <a:pt x="48" y="75"/>
                  </a:cubicBezTo>
                  <a:cubicBezTo>
                    <a:pt x="48" y="75"/>
                    <a:pt x="48" y="75"/>
                    <a:pt x="48" y="75"/>
                  </a:cubicBezTo>
                  <a:cubicBezTo>
                    <a:pt x="51" y="73"/>
                    <a:pt x="55" y="73"/>
                    <a:pt x="58" y="76"/>
                  </a:cubicBezTo>
                  <a:cubicBezTo>
                    <a:pt x="58" y="76"/>
                    <a:pt x="58" y="76"/>
                    <a:pt x="58" y="76"/>
                  </a:cubicBezTo>
                  <a:cubicBezTo>
                    <a:pt x="60" y="80"/>
                    <a:pt x="59" y="84"/>
                    <a:pt x="56" y="86"/>
                  </a:cubicBezTo>
                  <a:cubicBezTo>
                    <a:pt x="56" y="86"/>
                    <a:pt x="56" y="86"/>
                    <a:pt x="56" y="86"/>
                  </a:cubicBezTo>
                  <a:cubicBezTo>
                    <a:pt x="55" y="87"/>
                    <a:pt x="53" y="88"/>
                    <a:pt x="52" y="88"/>
                  </a:cubicBezTo>
                  <a:cubicBezTo>
                    <a:pt x="52" y="88"/>
                    <a:pt x="52" y="88"/>
                    <a:pt x="52" y="88"/>
                  </a:cubicBezTo>
                  <a:cubicBezTo>
                    <a:pt x="50" y="88"/>
                    <a:pt x="48" y="87"/>
                    <a:pt x="46" y="85"/>
                  </a:cubicBezTo>
                  <a:close/>
                  <a:moveTo>
                    <a:pt x="22" y="49"/>
                  </a:moveTo>
                  <a:cubicBezTo>
                    <a:pt x="22" y="49"/>
                    <a:pt x="22" y="49"/>
                    <a:pt x="22" y="49"/>
                  </a:cubicBezTo>
                  <a:cubicBezTo>
                    <a:pt x="22" y="49"/>
                    <a:pt x="22" y="49"/>
                    <a:pt x="22" y="49"/>
                  </a:cubicBezTo>
                  <a:cubicBezTo>
                    <a:pt x="20" y="46"/>
                    <a:pt x="22" y="41"/>
                    <a:pt x="25" y="39"/>
                  </a:cubicBezTo>
                  <a:cubicBezTo>
                    <a:pt x="25" y="39"/>
                    <a:pt x="25" y="39"/>
                    <a:pt x="25" y="39"/>
                  </a:cubicBezTo>
                  <a:cubicBezTo>
                    <a:pt x="28" y="37"/>
                    <a:pt x="32" y="38"/>
                    <a:pt x="34" y="42"/>
                  </a:cubicBezTo>
                  <a:cubicBezTo>
                    <a:pt x="34" y="42"/>
                    <a:pt x="34" y="42"/>
                    <a:pt x="34" y="42"/>
                  </a:cubicBezTo>
                  <a:cubicBezTo>
                    <a:pt x="36" y="45"/>
                    <a:pt x="35" y="49"/>
                    <a:pt x="32" y="51"/>
                  </a:cubicBezTo>
                  <a:cubicBezTo>
                    <a:pt x="32" y="51"/>
                    <a:pt x="32" y="51"/>
                    <a:pt x="32" y="51"/>
                  </a:cubicBezTo>
                  <a:cubicBezTo>
                    <a:pt x="31" y="52"/>
                    <a:pt x="30" y="52"/>
                    <a:pt x="28" y="52"/>
                  </a:cubicBezTo>
                  <a:cubicBezTo>
                    <a:pt x="28" y="52"/>
                    <a:pt x="28" y="52"/>
                    <a:pt x="28" y="52"/>
                  </a:cubicBezTo>
                  <a:cubicBezTo>
                    <a:pt x="26" y="52"/>
                    <a:pt x="24" y="51"/>
                    <a:pt x="22" y="49"/>
                  </a:cubicBezTo>
                  <a:close/>
                  <a:moveTo>
                    <a:pt x="2" y="11"/>
                  </a:moveTo>
                  <a:cubicBezTo>
                    <a:pt x="0" y="8"/>
                    <a:pt x="1" y="4"/>
                    <a:pt x="5" y="2"/>
                  </a:cubicBezTo>
                  <a:cubicBezTo>
                    <a:pt x="5" y="2"/>
                    <a:pt x="5" y="2"/>
                    <a:pt x="5" y="2"/>
                  </a:cubicBezTo>
                  <a:cubicBezTo>
                    <a:pt x="8" y="0"/>
                    <a:pt x="12" y="2"/>
                    <a:pt x="14" y="5"/>
                  </a:cubicBezTo>
                  <a:cubicBezTo>
                    <a:pt x="14" y="5"/>
                    <a:pt x="14" y="5"/>
                    <a:pt x="14" y="5"/>
                  </a:cubicBezTo>
                  <a:cubicBezTo>
                    <a:pt x="16" y="9"/>
                    <a:pt x="15" y="13"/>
                    <a:pt x="11" y="14"/>
                  </a:cubicBezTo>
                  <a:cubicBezTo>
                    <a:pt x="11" y="14"/>
                    <a:pt x="11" y="14"/>
                    <a:pt x="11" y="14"/>
                  </a:cubicBezTo>
                  <a:cubicBezTo>
                    <a:pt x="10" y="15"/>
                    <a:pt x="9" y="15"/>
                    <a:pt x="8" y="15"/>
                  </a:cubicBezTo>
                  <a:cubicBezTo>
                    <a:pt x="8" y="15"/>
                    <a:pt x="8" y="15"/>
                    <a:pt x="8" y="15"/>
                  </a:cubicBezTo>
                  <a:cubicBezTo>
                    <a:pt x="5" y="15"/>
                    <a:pt x="3" y="14"/>
                    <a:pt x="2" y="11"/>
                  </a:cubicBezTo>
                  <a:close/>
                </a:path>
              </a:pathLst>
            </a:custGeom>
            <a:solidFill>
              <a:schemeClr val="accent1">
                <a:lumMod val="40000"/>
                <a:lumOff val="60000"/>
              </a:schemeClr>
            </a:solidFill>
            <a:ln>
              <a:noFill/>
            </a:ln>
          </p:spPr>
          <p:txBody>
            <a:bodyPr vert="horz" wrap="square" lIns="45720" tIns="22860" rIns="45720" bIns="22860" numCol="1" anchor="t" anchorCtr="0" compatLnSpc="1"/>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fontAlgn="base">
                <a:spcBef>
                  <a:spcPct val="0"/>
                </a:spcBef>
                <a:spcAft>
                  <a:spcPct val="0"/>
                </a:spcAft>
              </a:pPr>
              <a:endParaRPr lang="ru-RU" sz="900" b="1">
                <a:solidFill>
                  <a:srgbClr val="000000"/>
                </a:solidFill>
                <a:sym typeface="Helvetica Neue" pitchFamily="2" charset="0"/>
              </a:endParaRPr>
            </a:p>
          </p:txBody>
        </p:sp>
        <p:grpSp>
          <p:nvGrpSpPr>
            <p:cNvPr id="89" name="Group 88"/>
            <p:cNvGrpSpPr/>
            <p:nvPr/>
          </p:nvGrpSpPr>
          <p:grpSpPr>
            <a:xfrm>
              <a:off x="7833976" y="6047035"/>
              <a:ext cx="639720" cy="558954"/>
              <a:chOff x="4090988" y="2763838"/>
              <a:chExt cx="293688" cy="293688"/>
            </a:xfrm>
          </p:grpSpPr>
          <p:sp>
            <p:nvSpPr>
              <p:cNvPr id="105" name="Freeform 104"/>
              <p:cNvSpPr/>
              <p:nvPr/>
            </p:nvSpPr>
            <p:spPr bwMode="auto">
              <a:xfrm>
                <a:off x="4159250" y="2832100"/>
                <a:ext cx="155575" cy="157163"/>
              </a:xfrm>
              <a:custGeom>
                <a:avLst/>
                <a:gdLst>
                  <a:gd name="T0" fmla="*/ 26 w 41"/>
                  <a:gd name="T1" fmla="*/ 38 h 41"/>
                  <a:gd name="T2" fmla="*/ 3 w 41"/>
                  <a:gd name="T3" fmla="*/ 26 h 41"/>
                  <a:gd name="T4" fmla="*/ 15 w 41"/>
                  <a:gd name="T5" fmla="*/ 3 h 41"/>
                  <a:gd name="T6" fmla="*/ 38 w 41"/>
                  <a:gd name="T7" fmla="*/ 15 h 41"/>
                  <a:gd name="T8" fmla="*/ 26 w 41"/>
                  <a:gd name="T9" fmla="*/ 38 h 41"/>
                </a:gdLst>
                <a:ahLst/>
                <a:cxnLst>
                  <a:cxn ang="0">
                    <a:pos x="T0" y="T1"/>
                  </a:cxn>
                  <a:cxn ang="0">
                    <a:pos x="T2" y="T3"/>
                  </a:cxn>
                  <a:cxn ang="0">
                    <a:pos x="T4" y="T5"/>
                  </a:cxn>
                  <a:cxn ang="0">
                    <a:pos x="T6" y="T7"/>
                  </a:cxn>
                  <a:cxn ang="0">
                    <a:pos x="T8" y="T9"/>
                  </a:cxn>
                </a:cxnLst>
                <a:rect l="0" t="0" r="r" b="b"/>
                <a:pathLst>
                  <a:path w="41" h="41">
                    <a:moveTo>
                      <a:pt x="26" y="38"/>
                    </a:moveTo>
                    <a:cubicBezTo>
                      <a:pt x="17" y="41"/>
                      <a:pt x="6" y="36"/>
                      <a:pt x="3" y="26"/>
                    </a:cubicBezTo>
                    <a:cubicBezTo>
                      <a:pt x="0" y="16"/>
                      <a:pt x="5" y="6"/>
                      <a:pt x="15" y="3"/>
                    </a:cubicBezTo>
                    <a:cubicBezTo>
                      <a:pt x="24" y="0"/>
                      <a:pt x="35" y="5"/>
                      <a:pt x="38" y="15"/>
                    </a:cubicBezTo>
                    <a:cubicBezTo>
                      <a:pt x="41" y="24"/>
                      <a:pt x="36" y="35"/>
                      <a:pt x="26" y="38"/>
                    </a:cubicBezTo>
                    <a:close/>
                  </a:path>
                </a:pathLst>
              </a:custGeom>
              <a:solidFill>
                <a:schemeClr val="accent1"/>
              </a:solidFill>
              <a:ln>
                <a:solidFill>
                  <a:schemeClr val="accent1"/>
                </a:solidFill>
              </a:ln>
            </p:spPr>
            <p:txBody>
              <a:bodyPr vert="horz" wrap="square" lIns="45720" tIns="22860" rIns="45720" bIns="22860" numCol="1" anchor="t" anchorCtr="0" compatLnSpc="1"/>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fontAlgn="base">
                  <a:spcBef>
                    <a:spcPct val="0"/>
                  </a:spcBef>
                  <a:spcAft>
                    <a:spcPct val="0"/>
                  </a:spcAft>
                </a:pPr>
                <a:endParaRPr lang="ru-RU" sz="900" b="1">
                  <a:solidFill>
                    <a:srgbClr val="000000"/>
                  </a:solidFill>
                  <a:sym typeface="Helvetica Neue" pitchFamily="2" charset="0"/>
                </a:endParaRPr>
              </a:p>
            </p:txBody>
          </p:sp>
          <p:sp>
            <p:nvSpPr>
              <p:cNvPr id="106" name="Freeform 105"/>
              <p:cNvSpPr/>
              <p:nvPr/>
            </p:nvSpPr>
            <p:spPr bwMode="auto">
              <a:xfrm>
                <a:off x="4090988" y="2763838"/>
                <a:ext cx="293688" cy="293688"/>
              </a:xfrm>
              <a:custGeom>
                <a:avLst/>
                <a:gdLst>
                  <a:gd name="T0" fmla="*/ 49 w 77"/>
                  <a:gd name="T1" fmla="*/ 71 h 77"/>
                  <a:gd name="T2" fmla="*/ 6 w 77"/>
                  <a:gd name="T3" fmla="*/ 49 h 77"/>
                  <a:gd name="T4" fmla="*/ 28 w 77"/>
                  <a:gd name="T5" fmla="*/ 6 h 77"/>
                  <a:gd name="T6" fmla="*/ 71 w 77"/>
                  <a:gd name="T7" fmla="*/ 28 h 77"/>
                  <a:gd name="T8" fmla="*/ 49 w 77"/>
                  <a:gd name="T9" fmla="*/ 71 h 77"/>
                </a:gdLst>
                <a:ahLst/>
                <a:cxnLst>
                  <a:cxn ang="0">
                    <a:pos x="T0" y="T1"/>
                  </a:cxn>
                  <a:cxn ang="0">
                    <a:pos x="T2" y="T3"/>
                  </a:cxn>
                  <a:cxn ang="0">
                    <a:pos x="T4" y="T5"/>
                  </a:cxn>
                  <a:cxn ang="0">
                    <a:pos x="T6" y="T7"/>
                  </a:cxn>
                  <a:cxn ang="0">
                    <a:pos x="T8" y="T9"/>
                  </a:cxn>
                </a:cxnLst>
                <a:rect l="0" t="0" r="r" b="b"/>
                <a:pathLst>
                  <a:path w="77" h="77">
                    <a:moveTo>
                      <a:pt x="49" y="71"/>
                    </a:moveTo>
                    <a:cubicBezTo>
                      <a:pt x="31" y="77"/>
                      <a:pt x="12" y="67"/>
                      <a:pt x="6" y="49"/>
                    </a:cubicBezTo>
                    <a:cubicBezTo>
                      <a:pt x="0" y="31"/>
                      <a:pt x="10" y="12"/>
                      <a:pt x="28" y="6"/>
                    </a:cubicBezTo>
                    <a:cubicBezTo>
                      <a:pt x="46" y="0"/>
                      <a:pt x="65" y="10"/>
                      <a:pt x="71" y="28"/>
                    </a:cubicBezTo>
                    <a:cubicBezTo>
                      <a:pt x="77" y="46"/>
                      <a:pt x="67" y="65"/>
                      <a:pt x="49" y="71"/>
                    </a:cubicBezTo>
                    <a:close/>
                  </a:path>
                </a:pathLst>
              </a:custGeom>
              <a:noFill/>
              <a:ln w="46038"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fontAlgn="base">
                  <a:spcBef>
                    <a:spcPct val="0"/>
                  </a:spcBef>
                  <a:spcAft>
                    <a:spcPct val="0"/>
                  </a:spcAft>
                </a:pPr>
                <a:endParaRPr lang="ru-RU" sz="900" b="1">
                  <a:solidFill>
                    <a:srgbClr val="000000"/>
                  </a:solidFill>
                  <a:sym typeface="Helvetica Neue" pitchFamily="2" charset="0"/>
                </a:endParaRPr>
              </a:p>
            </p:txBody>
          </p:sp>
        </p:grpSp>
      </p:grpSp>
      <p:sp>
        <p:nvSpPr>
          <p:cNvPr id="126" name="Scrum THEORY"/>
          <p:cNvSpPr txBox="1"/>
          <p:nvPr/>
        </p:nvSpPr>
        <p:spPr>
          <a:xfrm>
            <a:off x="1917121" y="418979"/>
            <a:ext cx="8000588" cy="666849"/>
          </a:xfrm>
          <a:prstGeom prst="rect">
            <a:avLst/>
          </a:prstGeom>
          <a:ln w="12700">
            <a:miter lim="400000"/>
          </a:ln>
        </p:spPr>
        <p:txBody>
          <a:bodyPr wrap="none" lIns="25400" tIns="25400" rIns="25400" bIns="25400" anchor="ctr">
            <a:spAutoFit/>
          </a:bodyPr>
          <a:lstStyle>
            <a:lvl1pPr algn="l">
              <a:defRPr sz="8000" cap="all">
                <a:latin typeface="Arial" panose="020B0604020202020204"/>
                <a:ea typeface="Arial" panose="020B0604020202020204"/>
                <a:cs typeface="Arial" panose="020B0604020202020204"/>
                <a:sym typeface="Arial" panose="020B0604020202020204"/>
              </a:defRPr>
            </a:lvl1pPr>
          </a:lstStyle>
          <a:p>
            <a:pPr defTabSz="412750" eaLnBrk="0" fontAlgn="base" hangingPunct="0">
              <a:spcBef>
                <a:spcPct val="0"/>
              </a:spcBef>
              <a:spcAft>
                <a:spcPct val="0"/>
              </a:spcAft>
            </a:pPr>
            <a:r>
              <a:rPr lang="en-US" sz="3000" b="1" dirty="0">
                <a:solidFill>
                  <a:srgbClr val="173A79">
                    <a:lumMod val="60000"/>
                    <a:lumOff val="40000"/>
                  </a:srgbClr>
                </a:solidFill>
              </a:rPr>
              <a:t>Most popular</a:t>
            </a:r>
            <a:r>
              <a:rPr sz="4000" b="1" dirty="0">
                <a:solidFill>
                  <a:srgbClr val="000000"/>
                </a:solidFill>
              </a:rPr>
              <a:t> </a:t>
            </a:r>
            <a:r>
              <a:rPr lang="en-US" sz="3000" b="1" dirty="0">
                <a:solidFill>
                  <a:srgbClr val="60C8C6"/>
                </a:solidFill>
              </a:rPr>
              <a:t>agile methodologies</a:t>
            </a:r>
            <a:endParaRPr sz="3000" b="1" dirty="0">
              <a:solidFill>
                <a:srgbClr val="60C8C6"/>
              </a:solidFill>
            </a:endParaRPr>
          </a:p>
        </p:txBody>
      </p:sp>
      <p:grpSp>
        <p:nvGrpSpPr>
          <p:cNvPr id="40" name="Group 39"/>
          <p:cNvGrpSpPr/>
          <p:nvPr/>
        </p:nvGrpSpPr>
        <p:grpSpPr>
          <a:xfrm>
            <a:off x="2126780" y="2473389"/>
            <a:ext cx="1594111" cy="1747721"/>
            <a:chOff x="4279214" y="4944518"/>
            <a:chExt cx="3188221" cy="3495441"/>
          </a:xfrm>
        </p:grpSpPr>
        <p:grpSp>
          <p:nvGrpSpPr>
            <p:cNvPr id="22" name="Group 21"/>
            <p:cNvGrpSpPr/>
            <p:nvPr/>
          </p:nvGrpSpPr>
          <p:grpSpPr>
            <a:xfrm>
              <a:off x="4279214" y="5802303"/>
              <a:ext cx="3188221" cy="2637656"/>
              <a:chOff x="4279214" y="5802303"/>
              <a:chExt cx="3188221" cy="2637656"/>
            </a:xfrm>
          </p:grpSpPr>
          <p:sp>
            <p:nvSpPr>
              <p:cNvPr id="95" name="Freeform 94"/>
              <p:cNvSpPr/>
              <p:nvPr/>
            </p:nvSpPr>
            <p:spPr bwMode="auto">
              <a:xfrm>
                <a:off x="4279214" y="5802303"/>
                <a:ext cx="3188221" cy="2637656"/>
              </a:xfrm>
              <a:custGeom>
                <a:avLst/>
                <a:gdLst>
                  <a:gd name="T0" fmla="*/ 234 w 385"/>
                  <a:gd name="T1" fmla="*/ 336 h 364"/>
                  <a:gd name="T2" fmla="*/ 28 w 385"/>
                  <a:gd name="T3" fmla="*/ 231 h 364"/>
                  <a:gd name="T4" fmla="*/ 133 w 385"/>
                  <a:gd name="T5" fmla="*/ 24 h 364"/>
                  <a:gd name="T6" fmla="*/ 327 w 385"/>
                  <a:gd name="T7" fmla="*/ 102 h 364"/>
                  <a:gd name="T8" fmla="*/ 385 w 385"/>
                  <a:gd name="T9" fmla="*/ 114 h 364"/>
                  <a:gd name="T10" fmla="*/ 346 w 385"/>
                  <a:gd name="T11" fmla="*/ 158 h 364"/>
                  <a:gd name="T12" fmla="*/ 234 w 385"/>
                  <a:gd name="T13" fmla="*/ 336 h 364"/>
                </a:gdLst>
                <a:ahLst/>
                <a:cxnLst>
                  <a:cxn ang="0">
                    <a:pos x="T0" y="T1"/>
                  </a:cxn>
                  <a:cxn ang="0">
                    <a:pos x="T2" y="T3"/>
                  </a:cxn>
                  <a:cxn ang="0">
                    <a:pos x="T4" y="T5"/>
                  </a:cxn>
                  <a:cxn ang="0">
                    <a:pos x="T6" y="T7"/>
                  </a:cxn>
                  <a:cxn ang="0">
                    <a:pos x="T8" y="T9"/>
                  </a:cxn>
                  <a:cxn ang="0">
                    <a:pos x="T10" y="T11"/>
                  </a:cxn>
                  <a:cxn ang="0">
                    <a:pos x="T12" y="T13"/>
                  </a:cxn>
                </a:cxnLst>
                <a:rect l="0" t="0" r="r" b="b"/>
                <a:pathLst>
                  <a:path w="385" h="364">
                    <a:moveTo>
                      <a:pt x="234" y="336"/>
                    </a:moveTo>
                    <a:cubicBezTo>
                      <a:pt x="148" y="364"/>
                      <a:pt x="56" y="317"/>
                      <a:pt x="28" y="231"/>
                    </a:cubicBezTo>
                    <a:cubicBezTo>
                      <a:pt x="0" y="145"/>
                      <a:pt x="47" y="52"/>
                      <a:pt x="133" y="24"/>
                    </a:cubicBezTo>
                    <a:cubicBezTo>
                      <a:pt x="209" y="0"/>
                      <a:pt x="291" y="34"/>
                      <a:pt x="327" y="102"/>
                    </a:cubicBezTo>
                    <a:cubicBezTo>
                      <a:pt x="385" y="114"/>
                      <a:pt x="385" y="114"/>
                      <a:pt x="385" y="114"/>
                    </a:cubicBezTo>
                    <a:cubicBezTo>
                      <a:pt x="346" y="158"/>
                      <a:pt x="346" y="158"/>
                      <a:pt x="346" y="158"/>
                    </a:cubicBezTo>
                    <a:cubicBezTo>
                      <a:pt x="356" y="235"/>
                      <a:pt x="310" y="311"/>
                      <a:pt x="234" y="336"/>
                    </a:cubicBezTo>
                    <a:close/>
                  </a:path>
                </a:pathLst>
              </a:custGeom>
              <a:solidFill>
                <a:schemeClr val="accent6"/>
              </a:solidFill>
              <a:ln>
                <a:noFill/>
              </a:ln>
              <a:effectLst>
                <a:outerShdw blurRad="254000" dist="190500" dir="2400000" sx="94000" sy="94000" algn="ctr" rotWithShape="0">
                  <a:schemeClr val="accent3">
                    <a:alpha val="38000"/>
                  </a:schemeClr>
                </a:outerShdw>
              </a:effectLst>
              <a:extLst>
                <a:ext uri="{91240B29-F687-4F45-9708-019B960494DF}">
                  <a14:hiddenLine xmlns:a14="http://schemas.microsoft.com/office/drawing/2010/main" w="9525">
                    <a:solidFill>
                      <a:srgbClr val="000000"/>
                    </a:solidFill>
                    <a:round/>
                  </a14:hiddenLine>
                </a:ext>
              </a:extLst>
            </p:spPr>
            <p:txBody>
              <a:bodyPr vert="horz" wrap="square" lIns="45720" tIns="22860" rIns="45720" bIns="22860" numCol="1" anchor="t" anchorCtr="0" compatLnSpc="1">
                <a:no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fontAlgn="base">
                  <a:spcBef>
                    <a:spcPct val="0"/>
                  </a:spcBef>
                  <a:spcAft>
                    <a:spcPct val="0"/>
                  </a:spcAft>
                </a:pPr>
                <a:endParaRPr lang="ru-RU" sz="900" b="1">
                  <a:solidFill>
                    <a:srgbClr val="000000"/>
                  </a:solidFill>
                  <a:sym typeface="Helvetica Neue" pitchFamily="2" charset="0"/>
                </a:endParaRPr>
              </a:p>
            </p:txBody>
          </p:sp>
          <p:pic>
            <p:nvPicPr>
              <p:cNvPr id="17" name="Picture 1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082300" y="6429797"/>
                <a:ext cx="1324982" cy="1324982"/>
              </a:xfrm>
              <a:prstGeom prst="rect">
                <a:avLst/>
              </a:prstGeom>
            </p:spPr>
          </p:pic>
        </p:grpSp>
        <p:sp>
          <p:nvSpPr>
            <p:cNvPr id="133" name="TextBox 132"/>
            <p:cNvSpPr txBox="1"/>
            <p:nvPr/>
          </p:nvSpPr>
          <p:spPr bwMode="auto">
            <a:xfrm flipH="1">
              <a:off x="5119138" y="4944518"/>
              <a:ext cx="2126697" cy="7181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spcFirstLastPara="1" lIns="25400" tIns="25400" rIns="25400" bIns="25400" spcCol="38100" anchor="ctr">
              <a:spAutoFit/>
            </a:bodyPr>
            <a:lstStyle/>
            <a:p>
              <a:pPr algn="ctr" defTabSz="412750" eaLnBrk="0" hangingPunct="0">
                <a:defRPr/>
              </a:pPr>
              <a:r>
                <a:rPr lang="en-US" sz="2000" b="1" dirty="0">
                  <a:solidFill>
                    <a:srgbClr val="173B77">
                      <a:lumMod val="60000"/>
                      <a:lumOff val="40000"/>
                    </a:srgbClr>
                  </a:solidFill>
                  <a:latin typeface="Arial" panose="020B0604020202020204" pitchFamily="34" charset="0"/>
                  <a:ea typeface="Helvetica Neue"/>
                  <a:cs typeface="Arial" panose="020B0604020202020204" pitchFamily="34" charset="0"/>
                  <a:sym typeface="Helvetica Neue"/>
                </a:rPr>
                <a:t>Scrum</a:t>
              </a:r>
              <a:endParaRPr lang="en-US" sz="2000" b="1" dirty="0">
                <a:solidFill>
                  <a:srgbClr val="173B77">
                    <a:lumMod val="60000"/>
                    <a:lumOff val="40000"/>
                  </a:srgbClr>
                </a:solidFill>
                <a:latin typeface="Arial" panose="020B0604020202020204" pitchFamily="34" charset="0"/>
                <a:ea typeface="Helvetica Neue"/>
                <a:cs typeface="Arial" panose="020B0604020202020204" pitchFamily="34" charset="0"/>
                <a:sym typeface="Helvetica Neue"/>
              </a:endParaRPr>
            </a:p>
          </p:txBody>
        </p:sp>
      </p:grpSp>
      <p:grpSp>
        <p:nvGrpSpPr>
          <p:cNvPr id="42" name="Group 41"/>
          <p:cNvGrpSpPr/>
          <p:nvPr/>
        </p:nvGrpSpPr>
        <p:grpSpPr>
          <a:xfrm>
            <a:off x="3302480" y="4054879"/>
            <a:ext cx="1512850" cy="1596850"/>
            <a:chOff x="6630613" y="8107497"/>
            <a:chExt cx="3025699" cy="3193699"/>
          </a:xfrm>
        </p:grpSpPr>
        <p:grpSp>
          <p:nvGrpSpPr>
            <p:cNvPr id="23" name="Group 22"/>
            <p:cNvGrpSpPr/>
            <p:nvPr/>
          </p:nvGrpSpPr>
          <p:grpSpPr>
            <a:xfrm>
              <a:off x="6630613" y="8642391"/>
              <a:ext cx="3025699" cy="2658805"/>
              <a:chOff x="6630613" y="8642391"/>
              <a:chExt cx="3025699" cy="2658805"/>
            </a:xfrm>
          </p:grpSpPr>
          <p:sp>
            <p:nvSpPr>
              <p:cNvPr id="94" name="Freeform 93"/>
              <p:cNvSpPr/>
              <p:nvPr/>
            </p:nvSpPr>
            <p:spPr bwMode="auto">
              <a:xfrm>
                <a:off x="6630613" y="8642391"/>
                <a:ext cx="3025699" cy="2658805"/>
              </a:xfrm>
              <a:custGeom>
                <a:avLst/>
                <a:gdLst>
                  <a:gd name="T0" fmla="*/ 318 w 365"/>
                  <a:gd name="T1" fmla="*/ 278 h 367"/>
                  <a:gd name="T2" fmla="*/ 89 w 365"/>
                  <a:gd name="T3" fmla="*/ 314 h 367"/>
                  <a:gd name="T4" fmla="*/ 53 w 365"/>
                  <a:gd name="T5" fmla="*/ 85 h 367"/>
                  <a:gd name="T6" fmla="*/ 256 w 365"/>
                  <a:gd name="T7" fmla="*/ 34 h 367"/>
                  <a:gd name="T8" fmla="*/ 310 w 365"/>
                  <a:gd name="T9" fmla="*/ 10 h 367"/>
                  <a:gd name="T10" fmla="*/ 304 w 365"/>
                  <a:gd name="T11" fmla="*/ 69 h 367"/>
                  <a:gd name="T12" fmla="*/ 318 w 365"/>
                  <a:gd name="T13" fmla="*/ 278 h 367"/>
                </a:gdLst>
                <a:ahLst/>
                <a:cxnLst>
                  <a:cxn ang="0">
                    <a:pos x="T0" y="T1"/>
                  </a:cxn>
                  <a:cxn ang="0">
                    <a:pos x="T2" y="T3"/>
                  </a:cxn>
                  <a:cxn ang="0">
                    <a:pos x="T4" y="T5"/>
                  </a:cxn>
                  <a:cxn ang="0">
                    <a:pos x="T6" y="T7"/>
                  </a:cxn>
                  <a:cxn ang="0">
                    <a:pos x="T8" y="T9"/>
                  </a:cxn>
                  <a:cxn ang="0">
                    <a:pos x="T10" y="T11"/>
                  </a:cxn>
                  <a:cxn ang="0">
                    <a:pos x="T12" y="T13"/>
                  </a:cxn>
                </a:cxnLst>
                <a:rect l="0" t="0" r="r" b="b"/>
                <a:pathLst>
                  <a:path w="365" h="367">
                    <a:moveTo>
                      <a:pt x="318" y="278"/>
                    </a:moveTo>
                    <a:cubicBezTo>
                      <a:pt x="265" y="351"/>
                      <a:pt x="162" y="367"/>
                      <a:pt x="89" y="314"/>
                    </a:cubicBezTo>
                    <a:cubicBezTo>
                      <a:pt x="16" y="261"/>
                      <a:pt x="0" y="159"/>
                      <a:pt x="53" y="85"/>
                    </a:cubicBezTo>
                    <a:cubicBezTo>
                      <a:pt x="100" y="20"/>
                      <a:pt x="186" y="0"/>
                      <a:pt x="256" y="34"/>
                    </a:cubicBezTo>
                    <a:cubicBezTo>
                      <a:pt x="310" y="10"/>
                      <a:pt x="310" y="10"/>
                      <a:pt x="310" y="10"/>
                    </a:cubicBezTo>
                    <a:cubicBezTo>
                      <a:pt x="304" y="69"/>
                      <a:pt x="304" y="69"/>
                      <a:pt x="304" y="69"/>
                    </a:cubicBezTo>
                    <a:cubicBezTo>
                      <a:pt x="357" y="125"/>
                      <a:pt x="365" y="213"/>
                      <a:pt x="318" y="278"/>
                    </a:cubicBezTo>
                    <a:close/>
                  </a:path>
                </a:pathLst>
              </a:custGeom>
              <a:solidFill>
                <a:schemeClr val="accent6"/>
              </a:solidFill>
              <a:ln>
                <a:noFill/>
              </a:ln>
              <a:effectLst>
                <a:outerShdw blurRad="254000" dist="190500" dir="2400000" sx="94000" sy="94000" algn="ctr" rotWithShape="0">
                  <a:schemeClr val="accent6">
                    <a:alpha val="38000"/>
                  </a:schemeClr>
                </a:outerShdw>
              </a:effectLst>
            </p:spPr>
            <p:txBody>
              <a:bodyPr vert="horz" wrap="square" lIns="45720" tIns="22860" rIns="45720" bIns="22860" numCol="1" anchor="t" anchorCtr="0" compatLnSpc="1">
                <a:no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fontAlgn="base">
                  <a:spcBef>
                    <a:spcPct val="0"/>
                  </a:spcBef>
                  <a:spcAft>
                    <a:spcPct val="0"/>
                  </a:spcAft>
                </a:pPr>
                <a:endParaRPr lang="ru-RU" sz="900" b="1">
                  <a:solidFill>
                    <a:srgbClr val="000000"/>
                  </a:solidFill>
                  <a:sym typeface="Helvetica Neue" pitchFamily="2" charset="0"/>
                </a:endParaRPr>
              </a:p>
            </p:txBody>
          </p:sp>
          <p:pic>
            <p:nvPicPr>
              <p:cNvPr id="16" name="Picture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62644" y="9201345"/>
                <a:ext cx="1312889" cy="1312889"/>
              </a:xfrm>
              <a:prstGeom prst="rect">
                <a:avLst/>
              </a:prstGeom>
            </p:spPr>
          </p:pic>
        </p:grpSp>
        <p:sp>
          <p:nvSpPr>
            <p:cNvPr id="134" name="TextBox 133"/>
            <p:cNvSpPr txBox="1"/>
            <p:nvPr/>
          </p:nvSpPr>
          <p:spPr bwMode="auto">
            <a:xfrm flipH="1">
              <a:off x="6793749" y="8107497"/>
              <a:ext cx="2475487" cy="7181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spcFirstLastPara="1" lIns="25400" tIns="25400" rIns="25400" bIns="25400" spcCol="38100" anchor="ctr">
              <a:spAutoFit/>
            </a:bodyPr>
            <a:lstStyle/>
            <a:p>
              <a:pPr algn="ctr" defTabSz="412750" eaLnBrk="0" hangingPunct="0">
                <a:defRPr/>
              </a:pPr>
              <a:r>
                <a:rPr lang="en-US" sz="2000" b="1" dirty="0">
                  <a:solidFill>
                    <a:srgbClr val="173B77">
                      <a:lumMod val="60000"/>
                      <a:lumOff val="40000"/>
                    </a:srgbClr>
                  </a:solidFill>
                  <a:latin typeface="Arial" panose="020B0604020202020204" pitchFamily="34" charset="0"/>
                  <a:ea typeface="Helvetica Neue"/>
                  <a:cs typeface="Arial" panose="020B0604020202020204" pitchFamily="34" charset="0"/>
                  <a:sym typeface="Helvetica Neue"/>
                </a:rPr>
                <a:t>Kanban</a:t>
              </a:r>
              <a:endParaRPr lang="en-US" sz="2000" b="1" dirty="0">
                <a:solidFill>
                  <a:srgbClr val="173B77">
                    <a:lumMod val="60000"/>
                    <a:lumOff val="40000"/>
                  </a:srgbClr>
                </a:solidFill>
                <a:latin typeface="Arial" panose="020B0604020202020204" pitchFamily="34" charset="0"/>
                <a:ea typeface="Helvetica Neue"/>
                <a:cs typeface="Arial" panose="020B0604020202020204" pitchFamily="34" charset="0"/>
                <a:sym typeface="Helvetica Neue"/>
              </a:endParaRPr>
            </a:p>
          </p:txBody>
        </p:sp>
      </p:grpSp>
      <p:grpSp>
        <p:nvGrpSpPr>
          <p:cNvPr id="123" name="Group 122"/>
          <p:cNvGrpSpPr/>
          <p:nvPr/>
        </p:nvGrpSpPr>
        <p:grpSpPr>
          <a:xfrm>
            <a:off x="4878366" y="4636560"/>
            <a:ext cx="1885512" cy="1483480"/>
            <a:chOff x="9782386" y="9270860"/>
            <a:chExt cx="3771023" cy="2966960"/>
          </a:xfrm>
        </p:grpSpPr>
        <p:grpSp>
          <p:nvGrpSpPr>
            <p:cNvPr id="24" name="Group 23"/>
            <p:cNvGrpSpPr/>
            <p:nvPr/>
          </p:nvGrpSpPr>
          <p:grpSpPr>
            <a:xfrm>
              <a:off x="10835468" y="9512545"/>
              <a:ext cx="2717941" cy="2725275"/>
              <a:chOff x="10835468" y="9512545"/>
              <a:chExt cx="2717941" cy="2725275"/>
            </a:xfrm>
          </p:grpSpPr>
          <p:sp>
            <p:nvSpPr>
              <p:cNvPr id="92" name="Freeform 91"/>
              <p:cNvSpPr/>
              <p:nvPr/>
            </p:nvSpPr>
            <p:spPr bwMode="auto">
              <a:xfrm>
                <a:off x="10835468" y="9512545"/>
                <a:ext cx="2717941" cy="2725275"/>
              </a:xfrm>
              <a:custGeom>
                <a:avLst/>
                <a:gdLst>
                  <a:gd name="T0" fmla="*/ 0 w 328"/>
                  <a:gd name="T1" fmla="*/ 212 h 376"/>
                  <a:gd name="T2" fmla="*/ 164 w 328"/>
                  <a:gd name="T3" fmla="*/ 376 h 376"/>
                  <a:gd name="T4" fmla="*/ 328 w 328"/>
                  <a:gd name="T5" fmla="*/ 212 h 376"/>
                  <a:gd name="T6" fmla="*/ 193 w 328"/>
                  <a:gd name="T7" fmla="*/ 51 h 376"/>
                  <a:gd name="T8" fmla="*/ 164 w 328"/>
                  <a:gd name="T9" fmla="*/ 0 h 376"/>
                  <a:gd name="T10" fmla="*/ 134 w 328"/>
                  <a:gd name="T11" fmla="*/ 51 h 376"/>
                  <a:gd name="T12" fmla="*/ 0 w 328"/>
                  <a:gd name="T13" fmla="*/ 212 h 376"/>
                </a:gdLst>
                <a:ahLst/>
                <a:cxnLst>
                  <a:cxn ang="0">
                    <a:pos x="T0" y="T1"/>
                  </a:cxn>
                  <a:cxn ang="0">
                    <a:pos x="T2" y="T3"/>
                  </a:cxn>
                  <a:cxn ang="0">
                    <a:pos x="T4" y="T5"/>
                  </a:cxn>
                  <a:cxn ang="0">
                    <a:pos x="T6" y="T7"/>
                  </a:cxn>
                  <a:cxn ang="0">
                    <a:pos x="T8" y="T9"/>
                  </a:cxn>
                  <a:cxn ang="0">
                    <a:pos x="T10" y="T11"/>
                  </a:cxn>
                  <a:cxn ang="0">
                    <a:pos x="T12" y="T13"/>
                  </a:cxn>
                </a:cxnLst>
                <a:rect l="0" t="0" r="r" b="b"/>
                <a:pathLst>
                  <a:path w="328" h="376">
                    <a:moveTo>
                      <a:pt x="0" y="212"/>
                    </a:moveTo>
                    <a:cubicBezTo>
                      <a:pt x="0" y="302"/>
                      <a:pt x="73" y="376"/>
                      <a:pt x="164" y="376"/>
                    </a:cubicBezTo>
                    <a:cubicBezTo>
                      <a:pt x="254" y="376"/>
                      <a:pt x="328" y="302"/>
                      <a:pt x="328" y="212"/>
                    </a:cubicBezTo>
                    <a:cubicBezTo>
                      <a:pt x="328" y="132"/>
                      <a:pt x="270" y="65"/>
                      <a:pt x="193" y="51"/>
                    </a:cubicBezTo>
                    <a:cubicBezTo>
                      <a:pt x="164" y="0"/>
                      <a:pt x="164" y="0"/>
                      <a:pt x="164" y="0"/>
                    </a:cubicBezTo>
                    <a:cubicBezTo>
                      <a:pt x="134" y="51"/>
                      <a:pt x="134" y="51"/>
                      <a:pt x="134" y="51"/>
                    </a:cubicBezTo>
                    <a:cubicBezTo>
                      <a:pt x="58" y="65"/>
                      <a:pt x="0" y="132"/>
                      <a:pt x="0" y="212"/>
                    </a:cubicBezTo>
                    <a:close/>
                  </a:path>
                </a:pathLst>
              </a:custGeom>
              <a:solidFill>
                <a:schemeClr val="accent6"/>
              </a:solidFill>
              <a:ln>
                <a:noFill/>
              </a:ln>
              <a:effectLst>
                <a:outerShdw blurRad="254000" dist="190500" dir="2400000" sx="94000" sy="94000" algn="ctr" rotWithShape="0">
                  <a:schemeClr val="accent3">
                    <a:alpha val="38000"/>
                  </a:schemeClr>
                </a:outerShdw>
              </a:effectLst>
              <a:extLst>
                <a:ext uri="{91240B29-F687-4F45-9708-019B960494DF}">
                  <a14:hiddenLine xmlns:a14="http://schemas.microsoft.com/office/drawing/2010/main" w="9525">
                    <a:solidFill>
                      <a:srgbClr val="000000"/>
                    </a:solidFill>
                    <a:round/>
                  </a14:hiddenLine>
                </a:ext>
              </a:extLst>
            </p:spPr>
            <p:txBody>
              <a:bodyPr vert="horz" wrap="square" lIns="45720" tIns="22860" rIns="45720" bIns="22860" numCol="1" anchor="t" anchorCtr="0" compatLnSpc="1">
                <a:no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fontAlgn="base">
                  <a:spcBef>
                    <a:spcPct val="0"/>
                  </a:spcBef>
                  <a:spcAft>
                    <a:spcPct val="0"/>
                  </a:spcAft>
                </a:pPr>
                <a:endParaRPr lang="ru-RU" sz="900" b="1">
                  <a:solidFill>
                    <a:srgbClr val="000000"/>
                  </a:solidFill>
                  <a:sym typeface="Helvetica Neue" pitchFamily="2" charset="0"/>
                </a:endParaRPr>
              </a:p>
            </p:txBody>
          </p:sp>
          <p:pic>
            <p:nvPicPr>
              <p:cNvPr id="18" name="Pictur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0800000" flipV="1">
                <a:off x="11406028" y="10373624"/>
                <a:ext cx="1461556" cy="1461556"/>
              </a:xfrm>
              <a:prstGeom prst="rect">
                <a:avLst/>
              </a:prstGeom>
            </p:spPr>
          </p:pic>
        </p:grpSp>
        <p:sp>
          <p:nvSpPr>
            <p:cNvPr id="135" name="TextBox 134"/>
            <p:cNvSpPr txBox="1"/>
            <p:nvPr/>
          </p:nvSpPr>
          <p:spPr bwMode="auto">
            <a:xfrm flipH="1">
              <a:off x="9782386" y="9270860"/>
              <a:ext cx="2560743" cy="7181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spcFirstLastPara="1" lIns="25400" tIns="25400" rIns="25400" bIns="25400" spcCol="38100" anchor="ctr">
              <a:spAutoFit/>
            </a:bodyPr>
            <a:lstStyle/>
            <a:p>
              <a:pPr algn="ctr" defTabSz="412750" eaLnBrk="0" hangingPunct="0">
                <a:defRPr/>
              </a:pPr>
              <a:r>
                <a:rPr lang="en-US" sz="2000" b="1" dirty="0">
                  <a:solidFill>
                    <a:srgbClr val="173B77">
                      <a:lumMod val="60000"/>
                      <a:lumOff val="40000"/>
                    </a:srgbClr>
                  </a:solidFill>
                  <a:latin typeface="Arial" panose="020B0604020202020204" pitchFamily="34" charset="0"/>
                  <a:ea typeface="Helvetica Neue"/>
                  <a:cs typeface="Arial" panose="020B0604020202020204" pitchFamily="34" charset="0"/>
                  <a:sym typeface="Helvetica Neue"/>
                </a:rPr>
                <a:t>Lean</a:t>
              </a:r>
              <a:endParaRPr lang="en-US" sz="2000" b="1" dirty="0">
                <a:solidFill>
                  <a:srgbClr val="173B77">
                    <a:lumMod val="60000"/>
                    <a:lumOff val="40000"/>
                  </a:srgbClr>
                </a:solidFill>
                <a:latin typeface="Arial" panose="020B0604020202020204" pitchFamily="34" charset="0"/>
                <a:ea typeface="Helvetica Neue"/>
                <a:cs typeface="Arial" panose="020B0604020202020204" pitchFamily="34" charset="0"/>
                <a:sym typeface="Helvetica Neue"/>
              </a:endParaRPr>
            </a:p>
          </p:txBody>
        </p:sp>
      </p:grpSp>
      <p:grpSp>
        <p:nvGrpSpPr>
          <p:cNvPr id="125" name="Group 124"/>
          <p:cNvGrpSpPr/>
          <p:nvPr/>
        </p:nvGrpSpPr>
        <p:grpSpPr>
          <a:xfrm>
            <a:off x="7348270" y="3992074"/>
            <a:ext cx="1795254" cy="1659654"/>
            <a:chOff x="14722193" y="7981888"/>
            <a:chExt cx="3590507" cy="3319308"/>
          </a:xfrm>
        </p:grpSpPr>
        <p:grpSp>
          <p:nvGrpSpPr>
            <p:cNvPr id="25" name="Group 24"/>
            <p:cNvGrpSpPr/>
            <p:nvPr/>
          </p:nvGrpSpPr>
          <p:grpSpPr>
            <a:xfrm>
              <a:off x="14722193" y="8642391"/>
              <a:ext cx="3032614" cy="2658805"/>
              <a:chOff x="14722193" y="8642391"/>
              <a:chExt cx="3032614" cy="2658805"/>
            </a:xfrm>
          </p:grpSpPr>
          <p:sp>
            <p:nvSpPr>
              <p:cNvPr id="91" name="Freeform 90"/>
              <p:cNvSpPr/>
              <p:nvPr/>
            </p:nvSpPr>
            <p:spPr bwMode="auto">
              <a:xfrm>
                <a:off x="14722193" y="8642391"/>
                <a:ext cx="3032614" cy="2658805"/>
              </a:xfrm>
              <a:custGeom>
                <a:avLst/>
                <a:gdLst>
                  <a:gd name="T0" fmla="*/ 48 w 366"/>
                  <a:gd name="T1" fmla="*/ 278 h 367"/>
                  <a:gd name="T2" fmla="*/ 276 w 366"/>
                  <a:gd name="T3" fmla="*/ 314 h 367"/>
                  <a:gd name="T4" fmla="*/ 313 w 366"/>
                  <a:gd name="T5" fmla="*/ 85 h 367"/>
                  <a:gd name="T6" fmla="*/ 109 w 366"/>
                  <a:gd name="T7" fmla="*/ 34 h 367"/>
                  <a:gd name="T8" fmla="*/ 55 w 366"/>
                  <a:gd name="T9" fmla="*/ 10 h 367"/>
                  <a:gd name="T10" fmla="*/ 62 w 366"/>
                  <a:gd name="T11" fmla="*/ 69 h 367"/>
                  <a:gd name="T12" fmla="*/ 48 w 366"/>
                  <a:gd name="T13" fmla="*/ 278 h 367"/>
                </a:gdLst>
                <a:ahLst/>
                <a:cxnLst>
                  <a:cxn ang="0">
                    <a:pos x="T0" y="T1"/>
                  </a:cxn>
                  <a:cxn ang="0">
                    <a:pos x="T2" y="T3"/>
                  </a:cxn>
                  <a:cxn ang="0">
                    <a:pos x="T4" y="T5"/>
                  </a:cxn>
                  <a:cxn ang="0">
                    <a:pos x="T6" y="T7"/>
                  </a:cxn>
                  <a:cxn ang="0">
                    <a:pos x="T8" y="T9"/>
                  </a:cxn>
                  <a:cxn ang="0">
                    <a:pos x="T10" y="T11"/>
                  </a:cxn>
                  <a:cxn ang="0">
                    <a:pos x="T12" y="T13"/>
                  </a:cxn>
                </a:cxnLst>
                <a:rect l="0" t="0" r="r" b="b"/>
                <a:pathLst>
                  <a:path w="366" h="367">
                    <a:moveTo>
                      <a:pt x="48" y="278"/>
                    </a:moveTo>
                    <a:cubicBezTo>
                      <a:pt x="101" y="351"/>
                      <a:pt x="203" y="367"/>
                      <a:pt x="276" y="314"/>
                    </a:cubicBezTo>
                    <a:cubicBezTo>
                      <a:pt x="350" y="261"/>
                      <a:pt x="366" y="159"/>
                      <a:pt x="313" y="85"/>
                    </a:cubicBezTo>
                    <a:cubicBezTo>
                      <a:pt x="265" y="20"/>
                      <a:pt x="179" y="0"/>
                      <a:pt x="109" y="34"/>
                    </a:cubicBezTo>
                    <a:cubicBezTo>
                      <a:pt x="55" y="10"/>
                      <a:pt x="55" y="10"/>
                      <a:pt x="55" y="10"/>
                    </a:cubicBezTo>
                    <a:cubicBezTo>
                      <a:pt x="62" y="69"/>
                      <a:pt x="62" y="69"/>
                      <a:pt x="62" y="69"/>
                    </a:cubicBezTo>
                    <a:cubicBezTo>
                      <a:pt x="8" y="125"/>
                      <a:pt x="0" y="213"/>
                      <a:pt x="48" y="278"/>
                    </a:cubicBezTo>
                    <a:close/>
                  </a:path>
                </a:pathLst>
              </a:custGeom>
              <a:solidFill>
                <a:schemeClr val="accent6"/>
              </a:solidFill>
              <a:ln>
                <a:noFill/>
              </a:ln>
              <a:effectLst>
                <a:outerShdw blurRad="254000" dist="190500" dir="2400000" sx="94000" sy="94000" algn="ctr" rotWithShape="0">
                  <a:schemeClr val="accent6">
                    <a:alpha val="38000"/>
                  </a:schemeClr>
                </a:outerShdw>
              </a:effectLst>
            </p:spPr>
            <p:txBody>
              <a:bodyPr vert="horz" wrap="square" lIns="45720" tIns="22860" rIns="45720" bIns="22860" numCol="1" anchor="t" anchorCtr="0" compatLnSpc="1">
                <a:no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fontAlgn="base">
                  <a:spcBef>
                    <a:spcPct val="0"/>
                  </a:spcBef>
                  <a:spcAft>
                    <a:spcPct val="0"/>
                  </a:spcAft>
                </a:pPr>
                <a:endParaRPr lang="ru-RU" sz="900" b="1">
                  <a:solidFill>
                    <a:srgbClr val="000000"/>
                  </a:solidFill>
                  <a:sym typeface="Helvetica Neue" pitchFamily="2" charset="0"/>
                </a:endParaRPr>
              </a:p>
            </p:txBody>
          </p:sp>
          <p:pic>
            <p:nvPicPr>
              <p:cNvPr id="20" name="Picture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588406" y="9285460"/>
                <a:ext cx="1372665" cy="1372665"/>
              </a:xfrm>
              <a:prstGeom prst="rect">
                <a:avLst/>
              </a:prstGeom>
            </p:spPr>
          </p:pic>
        </p:grpSp>
        <p:sp>
          <p:nvSpPr>
            <p:cNvPr id="136" name="TextBox 135"/>
            <p:cNvSpPr txBox="1"/>
            <p:nvPr/>
          </p:nvSpPr>
          <p:spPr bwMode="auto">
            <a:xfrm flipH="1">
              <a:off x="15059905" y="7981888"/>
              <a:ext cx="3252795" cy="7181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spcFirstLastPara="1" lIns="25400" tIns="25400" rIns="25400" bIns="25400" spcCol="38100" anchor="ctr">
              <a:spAutoFit/>
            </a:bodyPr>
            <a:lstStyle/>
            <a:p>
              <a:pPr algn="ctr" defTabSz="412750" eaLnBrk="0" hangingPunct="0">
                <a:defRPr/>
              </a:pPr>
              <a:r>
                <a:rPr lang="en-US" sz="2000" b="1" dirty="0" err="1">
                  <a:solidFill>
                    <a:srgbClr val="173B77">
                      <a:lumMod val="60000"/>
                      <a:lumOff val="40000"/>
                    </a:srgbClr>
                  </a:solidFill>
                  <a:latin typeface="Arial" panose="020B0604020202020204" pitchFamily="34" charset="0"/>
                  <a:ea typeface="Helvetica Neue"/>
                  <a:cs typeface="Arial" panose="020B0604020202020204" pitchFamily="34" charset="0"/>
                  <a:sym typeface="Helvetica Neue"/>
                </a:rPr>
                <a:t>Scrumban</a:t>
              </a:r>
              <a:endParaRPr lang="en-US" sz="2000" b="1" dirty="0">
                <a:solidFill>
                  <a:srgbClr val="173B77">
                    <a:lumMod val="60000"/>
                    <a:lumOff val="40000"/>
                  </a:srgbClr>
                </a:solidFill>
                <a:latin typeface="Arial" panose="020B0604020202020204" pitchFamily="34" charset="0"/>
                <a:ea typeface="Helvetica Neue"/>
                <a:cs typeface="Arial" panose="020B0604020202020204" pitchFamily="34" charset="0"/>
                <a:sym typeface="Helvetica Neue"/>
              </a:endParaRPr>
            </a:p>
          </p:txBody>
        </p:sp>
      </p:grpSp>
      <p:grpSp>
        <p:nvGrpSpPr>
          <p:cNvPr id="128" name="Group 127"/>
          <p:cNvGrpSpPr/>
          <p:nvPr/>
        </p:nvGrpSpPr>
        <p:grpSpPr>
          <a:xfrm>
            <a:off x="8434116" y="2235374"/>
            <a:ext cx="1616096" cy="1985736"/>
            <a:chOff x="16893886" y="4468487"/>
            <a:chExt cx="3232191" cy="3971472"/>
          </a:xfrm>
        </p:grpSpPr>
        <p:grpSp>
          <p:nvGrpSpPr>
            <p:cNvPr id="27" name="Group 26"/>
            <p:cNvGrpSpPr/>
            <p:nvPr/>
          </p:nvGrpSpPr>
          <p:grpSpPr>
            <a:xfrm>
              <a:off x="16911067" y="5802303"/>
              <a:ext cx="3198596" cy="2637656"/>
              <a:chOff x="16911067" y="5802303"/>
              <a:chExt cx="3198596" cy="2637656"/>
            </a:xfrm>
          </p:grpSpPr>
          <p:sp>
            <p:nvSpPr>
              <p:cNvPr id="90" name="Freeform 89"/>
              <p:cNvSpPr/>
              <p:nvPr/>
            </p:nvSpPr>
            <p:spPr bwMode="auto">
              <a:xfrm>
                <a:off x="16911067" y="5802303"/>
                <a:ext cx="3198596" cy="2637656"/>
              </a:xfrm>
              <a:custGeom>
                <a:avLst/>
                <a:gdLst>
                  <a:gd name="T0" fmla="*/ 152 w 386"/>
                  <a:gd name="T1" fmla="*/ 336 h 364"/>
                  <a:gd name="T2" fmla="*/ 358 w 386"/>
                  <a:gd name="T3" fmla="*/ 231 h 364"/>
                  <a:gd name="T4" fmla="*/ 253 w 386"/>
                  <a:gd name="T5" fmla="*/ 24 h 364"/>
                  <a:gd name="T6" fmla="*/ 58 w 386"/>
                  <a:gd name="T7" fmla="*/ 102 h 364"/>
                  <a:gd name="T8" fmla="*/ 0 w 386"/>
                  <a:gd name="T9" fmla="*/ 114 h 364"/>
                  <a:gd name="T10" fmla="*/ 40 w 386"/>
                  <a:gd name="T11" fmla="*/ 158 h 364"/>
                  <a:gd name="T12" fmla="*/ 152 w 386"/>
                  <a:gd name="T13" fmla="*/ 336 h 364"/>
                </a:gdLst>
                <a:ahLst/>
                <a:cxnLst>
                  <a:cxn ang="0">
                    <a:pos x="T0" y="T1"/>
                  </a:cxn>
                  <a:cxn ang="0">
                    <a:pos x="T2" y="T3"/>
                  </a:cxn>
                  <a:cxn ang="0">
                    <a:pos x="T4" y="T5"/>
                  </a:cxn>
                  <a:cxn ang="0">
                    <a:pos x="T6" y="T7"/>
                  </a:cxn>
                  <a:cxn ang="0">
                    <a:pos x="T8" y="T9"/>
                  </a:cxn>
                  <a:cxn ang="0">
                    <a:pos x="T10" y="T11"/>
                  </a:cxn>
                  <a:cxn ang="0">
                    <a:pos x="T12" y="T13"/>
                  </a:cxn>
                </a:cxnLst>
                <a:rect l="0" t="0" r="r" b="b"/>
                <a:pathLst>
                  <a:path w="386" h="364">
                    <a:moveTo>
                      <a:pt x="152" y="336"/>
                    </a:moveTo>
                    <a:cubicBezTo>
                      <a:pt x="238" y="364"/>
                      <a:pt x="330" y="317"/>
                      <a:pt x="358" y="231"/>
                    </a:cubicBezTo>
                    <a:cubicBezTo>
                      <a:pt x="386" y="145"/>
                      <a:pt x="339" y="52"/>
                      <a:pt x="253" y="24"/>
                    </a:cubicBezTo>
                    <a:cubicBezTo>
                      <a:pt x="176" y="0"/>
                      <a:pt x="95" y="34"/>
                      <a:pt x="58" y="102"/>
                    </a:cubicBezTo>
                    <a:cubicBezTo>
                      <a:pt x="0" y="114"/>
                      <a:pt x="0" y="114"/>
                      <a:pt x="0" y="114"/>
                    </a:cubicBezTo>
                    <a:cubicBezTo>
                      <a:pt x="40" y="158"/>
                      <a:pt x="40" y="158"/>
                      <a:pt x="40" y="158"/>
                    </a:cubicBezTo>
                    <a:cubicBezTo>
                      <a:pt x="29" y="235"/>
                      <a:pt x="75" y="311"/>
                      <a:pt x="152" y="336"/>
                    </a:cubicBezTo>
                    <a:close/>
                  </a:path>
                </a:pathLst>
              </a:custGeom>
              <a:solidFill>
                <a:schemeClr val="accent6"/>
              </a:solidFill>
              <a:ln>
                <a:noFill/>
              </a:ln>
              <a:effectLst>
                <a:outerShdw blurRad="254000" dist="190500" dir="2400000" sx="94000" sy="94000" algn="ctr" rotWithShape="0">
                  <a:schemeClr val="accent3">
                    <a:alpha val="38000"/>
                  </a:schemeClr>
                </a:outerShdw>
              </a:effectLst>
              <a:extLst>
                <a:ext uri="{91240B29-F687-4F45-9708-019B960494DF}">
                  <a14:hiddenLine xmlns:a14="http://schemas.microsoft.com/office/drawing/2010/main" w="9525">
                    <a:solidFill>
                      <a:srgbClr val="000000"/>
                    </a:solidFill>
                    <a:round/>
                  </a14:hiddenLine>
                </a:ext>
              </a:extLst>
            </p:spPr>
            <p:txBody>
              <a:bodyPr vert="horz" wrap="square" lIns="45720" tIns="22860" rIns="45720" bIns="22860" numCol="1" anchor="t" anchorCtr="0" compatLnSpc="1">
                <a:no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fontAlgn="base">
                  <a:spcBef>
                    <a:spcPct val="0"/>
                  </a:spcBef>
                  <a:spcAft>
                    <a:spcPct val="0"/>
                  </a:spcAft>
                </a:pPr>
                <a:endParaRPr lang="ru-RU" sz="900" b="1">
                  <a:solidFill>
                    <a:srgbClr val="000000"/>
                  </a:solidFill>
                  <a:sym typeface="Helvetica Neue" pitchFamily="2" charset="0"/>
                </a:endParaRPr>
              </a:p>
            </p:txBody>
          </p:sp>
          <p:pic>
            <p:nvPicPr>
              <p:cNvPr id="21" name="Picture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861231" y="6347846"/>
                <a:ext cx="1379834" cy="1379834"/>
              </a:xfrm>
              <a:prstGeom prst="rect">
                <a:avLst/>
              </a:prstGeom>
            </p:spPr>
          </p:pic>
        </p:grpSp>
        <p:sp>
          <p:nvSpPr>
            <p:cNvPr id="137" name="TextBox 136"/>
            <p:cNvSpPr txBox="1"/>
            <p:nvPr/>
          </p:nvSpPr>
          <p:spPr bwMode="auto">
            <a:xfrm flipH="1">
              <a:off x="16893886" y="4468487"/>
              <a:ext cx="323219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spcFirstLastPara="1" lIns="25400" tIns="25400" rIns="25400" bIns="25400" spcCol="38100" anchor="ctr">
              <a:spAutoFit/>
            </a:bodyPr>
            <a:lstStyle/>
            <a:p>
              <a:pPr algn="ctr" defTabSz="412750" eaLnBrk="0" hangingPunct="0">
                <a:defRPr/>
              </a:pPr>
              <a:r>
                <a:rPr lang="en-US" sz="2000" b="1" dirty="0">
                  <a:solidFill>
                    <a:srgbClr val="173B77">
                      <a:lumMod val="60000"/>
                      <a:lumOff val="40000"/>
                    </a:srgbClr>
                  </a:solidFill>
                  <a:latin typeface="Arial" panose="020B0604020202020204" pitchFamily="34" charset="0"/>
                  <a:ea typeface="Helvetica Neue"/>
                  <a:cs typeface="Arial" panose="020B0604020202020204" pitchFamily="34" charset="0"/>
                  <a:sym typeface="Helvetica Neue"/>
                </a:rPr>
                <a:t>Extreme programing</a:t>
              </a:r>
              <a:endParaRPr lang="en-US" sz="2000" b="1" dirty="0">
                <a:solidFill>
                  <a:srgbClr val="173B77">
                    <a:lumMod val="60000"/>
                    <a:lumOff val="40000"/>
                  </a:srgbClr>
                </a:solidFill>
                <a:latin typeface="Arial" panose="020B0604020202020204" pitchFamily="34" charset="0"/>
                <a:ea typeface="Helvetica Neue"/>
                <a:cs typeface="Arial" panose="020B0604020202020204" pitchFamily="34" charset="0"/>
                <a:sym typeface="Helvetica Neue"/>
              </a:endParaRPr>
            </a:p>
          </p:txBody>
        </p:sp>
      </p:grpSp>
      <p:pic>
        <p:nvPicPr>
          <p:cNvPr id="33" name="Picture 3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80661" y="450593"/>
            <a:ext cx="780872" cy="780872"/>
          </a:xfrm>
          <a:prstGeom prst="rect">
            <a:avLst/>
          </a:prstGeom>
        </p:spPr>
      </p:pic>
      <p:grpSp>
        <p:nvGrpSpPr>
          <p:cNvPr id="36" name="Group 35"/>
          <p:cNvGrpSpPr/>
          <p:nvPr/>
        </p:nvGrpSpPr>
        <p:grpSpPr>
          <a:xfrm>
            <a:off x="4528321" y="1231465"/>
            <a:ext cx="3098365" cy="2714700"/>
            <a:chOff x="9082296" y="2460669"/>
            <a:chExt cx="6196729" cy="5429400"/>
          </a:xfrm>
        </p:grpSpPr>
        <p:grpSp>
          <p:nvGrpSpPr>
            <p:cNvPr id="32" name="Group 31"/>
            <p:cNvGrpSpPr/>
            <p:nvPr/>
          </p:nvGrpSpPr>
          <p:grpSpPr>
            <a:xfrm>
              <a:off x="9082296" y="2460669"/>
              <a:ext cx="6196729" cy="5429400"/>
              <a:chOff x="9082296" y="2460669"/>
              <a:chExt cx="6196729" cy="5429400"/>
            </a:xfrm>
          </p:grpSpPr>
          <p:sp>
            <p:nvSpPr>
              <p:cNvPr id="96" name="Oval 95"/>
              <p:cNvSpPr>
                <a:spLocks noChangeArrowheads="1"/>
              </p:cNvSpPr>
              <p:nvPr/>
            </p:nvSpPr>
            <p:spPr bwMode="auto">
              <a:xfrm>
                <a:off x="9082296" y="2460669"/>
                <a:ext cx="6196729" cy="5429400"/>
              </a:xfrm>
              <a:prstGeom prst="ellipse">
                <a:avLst/>
              </a:prstGeom>
              <a:solidFill>
                <a:schemeClr val="accent1"/>
              </a:solidFill>
              <a:ln>
                <a:noFill/>
              </a:ln>
              <a:effectLst>
                <a:outerShdw blurRad="254000" dist="190500" dir="2400000" sx="94000" sy="94000" algn="ctr" rotWithShape="0">
                  <a:schemeClr val="accent1">
                    <a:alpha val="40000"/>
                  </a:schemeClr>
                </a:outerShdw>
              </a:effectLst>
              <a:extLst>
                <a:ext uri="{91240B29-F687-4F45-9708-019B960494DF}">
                  <a14:hiddenLine xmlns:a14="http://schemas.microsoft.com/office/drawing/2010/main" w="9525">
                    <a:solidFill>
                      <a:srgbClr val="000000"/>
                    </a:solidFill>
                    <a:round/>
                  </a14:hiddenLine>
                </a:ext>
              </a:extLst>
            </p:spPr>
            <p:txBody>
              <a:bodyPr vert="horz" wrap="square" lIns="45720" tIns="22860" rIns="45720" bIns="22860" numCol="1" anchor="t" anchorCtr="0" compatLnSpc="1">
                <a:no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fontAlgn="base">
                  <a:spcBef>
                    <a:spcPct val="0"/>
                  </a:spcBef>
                  <a:spcAft>
                    <a:spcPct val="0"/>
                  </a:spcAft>
                </a:pPr>
                <a:endParaRPr lang="ru-RU" sz="900" b="1">
                  <a:solidFill>
                    <a:srgbClr val="000000"/>
                  </a:solidFill>
                  <a:sym typeface="Helvetica Neue" pitchFamily="2" charset="0"/>
                </a:endParaRPr>
              </a:p>
            </p:txBody>
          </p:sp>
          <p:sp>
            <p:nvSpPr>
              <p:cNvPr id="121" name="TextBox 120"/>
              <p:cNvSpPr txBox="1"/>
              <p:nvPr/>
            </p:nvSpPr>
            <p:spPr bwMode="auto">
              <a:xfrm>
                <a:off x="9117174" y="3513039"/>
                <a:ext cx="5885111" cy="15799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spcFirstLastPara="1" wrap="square" lIns="25400" tIns="25400" rIns="25400" bIns="25400" spcCol="38100" anchor="ctr">
                <a:spAutoFit/>
              </a:bodyPr>
              <a:lstStyle/>
              <a:p>
                <a:pPr algn="ctr" defTabSz="412750" eaLnBrk="0" hangingPunct="0">
                  <a:defRPr/>
                </a:pPr>
                <a:r>
                  <a:rPr lang="en-US" sz="2400" b="1" dirty="0">
                    <a:solidFill>
                      <a:srgbClr val="FFFFFF"/>
                    </a:solidFill>
                    <a:latin typeface="Helvetica Neue"/>
                    <a:ea typeface="Helvetica Neue"/>
                    <a:cs typeface="Helvetica Neue"/>
                    <a:sym typeface="Helvetica Neue"/>
                  </a:rPr>
                  <a:t>Agile methodologies</a:t>
                </a:r>
                <a:endParaRPr lang="en-US" sz="2400" b="1" dirty="0">
                  <a:solidFill>
                    <a:srgbClr val="FFFFFF"/>
                  </a:solidFill>
                  <a:latin typeface="Helvetica Neue"/>
                  <a:ea typeface="Helvetica Neue"/>
                  <a:cs typeface="Helvetica Neue"/>
                  <a:sym typeface="Helvetica Neue"/>
                </a:endParaRPr>
              </a:p>
            </p:txBody>
          </p:sp>
        </p:grpSp>
        <p:pic>
          <p:nvPicPr>
            <p:cNvPr id="140" name="Picture 139"/>
            <p:cNvPicPr>
              <a:picLocks noChangeAspect="1"/>
            </p:cNvPicPr>
            <p:nvPr/>
          </p:nvPicPr>
          <p:blipFill>
            <a:blip r:embed="rId7" cstate="print">
              <a:extLst>
                <a:ext uri="{BEBA8EAE-BF5A-486C-A8C5-ECC9F3942E4B}">
                  <a14:imgProps xmlns:a14="http://schemas.microsoft.com/office/drawing/2010/main">
                    <a14:imgLayer r:embed="rId8">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0375972" y="4862567"/>
              <a:ext cx="3705897" cy="2316186"/>
            </a:xfrm>
            <a:prstGeom prst="rect">
              <a:avLst/>
            </a:prstGeom>
          </p:spPr>
        </p:pic>
      </p:grpSp>
      <p:pic>
        <p:nvPicPr>
          <p:cNvPr id="63" name="Picture 6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525220" y="1554440"/>
            <a:ext cx="6515414" cy="4072133"/>
          </a:xfrm>
          <a:prstGeom prst="rect">
            <a:avLst/>
          </a:prstGeom>
        </p:spPr>
      </p:pic>
      <p:pic>
        <p:nvPicPr>
          <p:cNvPr id="3" name="popular v1">
            <a:hlinkClick r:id="" action="ppaction://media"/>
          </p:cNvPr>
          <p:cNvPicPr>
            <a:picLocks noChangeAspect="1"/>
          </p:cNvPicPr>
          <p:nvPr>
            <a:audioFile r:link="rId10"/>
            <p:extLst>
              <p:ext uri="{DAA4B4D4-6D71-4841-9C94-3DE7FCFB9230}">
                <p14:media xmlns:p14="http://schemas.microsoft.com/office/powerpoint/2010/main" r:embed="rId11"/>
              </p:ext>
            </p:extLst>
          </p:nvPr>
        </p:nvPicPr>
        <p:blipFill>
          <a:blip r:embed="rId12"/>
          <a:stretch>
            <a:fillRect/>
          </a:stretch>
        </p:blipFill>
        <p:spPr>
          <a:xfrm>
            <a:off x="4725012" y="3037744"/>
            <a:ext cx="406400" cy="406400"/>
          </a:xfrm>
          <a:prstGeom prst="rect">
            <a:avLst/>
          </a:prstGeom>
        </p:spPr>
      </p:pic>
      <p:pic>
        <p:nvPicPr>
          <p:cNvPr id="59" name="Picture 58"/>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0808052" y="5873836"/>
            <a:ext cx="1260187" cy="945560"/>
          </a:xfrm>
          <a:prstGeom prst="ellipse">
            <a:avLst/>
          </a:prstGeom>
          <a:ln>
            <a:noFill/>
          </a:ln>
          <a:effectLst>
            <a:softEdge rad="112500"/>
          </a:effec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63"/>
                                        </p:tgtEl>
                                      </p:cBhvr>
                                    </p:animEffect>
                                    <p:set>
                                      <p:cBhvr>
                                        <p:cTn id="7" dur="1" fill="hold">
                                          <p:stCondLst>
                                            <p:cond delay="499"/>
                                          </p:stCondLst>
                                        </p:cTn>
                                        <p:tgtEl>
                                          <p:spTgt spid="6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circle(in)">
                                      <p:cBhvr>
                                        <p:cTn id="12" dur="20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barn(inVertical)">
                                      <p:cBhvr>
                                        <p:cTn id="22" dur="5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500"/>
                                        <p:tgtEl>
                                          <p:spTgt spid="41"/>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barn(inVertical)">
                                      <p:cBhvr>
                                        <p:cTn id="32" dur="500"/>
                                        <p:tgtEl>
                                          <p:spTgt spid="4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2"/>
                                        </p:tgtEl>
                                        <p:attrNameLst>
                                          <p:attrName>style.visibility</p:attrName>
                                        </p:attrNameLst>
                                      </p:cBhvr>
                                      <p:to>
                                        <p:strVal val="visible"/>
                                      </p:to>
                                    </p:set>
                                    <p:animEffect transition="in" filter="fade">
                                      <p:cBhvr>
                                        <p:cTn id="37" dur="500"/>
                                        <p:tgtEl>
                                          <p:spTgt spid="122"/>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123"/>
                                        </p:tgtEl>
                                        <p:attrNameLst>
                                          <p:attrName>style.visibility</p:attrName>
                                        </p:attrNameLst>
                                      </p:cBhvr>
                                      <p:to>
                                        <p:strVal val="visible"/>
                                      </p:to>
                                    </p:set>
                                    <p:animEffect transition="in" filter="barn(inVertical)">
                                      <p:cBhvr>
                                        <p:cTn id="42" dur="500"/>
                                        <p:tgtEl>
                                          <p:spTgt spid="12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24"/>
                                        </p:tgtEl>
                                        <p:attrNameLst>
                                          <p:attrName>style.visibility</p:attrName>
                                        </p:attrNameLst>
                                      </p:cBhvr>
                                      <p:to>
                                        <p:strVal val="visible"/>
                                      </p:to>
                                    </p:set>
                                    <p:animEffect transition="in" filter="fade">
                                      <p:cBhvr>
                                        <p:cTn id="47" dur="500"/>
                                        <p:tgtEl>
                                          <p:spTgt spid="124"/>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nodeType="clickEffect">
                                  <p:stCondLst>
                                    <p:cond delay="0"/>
                                  </p:stCondLst>
                                  <p:childTnLst>
                                    <p:set>
                                      <p:cBhvr>
                                        <p:cTn id="51" dur="1" fill="hold">
                                          <p:stCondLst>
                                            <p:cond delay="0"/>
                                          </p:stCondLst>
                                        </p:cTn>
                                        <p:tgtEl>
                                          <p:spTgt spid="125"/>
                                        </p:tgtEl>
                                        <p:attrNameLst>
                                          <p:attrName>style.visibility</p:attrName>
                                        </p:attrNameLst>
                                      </p:cBhvr>
                                      <p:to>
                                        <p:strVal val="visible"/>
                                      </p:to>
                                    </p:set>
                                    <p:animEffect transition="in" filter="barn(inVertical)">
                                      <p:cBhvr>
                                        <p:cTn id="52" dur="500"/>
                                        <p:tgtEl>
                                          <p:spTgt spid="12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85"/>
                                        </p:tgtEl>
                                        <p:attrNameLst>
                                          <p:attrName>style.visibility</p:attrName>
                                        </p:attrNameLst>
                                      </p:cBhvr>
                                      <p:to>
                                        <p:strVal val="visible"/>
                                      </p:to>
                                    </p:set>
                                    <p:animEffect transition="in" filter="fade">
                                      <p:cBhvr>
                                        <p:cTn id="57" dur="500"/>
                                        <p:tgtEl>
                                          <p:spTgt spid="85"/>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21" fill="hold" nodeType="clickEffect">
                                  <p:stCondLst>
                                    <p:cond delay="0"/>
                                  </p:stCondLst>
                                  <p:childTnLst>
                                    <p:set>
                                      <p:cBhvr>
                                        <p:cTn id="61" dur="1" fill="hold">
                                          <p:stCondLst>
                                            <p:cond delay="0"/>
                                          </p:stCondLst>
                                        </p:cTn>
                                        <p:tgtEl>
                                          <p:spTgt spid="128"/>
                                        </p:tgtEl>
                                        <p:attrNameLst>
                                          <p:attrName>style.visibility</p:attrName>
                                        </p:attrNameLst>
                                      </p:cBhvr>
                                      <p:to>
                                        <p:strVal val="visible"/>
                                      </p:to>
                                    </p:set>
                                    <p:animEffect transition="in" filter="barn(inVertical)">
                                      <p:cBhvr>
                                        <p:cTn id="62" dur="5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63" fill="hold" display="0">
                  <p:stCondLst>
                    <p:cond delay="indefinite"/>
                  </p:stCondLst>
                  <p:endCondLst>
                    <p:cond evt="onStopAudio" delay="0">
                      <p:tgtEl>
                        <p:sldTgt/>
                      </p:tgtEl>
                    </p:cond>
                  </p:endCondLst>
                </p:cTn>
                <p:tgtEl>
                  <p:spTgt spid="3"/>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75414" y="2317459"/>
            <a:ext cx="7304062" cy="3253628"/>
          </a:xfrm>
          <a:prstGeom prst="rect">
            <a:avLst/>
          </a:prstGeom>
        </p:spPr>
      </p:pic>
      <p:sp>
        <p:nvSpPr>
          <p:cNvPr id="304" name="Scrum - DEFINITION"/>
          <p:cNvSpPr txBox="1"/>
          <p:nvPr/>
        </p:nvSpPr>
        <p:spPr>
          <a:xfrm>
            <a:off x="839277" y="491147"/>
            <a:ext cx="4232786" cy="512961"/>
          </a:xfrm>
          <a:prstGeom prst="rect">
            <a:avLst/>
          </a:prstGeom>
          <a:ln w="12700">
            <a:miter lim="400000"/>
          </a:ln>
        </p:spPr>
        <p:txBody>
          <a:bodyPr wrap="square" lIns="25400" tIns="25400" rIns="25400" bIns="25400" anchor="ctr">
            <a:spAutoFit/>
          </a:bodyPr>
          <a:lstStyle>
            <a:lvl1pPr algn="l">
              <a:defRPr sz="8000" cap="all">
                <a:latin typeface="Arial" panose="020B0604020202020204"/>
                <a:ea typeface="Arial" panose="020B0604020202020204"/>
                <a:cs typeface="Arial" panose="020B0604020202020204"/>
                <a:sym typeface="Arial" panose="020B0604020202020204"/>
              </a:defRPr>
            </a:lvl1pPr>
          </a:lstStyle>
          <a:p>
            <a:r>
              <a:rPr lang="en-US" sz="3000" dirty="0" smtClean="0">
                <a:solidFill>
                  <a:schemeClr val="accent1"/>
                </a:solidFill>
              </a:rPr>
              <a:t>Scrum</a:t>
            </a:r>
            <a:r>
              <a:rPr lang="en-US" sz="3000" dirty="0" smtClean="0">
                <a:solidFill>
                  <a:schemeClr val="accent6"/>
                </a:solidFill>
              </a:rPr>
              <a:t> Framework</a:t>
            </a:r>
            <a:r>
              <a:rPr lang="en-US" sz="3000" dirty="0" smtClean="0">
                <a:solidFill>
                  <a:schemeClr val="accent1">
                    <a:lumMod val="60000"/>
                    <a:lumOff val="40000"/>
                  </a:schemeClr>
                </a:solidFill>
              </a:rPr>
              <a:t>  </a:t>
            </a:r>
            <a:endParaRPr sz="3000" dirty="0">
              <a:solidFill>
                <a:schemeClr val="accent1">
                  <a:lumMod val="60000"/>
                  <a:lumOff val="40000"/>
                </a:schemeClr>
              </a:solidFill>
            </a:endParaRPr>
          </a:p>
        </p:txBody>
      </p:sp>
      <p:sp>
        <p:nvSpPr>
          <p:cNvPr id="50" name="Oval 49"/>
          <p:cNvSpPr/>
          <p:nvPr/>
        </p:nvSpPr>
        <p:spPr>
          <a:xfrm>
            <a:off x="9379228" y="3747895"/>
            <a:ext cx="86745" cy="8674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defTabSz="1827530" rtl="0" eaLnBrk="0" fontAlgn="base" hangingPunct="0">
              <a:spcBef>
                <a:spcPct val="0"/>
              </a:spcBef>
              <a:spcAft>
                <a:spcPct val="0"/>
              </a:spcAft>
              <a:defRPr sz="3600" kern="1200">
                <a:solidFill>
                  <a:schemeClr val="lt1"/>
                </a:solidFill>
                <a:latin typeface="+mn-lt"/>
                <a:ea typeface="+mn-ea"/>
                <a:cs typeface="+mn-cs"/>
              </a:defRPr>
            </a:lvl1pPr>
            <a:lvl2pPr marL="913130" indent="-455930" algn="l" defTabSz="1827530" rtl="0" eaLnBrk="0" fontAlgn="base" hangingPunct="0">
              <a:spcBef>
                <a:spcPct val="0"/>
              </a:spcBef>
              <a:spcAft>
                <a:spcPct val="0"/>
              </a:spcAft>
              <a:defRPr sz="3600" kern="1200">
                <a:solidFill>
                  <a:schemeClr val="lt1"/>
                </a:solidFill>
                <a:latin typeface="+mn-lt"/>
                <a:ea typeface="+mn-ea"/>
                <a:cs typeface="+mn-cs"/>
              </a:defRPr>
            </a:lvl2pPr>
            <a:lvl3pPr marL="1827530" indent="-913130" algn="l" defTabSz="1827530" rtl="0" eaLnBrk="0" fontAlgn="base" hangingPunct="0">
              <a:spcBef>
                <a:spcPct val="0"/>
              </a:spcBef>
              <a:spcAft>
                <a:spcPct val="0"/>
              </a:spcAft>
              <a:defRPr sz="3600" kern="1200">
                <a:solidFill>
                  <a:schemeClr val="lt1"/>
                </a:solidFill>
                <a:latin typeface="+mn-lt"/>
                <a:ea typeface="+mn-ea"/>
                <a:cs typeface="+mn-cs"/>
              </a:defRPr>
            </a:lvl3pPr>
            <a:lvl4pPr marL="2741930" indent="-1370330" algn="l" defTabSz="1827530" rtl="0" eaLnBrk="0" fontAlgn="base" hangingPunct="0">
              <a:spcBef>
                <a:spcPct val="0"/>
              </a:spcBef>
              <a:spcAft>
                <a:spcPct val="0"/>
              </a:spcAft>
              <a:defRPr sz="3600" kern="1200">
                <a:solidFill>
                  <a:schemeClr val="lt1"/>
                </a:solidFill>
                <a:latin typeface="+mn-lt"/>
                <a:ea typeface="+mn-ea"/>
                <a:cs typeface="+mn-cs"/>
              </a:defRPr>
            </a:lvl4pPr>
            <a:lvl5pPr marL="3656330" indent="-1827530" algn="l" defTabSz="1827530" rtl="0" eaLnBrk="0" fontAlgn="base" hangingPunct="0">
              <a:spcBef>
                <a:spcPct val="0"/>
              </a:spcBef>
              <a:spcAft>
                <a:spcPct val="0"/>
              </a:spcAft>
              <a:defRPr sz="3600" kern="1200">
                <a:solidFill>
                  <a:schemeClr val="lt1"/>
                </a:solidFill>
                <a:latin typeface="+mn-lt"/>
                <a:ea typeface="+mn-ea"/>
                <a:cs typeface="+mn-cs"/>
              </a:defRPr>
            </a:lvl5pPr>
            <a:lvl6pPr marL="2286000" algn="l" defTabSz="914400" rtl="0" eaLnBrk="1" latinLnBrk="0" hangingPunct="1">
              <a:defRPr sz="3600" kern="1200">
                <a:solidFill>
                  <a:schemeClr val="lt1"/>
                </a:solidFill>
                <a:latin typeface="+mn-lt"/>
                <a:ea typeface="+mn-ea"/>
                <a:cs typeface="+mn-cs"/>
              </a:defRPr>
            </a:lvl6pPr>
            <a:lvl7pPr marL="2743200" algn="l" defTabSz="914400" rtl="0" eaLnBrk="1" latinLnBrk="0" hangingPunct="1">
              <a:defRPr sz="3600" kern="1200">
                <a:solidFill>
                  <a:schemeClr val="lt1"/>
                </a:solidFill>
                <a:latin typeface="+mn-lt"/>
                <a:ea typeface="+mn-ea"/>
                <a:cs typeface="+mn-cs"/>
              </a:defRPr>
            </a:lvl7pPr>
            <a:lvl8pPr marL="3200400" algn="l" defTabSz="914400" rtl="0" eaLnBrk="1" latinLnBrk="0" hangingPunct="1">
              <a:defRPr sz="3600" kern="1200">
                <a:solidFill>
                  <a:schemeClr val="lt1"/>
                </a:solidFill>
                <a:latin typeface="+mn-lt"/>
                <a:ea typeface="+mn-ea"/>
                <a:cs typeface="+mn-cs"/>
              </a:defRPr>
            </a:lvl8pPr>
            <a:lvl9pPr marL="3657600" algn="l" defTabSz="914400" rtl="0" eaLnBrk="1" latinLnBrk="0" hangingPunct="1">
              <a:defRPr sz="3600" kern="1200">
                <a:solidFill>
                  <a:schemeClr val="lt1"/>
                </a:solidFill>
                <a:latin typeface="+mn-lt"/>
                <a:ea typeface="+mn-ea"/>
                <a:cs typeface="+mn-cs"/>
              </a:defRPr>
            </a:lvl9pPr>
          </a:lstStyle>
          <a:p>
            <a:pPr algn="ctr"/>
            <a:endParaRPr lang="ru-RU" sz="1800"/>
          </a:p>
        </p:txBody>
      </p:sp>
      <p:sp>
        <p:nvSpPr>
          <p:cNvPr id="51" name="Oval 50"/>
          <p:cNvSpPr/>
          <p:nvPr/>
        </p:nvSpPr>
        <p:spPr>
          <a:xfrm>
            <a:off x="9382800" y="1798180"/>
            <a:ext cx="86745" cy="8674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defTabSz="1827530" rtl="0" eaLnBrk="0" fontAlgn="base" hangingPunct="0">
              <a:spcBef>
                <a:spcPct val="0"/>
              </a:spcBef>
              <a:spcAft>
                <a:spcPct val="0"/>
              </a:spcAft>
              <a:defRPr sz="3600" kern="1200">
                <a:solidFill>
                  <a:schemeClr val="lt1"/>
                </a:solidFill>
                <a:latin typeface="+mn-lt"/>
                <a:ea typeface="+mn-ea"/>
                <a:cs typeface="+mn-cs"/>
              </a:defRPr>
            </a:lvl1pPr>
            <a:lvl2pPr marL="913130" indent="-455930" algn="l" defTabSz="1827530" rtl="0" eaLnBrk="0" fontAlgn="base" hangingPunct="0">
              <a:spcBef>
                <a:spcPct val="0"/>
              </a:spcBef>
              <a:spcAft>
                <a:spcPct val="0"/>
              </a:spcAft>
              <a:defRPr sz="3600" kern="1200">
                <a:solidFill>
                  <a:schemeClr val="lt1"/>
                </a:solidFill>
                <a:latin typeface="+mn-lt"/>
                <a:ea typeface="+mn-ea"/>
                <a:cs typeface="+mn-cs"/>
              </a:defRPr>
            </a:lvl2pPr>
            <a:lvl3pPr marL="1827530" indent="-913130" algn="l" defTabSz="1827530" rtl="0" eaLnBrk="0" fontAlgn="base" hangingPunct="0">
              <a:spcBef>
                <a:spcPct val="0"/>
              </a:spcBef>
              <a:spcAft>
                <a:spcPct val="0"/>
              </a:spcAft>
              <a:defRPr sz="3600" kern="1200">
                <a:solidFill>
                  <a:schemeClr val="lt1"/>
                </a:solidFill>
                <a:latin typeface="+mn-lt"/>
                <a:ea typeface="+mn-ea"/>
                <a:cs typeface="+mn-cs"/>
              </a:defRPr>
            </a:lvl3pPr>
            <a:lvl4pPr marL="2741930" indent="-1370330" algn="l" defTabSz="1827530" rtl="0" eaLnBrk="0" fontAlgn="base" hangingPunct="0">
              <a:spcBef>
                <a:spcPct val="0"/>
              </a:spcBef>
              <a:spcAft>
                <a:spcPct val="0"/>
              </a:spcAft>
              <a:defRPr sz="3600" kern="1200">
                <a:solidFill>
                  <a:schemeClr val="lt1"/>
                </a:solidFill>
                <a:latin typeface="+mn-lt"/>
                <a:ea typeface="+mn-ea"/>
                <a:cs typeface="+mn-cs"/>
              </a:defRPr>
            </a:lvl4pPr>
            <a:lvl5pPr marL="3656330" indent="-1827530" algn="l" defTabSz="1827530" rtl="0" eaLnBrk="0" fontAlgn="base" hangingPunct="0">
              <a:spcBef>
                <a:spcPct val="0"/>
              </a:spcBef>
              <a:spcAft>
                <a:spcPct val="0"/>
              </a:spcAft>
              <a:defRPr sz="3600" kern="1200">
                <a:solidFill>
                  <a:schemeClr val="lt1"/>
                </a:solidFill>
                <a:latin typeface="+mn-lt"/>
                <a:ea typeface="+mn-ea"/>
                <a:cs typeface="+mn-cs"/>
              </a:defRPr>
            </a:lvl5pPr>
            <a:lvl6pPr marL="2286000" algn="l" defTabSz="914400" rtl="0" eaLnBrk="1" latinLnBrk="0" hangingPunct="1">
              <a:defRPr sz="3600" kern="1200">
                <a:solidFill>
                  <a:schemeClr val="lt1"/>
                </a:solidFill>
                <a:latin typeface="+mn-lt"/>
                <a:ea typeface="+mn-ea"/>
                <a:cs typeface="+mn-cs"/>
              </a:defRPr>
            </a:lvl6pPr>
            <a:lvl7pPr marL="2743200" algn="l" defTabSz="914400" rtl="0" eaLnBrk="1" latinLnBrk="0" hangingPunct="1">
              <a:defRPr sz="3600" kern="1200">
                <a:solidFill>
                  <a:schemeClr val="lt1"/>
                </a:solidFill>
                <a:latin typeface="+mn-lt"/>
                <a:ea typeface="+mn-ea"/>
                <a:cs typeface="+mn-cs"/>
              </a:defRPr>
            </a:lvl7pPr>
            <a:lvl8pPr marL="3200400" algn="l" defTabSz="914400" rtl="0" eaLnBrk="1" latinLnBrk="0" hangingPunct="1">
              <a:defRPr sz="3600" kern="1200">
                <a:solidFill>
                  <a:schemeClr val="lt1"/>
                </a:solidFill>
                <a:latin typeface="+mn-lt"/>
                <a:ea typeface="+mn-ea"/>
                <a:cs typeface="+mn-cs"/>
              </a:defRPr>
            </a:lvl8pPr>
            <a:lvl9pPr marL="3657600" algn="l" defTabSz="914400" rtl="0" eaLnBrk="1" latinLnBrk="0" hangingPunct="1">
              <a:defRPr sz="3600" kern="1200">
                <a:solidFill>
                  <a:schemeClr val="lt1"/>
                </a:solidFill>
                <a:latin typeface="+mn-lt"/>
                <a:ea typeface="+mn-ea"/>
                <a:cs typeface="+mn-cs"/>
              </a:defRPr>
            </a:lvl9pPr>
          </a:lstStyle>
          <a:p>
            <a:pPr algn="ctr"/>
            <a:endParaRPr lang="ru-RU" sz="1800"/>
          </a:p>
        </p:txBody>
      </p:sp>
      <p:sp>
        <p:nvSpPr>
          <p:cNvPr id="55" name="Oval 54"/>
          <p:cNvSpPr/>
          <p:nvPr/>
        </p:nvSpPr>
        <p:spPr>
          <a:xfrm>
            <a:off x="6665525" y="3747895"/>
            <a:ext cx="86745" cy="8674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defTabSz="1827530" rtl="0" eaLnBrk="0" fontAlgn="base" hangingPunct="0">
              <a:spcBef>
                <a:spcPct val="0"/>
              </a:spcBef>
              <a:spcAft>
                <a:spcPct val="0"/>
              </a:spcAft>
              <a:defRPr sz="3600" kern="1200">
                <a:solidFill>
                  <a:schemeClr val="lt1"/>
                </a:solidFill>
                <a:latin typeface="+mn-lt"/>
                <a:ea typeface="+mn-ea"/>
                <a:cs typeface="+mn-cs"/>
              </a:defRPr>
            </a:lvl1pPr>
            <a:lvl2pPr marL="913130" indent="-455930" algn="l" defTabSz="1827530" rtl="0" eaLnBrk="0" fontAlgn="base" hangingPunct="0">
              <a:spcBef>
                <a:spcPct val="0"/>
              </a:spcBef>
              <a:spcAft>
                <a:spcPct val="0"/>
              </a:spcAft>
              <a:defRPr sz="3600" kern="1200">
                <a:solidFill>
                  <a:schemeClr val="lt1"/>
                </a:solidFill>
                <a:latin typeface="+mn-lt"/>
                <a:ea typeface="+mn-ea"/>
                <a:cs typeface="+mn-cs"/>
              </a:defRPr>
            </a:lvl2pPr>
            <a:lvl3pPr marL="1827530" indent="-913130" algn="l" defTabSz="1827530" rtl="0" eaLnBrk="0" fontAlgn="base" hangingPunct="0">
              <a:spcBef>
                <a:spcPct val="0"/>
              </a:spcBef>
              <a:spcAft>
                <a:spcPct val="0"/>
              </a:spcAft>
              <a:defRPr sz="3600" kern="1200">
                <a:solidFill>
                  <a:schemeClr val="lt1"/>
                </a:solidFill>
                <a:latin typeface="+mn-lt"/>
                <a:ea typeface="+mn-ea"/>
                <a:cs typeface="+mn-cs"/>
              </a:defRPr>
            </a:lvl3pPr>
            <a:lvl4pPr marL="2741930" indent="-1370330" algn="l" defTabSz="1827530" rtl="0" eaLnBrk="0" fontAlgn="base" hangingPunct="0">
              <a:spcBef>
                <a:spcPct val="0"/>
              </a:spcBef>
              <a:spcAft>
                <a:spcPct val="0"/>
              </a:spcAft>
              <a:defRPr sz="3600" kern="1200">
                <a:solidFill>
                  <a:schemeClr val="lt1"/>
                </a:solidFill>
                <a:latin typeface="+mn-lt"/>
                <a:ea typeface="+mn-ea"/>
                <a:cs typeface="+mn-cs"/>
              </a:defRPr>
            </a:lvl4pPr>
            <a:lvl5pPr marL="3656330" indent="-1827530" algn="l" defTabSz="1827530" rtl="0" eaLnBrk="0" fontAlgn="base" hangingPunct="0">
              <a:spcBef>
                <a:spcPct val="0"/>
              </a:spcBef>
              <a:spcAft>
                <a:spcPct val="0"/>
              </a:spcAft>
              <a:defRPr sz="3600" kern="1200">
                <a:solidFill>
                  <a:schemeClr val="lt1"/>
                </a:solidFill>
                <a:latin typeface="+mn-lt"/>
                <a:ea typeface="+mn-ea"/>
                <a:cs typeface="+mn-cs"/>
              </a:defRPr>
            </a:lvl5pPr>
            <a:lvl6pPr marL="2286000" algn="l" defTabSz="914400" rtl="0" eaLnBrk="1" latinLnBrk="0" hangingPunct="1">
              <a:defRPr sz="3600" kern="1200">
                <a:solidFill>
                  <a:schemeClr val="lt1"/>
                </a:solidFill>
                <a:latin typeface="+mn-lt"/>
                <a:ea typeface="+mn-ea"/>
                <a:cs typeface="+mn-cs"/>
              </a:defRPr>
            </a:lvl6pPr>
            <a:lvl7pPr marL="2743200" algn="l" defTabSz="914400" rtl="0" eaLnBrk="1" latinLnBrk="0" hangingPunct="1">
              <a:defRPr sz="3600" kern="1200">
                <a:solidFill>
                  <a:schemeClr val="lt1"/>
                </a:solidFill>
                <a:latin typeface="+mn-lt"/>
                <a:ea typeface="+mn-ea"/>
                <a:cs typeface="+mn-cs"/>
              </a:defRPr>
            </a:lvl7pPr>
            <a:lvl8pPr marL="3200400" algn="l" defTabSz="914400" rtl="0" eaLnBrk="1" latinLnBrk="0" hangingPunct="1">
              <a:defRPr sz="3600" kern="1200">
                <a:solidFill>
                  <a:schemeClr val="lt1"/>
                </a:solidFill>
                <a:latin typeface="+mn-lt"/>
                <a:ea typeface="+mn-ea"/>
                <a:cs typeface="+mn-cs"/>
              </a:defRPr>
            </a:lvl8pPr>
            <a:lvl9pPr marL="3657600" algn="l" defTabSz="914400" rtl="0" eaLnBrk="1" latinLnBrk="0" hangingPunct="1">
              <a:defRPr sz="3600" kern="1200">
                <a:solidFill>
                  <a:schemeClr val="lt1"/>
                </a:solidFill>
                <a:latin typeface="+mn-lt"/>
                <a:ea typeface="+mn-ea"/>
                <a:cs typeface="+mn-cs"/>
              </a:defRPr>
            </a:lvl9pPr>
          </a:lstStyle>
          <a:p>
            <a:pPr algn="ctr"/>
            <a:endParaRPr lang="ru-RU" sz="1800"/>
          </a:p>
        </p:txBody>
      </p:sp>
      <p:sp>
        <p:nvSpPr>
          <p:cNvPr id="56" name="Oval 55"/>
          <p:cNvSpPr/>
          <p:nvPr/>
        </p:nvSpPr>
        <p:spPr>
          <a:xfrm>
            <a:off x="6669097" y="1798180"/>
            <a:ext cx="86745" cy="8674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defTabSz="1827530" rtl="0" eaLnBrk="0" fontAlgn="base" hangingPunct="0">
              <a:spcBef>
                <a:spcPct val="0"/>
              </a:spcBef>
              <a:spcAft>
                <a:spcPct val="0"/>
              </a:spcAft>
              <a:defRPr sz="3600" kern="1200">
                <a:solidFill>
                  <a:schemeClr val="lt1"/>
                </a:solidFill>
                <a:latin typeface="+mn-lt"/>
                <a:ea typeface="+mn-ea"/>
                <a:cs typeface="+mn-cs"/>
              </a:defRPr>
            </a:lvl1pPr>
            <a:lvl2pPr marL="913130" indent="-455930" algn="l" defTabSz="1827530" rtl="0" eaLnBrk="0" fontAlgn="base" hangingPunct="0">
              <a:spcBef>
                <a:spcPct val="0"/>
              </a:spcBef>
              <a:spcAft>
                <a:spcPct val="0"/>
              </a:spcAft>
              <a:defRPr sz="3600" kern="1200">
                <a:solidFill>
                  <a:schemeClr val="lt1"/>
                </a:solidFill>
                <a:latin typeface="+mn-lt"/>
                <a:ea typeface="+mn-ea"/>
                <a:cs typeface="+mn-cs"/>
              </a:defRPr>
            </a:lvl2pPr>
            <a:lvl3pPr marL="1827530" indent="-913130" algn="l" defTabSz="1827530" rtl="0" eaLnBrk="0" fontAlgn="base" hangingPunct="0">
              <a:spcBef>
                <a:spcPct val="0"/>
              </a:spcBef>
              <a:spcAft>
                <a:spcPct val="0"/>
              </a:spcAft>
              <a:defRPr sz="3600" kern="1200">
                <a:solidFill>
                  <a:schemeClr val="lt1"/>
                </a:solidFill>
                <a:latin typeface="+mn-lt"/>
                <a:ea typeface="+mn-ea"/>
                <a:cs typeface="+mn-cs"/>
              </a:defRPr>
            </a:lvl3pPr>
            <a:lvl4pPr marL="2741930" indent="-1370330" algn="l" defTabSz="1827530" rtl="0" eaLnBrk="0" fontAlgn="base" hangingPunct="0">
              <a:spcBef>
                <a:spcPct val="0"/>
              </a:spcBef>
              <a:spcAft>
                <a:spcPct val="0"/>
              </a:spcAft>
              <a:defRPr sz="3600" kern="1200">
                <a:solidFill>
                  <a:schemeClr val="lt1"/>
                </a:solidFill>
                <a:latin typeface="+mn-lt"/>
                <a:ea typeface="+mn-ea"/>
                <a:cs typeface="+mn-cs"/>
              </a:defRPr>
            </a:lvl4pPr>
            <a:lvl5pPr marL="3656330" indent="-1827530" algn="l" defTabSz="1827530" rtl="0" eaLnBrk="0" fontAlgn="base" hangingPunct="0">
              <a:spcBef>
                <a:spcPct val="0"/>
              </a:spcBef>
              <a:spcAft>
                <a:spcPct val="0"/>
              </a:spcAft>
              <a:defRPr sz="3600" kern="1200">
                <a:solidFill>
                  <a:schemeClr val="lt1"/>
                </a:solidFill>
                <a:latin typeface="+mn-lt"/>
                <a:ea typeface="+mn-ea"/>
                <a:cs typeface="+mn-cs"/>
              </a:defRPr>
            </a:lvl5pPr>
            <a:lvl6pPr marL="2286000" algn="l" defTabSz="914400" rtl="0" eaLnBrk="1" latinLnBrk="0" hangingPunct="1">
              <a:defRPr sz="3600" kern="1200">
                <a:solidFill>
                  <a:schemeClr val="lt1"/>
                </a:solidFill>
                <a:latin typeface="+mn-lt"/>
                <a:ea typeface="+mn-ea"/>
                <a:cs typeface="+mn-cs"/>
              </a:defRPr>
            </a:lvl6pPr>
            <a:lvl7pPr marL="2743200" algn="l" defTabSz="914400" rtl="0" eaLnBrk="1" latinLnBrk="0" hangingPunct="1">
              <a:defRPr sz="3600" kern="1200">
                <a:solidFill>
                  <a:schemeClr val="lt1"/>
                </a:solidFill>
                <a:latin typeface="+mn-lt"/>
                <a:ea typeface="+mn-ea"/>
                <a:cs typeface="+mn-cs"/>
              </a:defRPr>
            </a:lvl7pPr>
            <a:lvl8pPr marL="3200400" algn="l" defTabSz="914400" rtl="0" eaLnBrk="1" latinLnBrk="0" hangingPunct="1">
              <a:defRPr sz="3600" kern="1200">
                <a:solidFill>
                  <a:schemeClr val="lt1"/>
                </a:solidFill>
                <a:latin typeface="+mn-lt"/>
                <a:ea typeface="+mn-ea"/>
                <a:cs typeface="+mn-cs"/>
              </a:defRPr>
            </a:lvl8pPr>
            <a:lvl9pPr marL="3657600" algn="l" defTabSz="914400" rtl="0" eaLnBrk="1" latinLnBrk="0" hangingPunct="1">
              <a:defRPr sz="3600" kern="1200">
                <a:solidFill>
                  <a:schemeClr val="lt1"/>
                </a:solidFill>
                <a:latin typeface="+mn-lt"/>
                <a:ea typeface="+mn-ea"/>
                <a:cs typeface="+mn-cs"/>
              </a:defRPr>
            </a:lvl9pPr>
          </a:lstStyle>
          <a:p>
            <a:pPr algn="ctr"/>
            <a:endParaRPr lang="ru-RU" sz="1800"/>
          </a:p>
        </p:txBody>
      </p:sp>
      <p:sp>
        <p:nvSpPr>
          <p:cNvPr id="60" name="Oval 59"/>
          <p:cNvSpPr/>
          <p:nvPr/>
        </p:nvSpPr>
        <p:spPr>
          <a:xfrm>
            <a:off x="3966570" y="3747895"/>
            <a:ext cx="86745" cy="8674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defTabSz="1827530" rtl="0" eaLnBrk="0" fontAlgn="base" hangingPunct="0">
              <a:spcBef>
                <a:spcPct val="0"/>
              </a:spcBef>
              <a:spcAft>
                <a:spcPct val="0"/>
              </a:spcAft>
              <a:defRPr sz="3600" kern="1200">
                <a:solidFill>
                  <a:schemeClr val="lt1"/>
                </a:solidFill>
                <a:latin typeface="+mn-lt"/>
                <a:ea typeface="+mn-ea"/>
                <a:cs typeface="+mn-cs"/>
              </a:defRPr>
            </a:lvl1pPr>
            <a:lvl2pPr marL="913130" indent="-455930" algn="l" defTabSz="1827530" rtl="0" eaLnBrk="0" fontAlgn="base" hangingPunct="0">
              <a:spcBef>
                <a:spcPct val="0"/>
              </a:spcBef>
              <a:spcAft>
                <a:spcPct val="0"/>
              </a:spcAft>
              <a:defRPr sz="3600" kern="1200">
                <a:solidFill>
                  <a:schemeClr val="lt1"/>
                </a:solidFill>
                <a:latin typeface="+mn-lt"/>
                <a:ea typeface="+mn-ea"/>
                <a:cs typeface="+mn-cs"/>
              </a:defRPr>
            </a:lvl2pPr>
            <a:lvl3pPr marL="1827530" indent="-913130" algn="l" defTabSz="1827530" rtl="0" eaLnBrk="0" fontAlgn="base" hangingPunct="0">
              <a:spcBef>
                <a:spcPct val="0"/>
              </a:spcBef>
              <a:spcAft>
                <a:spcPct val="0"/>
              </a:spcAft>
              <a:defRPr sz="3600" kern="1200">
                <a:solidFill>
                  <a:schemeClr val="lt1"/>
                </a:solidFill>
                <a:latin typeface="+mn-lt"/>
                <a:ea typeface="+mn-ea"/>
                <a:cs typeface="+mn-cs"/>
              </a:defRPr>
            </a:lvl3pPr>
            <a:lvl4pPr marL="2741930" indent="-1370330" algn="l" defTabSz="1827530" rtl="0" eaLnBrk="0" fontAlgn="base" hangingPunct="0">
              <a:spcBef>
                <a:spcPct val="0"/>
              </a:spcBef>
              <a:spcAft>
                <a:spcPct val="0"/>
              </a:spcAft>
              <a:defRPr sz="3600" kern="1200">
                <a:solidFill>
                  <a:schemeClr val="lt1"/>
                </a:solidFill>
                <a:latin typeface="+mn-lt"/>
                <a:ea typeface="+mn-ea"/>
                <a:cs typeface="+mn-cs"/>
              </a:defRPr>
            </a:lvl4pPr>
            <a:lvl5pPr marL="3656330" indent="-1827530" algn="l" defTabSz="1827530" rtl="0" eaLnBrk="0" fontAlgn="base" hangingPunct="0">
              <a:spcBef>
                <a:spcPct val="0"/>
              </a:spcBef>
              <a:spcAft>
                <a:spcPct val="0"/>
              </a:spcAft>
              <a:defRPr sz="3600" kern="1200">
                <a:solidFill>
                  <a:schemeClr val="lt1"/>
                </a:solidFill>
                <a:latin typeface="+mn-lt"/>
                <a:ea typeface="+mn-ea"/>
                <a:cs typeface="+mn-cs"/>
              </a:defRPr>
            </a:lvl5pPr>
            <a:lvl6pPr marL="2286000" algn="l" defTabSz="914400" rtl="0" eaLnBrk="1" latinLnBrk="0" hangingPunct="1">
              <a:defRPr sz="3600" kern="1200">
                <a:solidFill>
                  <a:schemeClr val="lt1"/>
                </a:solidFill>
                <a:latin typeface="+mn-lt"/>
                <a:ea typeface="+mn-ea"/>
                <a:cs typeface="+mn-cs"/>
              </a:defRPr>
            </a:lvl6pPr>
            <a:lvl7pPr marL="2743200" algn="l" defTabSz="914400" rtl="0" eaLnBrk="1" latinLnBrk="0" hangingPunct="1">
              <a:defRPr sz="3600" kern="1200">
                <a:solidFill>
                  <a:schemeClr val="lt1"/>
                </a:solidFill>
                <a:latin typeface="+mn-lt"/>
                <a:ea typeface="+mn-ea"/>
                <a:cs typeface="+mn-cs"/>
              </a:defRPr>
            </a:lvl7pPr>
            <a:lvl8pPr marL="3200400" algn="l" defTabSz="914400" rtl="0" eaLnBrk="1" latinLnBrk="0" hangingPunct="1">
              <a:defRPr sz="3600" kern="1200">
                <a:solidFill>
                  <a:schemeClr val="lt1"/>
                </a:solidFill>
                <a:latin typeface="+mn-lt"/>
                <a:ea typeface="+mn-ea"/>
                <a:cs typeface="+mn-cs"/>
              </a:defRPr>
            </a:lvl8pPr>
            <a:lvl9pPr marL="3657600" algn="l" defTabSz="914400" rtl="0" eaLnBrk="1" latinLnBrk="0" hangingPunct="1">
              <a:defRPr sz="3600" kern="1200">
                <a:solidFill>
                  <a:schemeClr val="lt1"/>
                </a:solidFill>
                <a:latin typeface="+mn-lt"/>
                <a:ea typeface="+mn-ea"/>
                <a:cs typeface="+mn-cs"/>
              </a:defRPr>
            </a:lvl9pPr>
          </a:lstStyle>
          <a:p>
            <a:pPr algn="ctr"/>
            <a:endParaRPr lang="ru-RU" sz="1800"/>
          </a:p>
        </p:txBody>
      </p:sp>
      <p:sp>
        <p:nvSpPr>
          <p:cNvPr id="61" name="Oval 60"/>
          <p:cNvSpPr/>
          <p:nvPr/>
        </p:nvSpPr>
        <p:spPr>
          <a:xfrm>
            <a:off x="3970142" y="1798180"/>
            <a:ext cx="86745" cy="8674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defTabSz="1827530" rtl="0" eaLnBrk="0" fontAlgn="base" hangingPunct="0">
              <a:spcBef>
                <a:spcPct val="0"/>
              </a:spcBef>
              <a:spcAft>
                <a:spcPct val="0"/>
              </a:spcAft>
              <a:defRPr sz="3600" kern="1200">
                <a:solidFill>
                  <a:schemeClr val="lt1"/>
                </a:solidFill>
                <a:latin typeface="+mn-lt"/>
                <a:ea typeface="+mn-ea"/>
                <a:cs typeface="+mn-cs"/>
              </a:defRPr>
            </a:lvl1pPr>
            <a:lvl2pPr marL="913130" indent="-455930" algn="l" defTabSz="1827530" rtl="0" eaLnBrk="0" fontAlgn="base" hangingPunct="0">
              <a:spcBef>
                <a:spcPct val="0"/>
              </a:spcBef>
              <a:spcAft>
                <a:spcPct val="0"/>
              </a:spcAft>
              <a:defRPr sz="3600" kern="1200">
                <a:solidFill>
                  <a:schemeClr val="lt1"/>
                </a:solidFill>
                <a:latin typeface="+mn-lt"/>
                <a:ea typeface="+mn-ea"/>
                <a:cs typeface="+mn-cs"/>
              </a:defRPr>
            </a:lvl2pPr>
            <a:lvl3pPr marL="1827530" indent="-913130" algn="l" defTabSz="1827530" rtl="0" eaLnBrk="0" fontAlgn="base" hangingPunct="0">
              <a:spcBef>
                <a:spcPct val="0"/>
              </a:spcBef>
              <a:spcAft>
                <a:spcPct val="0"/>
              </a:spcAft>
              <a:defRPr sz="3600" kern="1200">
                <a:solidFill>
                  <a:schemeClr val="lt1"/>
                </a:solidFill>
                <a:latin typeface="+mn-lt"/>
                <a:ea typeface="+mn-ea"/>
                <a:cs typeface="+mn-cs"/>
              </a:defRPr>
            </a:lvl3pPr>
            <a:lvl4pPr marL="2741930" indent="-1370330" algn="l" defTabSz="1827530" rtl="0" eaLnBrk="0" fontAlgn="base" hangingPunct="0">
              <a:spcBef>
                <a:spcPct val="0"/>
              </a:spcBef>
              <a:spcAft>
                <a:spcPct val="0"/>
              </a:spcAft>
              <a:defRPr sz="3600" kern="1200">
                <a:solidFill>
                  <a:schemeClr val="lt1"/>
                </a:solidFill>
                <a:latin typeface="+mn-lt"/>
                <a:ea typeface="+mn-ea"/>
                <a:cs typeface="+mn-cs"/>
              </a:defRPr>
            </a:lvl4pPr>
            <a:lvl5pPr marL="3656330" indent="-1827530" algn="l" defTabSz="1827530" rtl="0" eaLnBrk="0" fontAlgn="base" hangingPunct="0">
              <a:spcBef>
                <a:spcPct val="0"/>
              </a:spcBef>
              <a:spcAft>
                <a:spcPct val="0"/>
              </a:spcAft>
              <a:defRPr sz="3600" kern="1200">
                <a:solidFill>
                  <a:schemeClr val="lt1"/>
                </a:solidFill>
                <a:latin typeface="+mn-lt"/>
                <a:ea typeface="+mn-ea"/>
                <a:cs typeface="+mn-cs"/>
              </a:defRPr>
            </a:lvl5pPr>
            <a:lvl6pPr marL="2286000" algn="l" defTabSz="914400" rtl="0" eaLnBrk="1" latinLnBrk="0" hangingPunct="1">
              <a:defRPr sz="3600" kern="1200">
                <a:solidFill>
                  <a:schemeClr val="lt1"/>
                </a:solidFill>
                <a:latin typeface="+mn-lt"/>
                <a:ea typeface="+mn-ea"/>
                <a:cs typeface="+mn-cs"/>
              </a:defRPr>
            </a:lvl6pPr>
            <a:lvl7pPr marL="2743200" algn="l" defTabSz="914400" rtl="0" eaLnBrk="1" latinLnBrk="0" hangingPunct="1">
              <a:defRPr sz="3600" kern="1200">
                <a:solidFill>
                  <a:schemeClr val="lt1"/>
                </a:solidFill>
                <a:latin typeface="+mn-lt"/>
                <a:ea typeface="+mn-ea"/>
                <a:cs typeface="+mn-cs"/>
              </a:defRPr>
            </a:lvl7pPr>
            <a:lvl8pPr marL="3200400" algn="l" defTabSz="914400" rtl="0" eaLnBrk="1" latinLnBrk="0" hangingPunct="1">
              <a:defRPr sz="3600" kern="1200">
                <a:solidFill>
                  <a:schemeClr val="lt1"/>
                </a:solidFill>
                <a:latin typeface="+mn-lt"/>
                <a:ea typeface="+mn-ea"/>
                <a:cs typeface="+mn-cs"/>
              </a:defRPr>
            </a:lvl8pPr>
            <a:lvl9pPr marL="3657600" algn="l" defTabSz="914400" rtl="0" eaLnBrk="1" latinLnBrk="0" hangingPunct="1">
              <a:defRPr sz="3600" kern="1200">
                <a:solidFill>
                  <a:schemeClr val="lt1"/>
                </a:solidFill>
                <a:latin typeface="+mn-lt"/>
                <a:ea typeface="+mn-ea"/>
                <a:cs typeface="+mn-cs"/>
              </a:defRPr>
            </a:lvl9pPr>
          </a:lstStyle>
          <a:p>
            <a:pPr algn="ctr"/>
            <a:endParaRPr lang="ru-RU" sz="1800"/>
          </a:p>
        </p:txBody>
      </p:sp>
      <p:grpSp>
        <p:nvGrpSpPr>
          <p:cNvPr id="5" name="Group 4"/>
          <p:cNvGrpSpPr/>
          <p:nvPr/>
        </p:nvGrpSpPr>
        <p:grpSpPr>
          <a:xfrm>
            <a:off x="1044112" y="1415009"/>
            <a:ext cx="2793204" cy="881490"/>
            <a:chOff x="839277" y="1402033"/>
            <a:chExt cx="2793204" cy="702189"/>
          </a:xfrm>
        </p:grpSpPr>
        <p:pic>
          <p:nvPicPr>
            <p:cNvPr id="111" name="Picture 1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3671" y="1494566"/>
              <a:ext cx="457199" cy="457200"/>
            </a:xfrm>
            <a:prstGeom prst="rect">
              <a:avLst/>
            </a:prstGeom>
          </p:spPr>
        </p:pic>
        <p:sp>
          <p:nvSpPr>
            <p:cNvPr id="7" name="Rounded Rectangle 6"/>
            <p:cNvSpPr/>
            <p:nvPr/>
          </p:nvSpPr>
          <p:spPr>
            <a:xfrm>
              <a:off x="839277" y="1402033"/>
              <a:ext cx="2793204" cy="702189"/>
            </a:xfrm>
            <a:prstGeom prst="roundRect">
              <a:avLst/>
            </a:prstGeom>
            <a:noFill/>
            <a:ln w="12700" cap="flat">
              <a:solidFill>
                <a:schemeClr val="accent6"/>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2" name="TextBox 31"/>
            <p:cNvSpPr txBox="1"/>
            <p:nvPr/>
          </p:nvSpPr>
          <p:spPr>
            <a:xfrm>
              <a:off x="1358980" y="1542439"/>
              <a:ext cx="2168531" cy="4453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r>
                <a:rPr lang="en-US" sz="1100" dirty="0">
                  <a:solidFill>
                    <a:schemeClr val="accent1"/>
                  </a:solidFill>
                </a:rPr>
                <a:t>A</a:t>
              </a:r>
              <a:r>
                <a:rPr lang="en-US" sz="1100" b="1" dirty="0" smtClean="0">
                  <a:solidFill>
                    <a:schemeClr val="accent1"/>
                  </a:solidFill>
                </a:rPr>
                <a:t> </a:t>
              </a:r>
              <a:r>
                <a:rPr lang="en-US" sz="1100" b="1" dirty="0">
                  <a:solidFill>
                    <a:schemeClr val="accent1"/>
                  </a:solidFill>
                </a:rPr>
                <a:t>lightweight framework </a:t>
              </a:r>
              <a:r>
                <a:rPr lang="en-US" sz="1100" dirty="0">
                  <a:solidFill>
                    <a:schemeClr val="accent1"/>
                  </a:solidFill>
                </a:rPr>
                <a:t>for managing and organizing complex software projects. </a:t>
              </a:r>
              <a:endParaRPr lang="en-US" sz="1100" dirty="0">
                <a:solidFill>
                  <a:schemeClr val="accent1"/>
                </a:solidFill>
                <a:latin typeface="Helvetica Neue"/>
                <a:ea typeface="Helvetica Neue"/>
                <a:cs typeface="Helvetica Neue"/>
                <a:sym typeface="Helvetica Neue"/>
              </a:endParaRPr>
            </a:p>
          </p:txBody>
        </p:sp>
      </p:grpSp>
      <p:grpSp>
        <p:nvGrpSpPr>
          <p:cNvPr id="4" name="Group 3"/>
          <p:cNvGrpSpPr/>
          <p:nvPr/>
        </p:nvGrpSpPr>
        <p:grpSpPr>
          <a:xfrm>
            <a:off x="4658588" y="1413630"/>
            <a:ext cx="2793204" cy="914400"/>
            <a:chOff x="839277" y="2258836"/>
            <a:chExt cx="2793204" cy="702189"/>
          </a:xfrm>
        </p:grpSpPr>
        <p:sp>
          <p:nvSpPr>
            <p:cNvPr id="29" name="Rounded Rectangle 28"/>
            <p:cNvSpPr/>
            <p:nvPr/>
          </p:nvSpPr>
          <p:spPr>
            <a:xfrm>
              <a:off x="839277" y="2258836"/>
              <a:ext cx="2793204" cy="702189"/>
            </a:xfrm>
            <a:prstGeom prst="roundRect">
              <a:avLst/>
            </a:prstGeom>
            <a:noFill/>
            <a:ln w="12700" cap="flat">
              <a:solidFill>
                <a:schemeClr val="accent6"/>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0" name="TextBox 29"/>
            <p:cNvSpPr txBox="1"/>
            <p:nvPr/>
          </p:nvSpPr>
          <p:spPr>
            <a:xfrm>
              <a:off x="1401512" y="2448621"/>
              <a:ext cx="2168531" cy="2993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r>
                <a:rPr lang="en-US" sz="1100" dirty="0" smtClean="0">
                  <a:solidFill>
                    <a:schemeClr val="accent1"/>
                  </a:solidFill>
                </a:rPr>
                <a:t>Helps </a:t>
              </a:r>
              <a:r>
                <a:rPr lang="en-US" sz="1100" dirty="0">
                  <a:solidFill>
                    <a:schemeClr val="accent1"/>
                  </a:solidFill>
                </a:rPr>
                <a:t>teams </a:t>
              </a:r>
              <a:r>
                <a:rPr lang="en-US" sz="1100" b="1" dirty="0">
                  <a:solidFill>
                    <a:schemeClr val="accent1"/>
                  </a:solidFill>
                </a:rPr>
                <a:t>deliver high-quality products fast and efficiently</a:t>
              </a:r>
              <a:r>
                <a:rPr lang="en-US" sz="1100" dirty="0">
                  <a:solidFill>
                    <a:schemeClr val="accent1"/>
                  </a:solidFill>
                </a:rPr>
                <a:t>. </a:t>
              </a:r>
              <a:endParaRPr lang="en-US" sz="1100" b="1" dirty="0">
                <a:solidFill>
                  <a:schemeClr val="accent1"/>
                </a:solidFill>
                <a:latin typeface="Helvetica Neue"/>
                <a:ea typeface="Helvetica Neue"/>
                <a:cs typeface="Helvetica Neue"/>
                <a:sym typeface="Helvetica Neue"/>
              </a:endParaRPr>
            </a:p>
          </p:txBody>
        </p:sp>
        <p:pic>
          <p:nvPicPr>
            <p:cNvPr id="31" name="Picture 3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4936" y="2340136"/>
              <a:ext cx="449913" cy="492443"/>
            </a:xfrm>
            <a:prstGeom prst="rect">
              <a:avLst/>
            </a:prstGeom>
          </p:spPr>
        </p:pic>
      </p:grpSp>
      <p:grpSp>
        <p:nvGrpSpPr>
          <p:cNvPr id="8" name="Group 7"/>
          <p:cNvGrpSpPr/>
          <p:nvPr/>
        </p:nvGrpSpPr>
        <p:grpSpPr>
          <a:xfrm>
            <a:off x="8273064" y="1413630"/>
            <a:ext cx="2793204" cy="914400"/>
            <a:chOff x="839277" y="3105306"/>
            <a:chExt cx="2793204" cy="702189"/>
          </a:xfrm>
        </p:grpSpPr>
        <p:sp>
          <p:nvSpPr>
            <p:cNvPr id="33" name="Rounded Rectangle 32"/>
            <p:cNvSpPr/>
            <p:nvPr/>
          </p:nvSpPr>
          <p:spPr>
            <a:xfrm>
              <a:off x="839277" y="3105306"/>
              <a:ext cx="2793204" cy="702189"/>
            </a:xfrm>
            <a:prstGeom prst="roundRect">
              <a:avLst/>
            </a:prstGeom>
            <a:noFill/>
            <a:ln w="12700" cap="flat">
              <a:solidFill>
                <a:schemeClr val="accent6"/>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5" name="TextBox 34"/>
            <p:cNvSpPr txBox="1"/>
            <p:nvPr/>
          </p:nvSpPr>
          <p:spPr>
            <a:xfrm flipH="1">
              <a:off x="1384035" y="3176836"/>
              <a:ext cx="2132873" cy="5591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r>
                <a:rPr lang="en-US" sz="1100" dirty="0">
                  <a:solidFill>
                    <a:schemeClr val="accent1"/>
                  </a:solidFill>
                </a:rPr>
                <a:t>software products are </a:t>
              </a:r>
              <a:r>
                <a:rPr lang="en-US" sz="1100" dirty="0" smtClean="0">
                  <a:solidFill>
                    <a:schemeClr val="accent1"/>
                  </a:solidFill>
                </a:rPr>
                <a:t>developed</a:t>
              </a:r>
              <a:endParaRPr lang="en-US" sz="1100" dirty="0" smtClean="0">
                <a:solidFill>
                  <a:schemeClr val="accent1"/>
                </a:solidFill>
              </a:endParaRPr>
            </a:p>
            <a:p>
              <a:r>
                <a:rPr lang="en-US" sz="1100" dirty="0" smtClean="0">
                  <a:solidFill>
                    <a:schemeClr val="accent1"/>
                  </a:solidFill>
                </a:rPr>
                <a:t> </a:t>
              </a:r>
              <a:r>
                <a:rPr lang="en-US" sz="1100" dirty="0">
                  <a:solidFill>
                    <a:schemeClr val="accent1"/>
                  </a:solidFill>
                </a:rPr>
                <a:t>in short </a:t>
              </a:r>
              <a:r>
                <a:rPr lang="en-US" sz="1100" b="1" dirty="0">
                  <a:solidFill>
                    <a:schemeClr val="accent1"/>
                  </a:solidFill>
                </a:rPr>
                <a:t>cycles/iterations </a:t>
              </a:r>
              <a:r>
                <a:rPr lang="en-US" sz="1100" b="1" dirty="0" smtClean="0">
                  <a:solidFill>
                    <a:schemeClr val="accent1"/>
                  </a:solidFill>
                </a:rPr>
                <a:t>called</a:t>
              </a:r>
              <a:endParaRPr lang="en-US" sz="1100" b="1" dirty="0" smtClean="0">
                <a:solidFill>
                  <a:schemeClr val="accent1"/>
                </a:solidFill>
              </a:endParaRPr>
            </a:p>
            <a:p>
              <a:r>
                <a:rPr lang="en-US" sz="1100" b="1" dirty="0" smtClean="0">
                  <a:solidFill>
                    <a:schemeClr val="accent1"/>
                  </a:solidFill>
                </a:rPr>
                <a:t>sprints</a:t>
              </a:r>
              <a:r>
                <a:rPr lang="en-US" sz="1100" b="1" dirty="0">
                  <a:solidFill>
                    <a:schemeClr val="accent1"/>
                  </a:solidFill>
                </a:rPr>
                <a:t>. </a:t>
              </a:r>
              <a:endParaRPr lang="en-US" sz="1100" b="1" dirty="0">
                <a:solidFill>
                  <a:schemeClr val="accent1"/>
                </a:solidFill>
                <a:latin typeface="Helvetica Neue"/>
                <a:ea typeface="Helvetica Neue"/>
                <a:cs typeface="Helvetica Neue"/>
                <a:sym typeface="Helvetica Neue"/>
              </a:endParaRPr>
            </a:p>
          </p:txBody>
        </p:sp>
        <p:pic>
          <p:nvPicPr>
            <p:cNvPr id="36" name="Picture 3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1090" y="3225099"/>
              <a:ext cx="469780" cy="462600"/>
            </a:xfrm>
            <a:prstGeom prst="rect">
              <a:avLst/>
            </a:prstGeom>
          </p:spPr>
        </p:pic>
      </p:grpSp>
      <p:grpSp>
        <p:nvGrpSpPr>
          <p:cNvPr id="11" name="Group 10"/>
          <p:cNvGrpSpPr/>
          <p:nvPr/>
        </p:nvGrpSpPr>
        <p:grpSpPr>
          <a:xfrm rot="17060657">
            <a:off x="4521824" y="5015378"/>
            <a:ext cx="1554480" cy="1371600"/>
            <a:chOff x="1110740" y="4346890"/>
            <a:chExt cx="1311715" cy="1146458"/>
          </a:xfrm>
        </p:grpSpPr>
        <p:sp>
          <p:nvSpPr>
            <p:cNvPr id="9" name="Oval Callout 8"/>
            <p:cNvSpPr/>
            <p:nvPr/>
          </p:nvSpPr>
          <p:spPr>
            <a:xfrm rot="12927132">
              <a:off x="1110740" y="4346890"/>
              <a:ext cx="1311715" cy="1102454"/>
            </a:xfrm>
            <a:prstGeom prst="wedgeEllipseCallout">
              <a:avLst/>
            </a:prstGeom>
            <a:noFill/>
            <a:ln w="12700" cap="flat">
              <a:solidFill>
                <a:srgbClr val="5E5E5E"/>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0" name="TextBox 9"/>
            <p:cNvSpPr txBox="1"/>
            <p:nvPr/>
          </p:nvSpPr>
          <p:spPr>
            <a:xfrm rot="4539343">
              <a:off x="1276740" y="4675977"/>
              <a:ext cx="1024319" cy="6104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defTabSz="825500" hangingPunct="0"/>
              <a:r>
                <a:rPr lang="en-US" sz="1100" dirty="0">
                  <a:solidFill>
                    <a:schemeClr val="accent1"/>
                  </a:solidFill>
                </a:rPr>
                <a:t>the work to be </a:t>
              </a:r>
              <a:endParaRPr lang="en-US" sz="1100" dirty="0" smtClean="0">
                <a:solidFill>
                  <a:schemeClr val="accent1"/>
                </a:solidFill>
              </a:endParaRPr>
            </a:p>
            <a:p>
              <a:pPr defTabSz="825500" hangingPunct="0"/>
              <a:r>
                <a:rPr lang="en-US" sz="1100" dirty="0" smtClean="0">
                  <a:solidFill>
                    <a:schemeClr val="accent1"/>
                  </a:solidFill>
                </a:rPr>
                <a:t>done </a:t>
              </a:r>
              <a:r>
                <a:rPr lang="en-US" sz="1100" dirty="0">
                  <a:solidFill>
                    <a:schemeClr val="accent1"/>
                  </a:solidFill>
                </a:rPr>
                <a:t>in </a:t>
              </a:r>
              <a:r>
                <a:rPr lang="en-US" sz="1100" dirty="0" smtClean="0">
                  <a:solidFill>
                    <a:schemeClr val="accent1"/>
                  </a:solidFill>
                </a:rPr>
                <a:t>the</a:t>
              </a:r>
              <a:endParaRPr lang="en-US" sz="1100" dirty="0" smtClean="0">
                <a:solidFill>
                  <a:schemeClr val="accent1"/>
                </a:solidFill>
              </a:endParaRPr>
            </a:p>
            <a:p>
              <a:pPr defTabSz="825500" hangingPunct="0"/>
              <a:r>
                <a:rPr lang="en-US" sz="1100" dirty="0" smtClean="0">
                  <a:solidFill>
                    <a:schemeClr val="accent1"/>
                  </a:solidFill>
                </a:rPr>
                <a:t> </a:t>
              </a:r>
              <a:r>
                <a:rPr lang="en-US" sz="1100" dirty="0">
                  <a:solidFill>
                    <a:schemeClr val="accent1"/>
                  </a:solidFill>
                </a:rPr>
                <a:t>current sprint</a:t>
              </a:r>
              <a:endParaRPr kumimoji="0" lang="en-US" sz="1100" b="1" i="0" u="none" strike="noStrike" cap="none" spc="0" normalizeH="0" baseline="0" dirty="0">
                <a:ln>
                  <a:noFill/>
                </a:ln>
                <a:solidFill>
                  <a:schemeClr val="accent1"/>
                </a:solidFill>
                <a:effectLst/>
                <a:uFillTx/>
                <a:latin typeface="Helvetica Neue"/>
                <a:ea typeface="Helvetica Neue"/>
                <a:cs typeface="Helvetica Neue"/>
                <a:sym typeface="Helvetica Neue"/>
              </a:endParaRPr>
            </a:p>
          </p:txBody>
        </p:sp>
      </p:grpSp>
      <p:grpSp>
        <p:nvGrpSpPr>
          <p:cNvPr id="42" name="Group 41"/>
          <p:cNvGrpSpPr/>
          <p:nvPr/>
        </p:nvGrpSpPr>
        <p:grpSpPr>
          <a:xfrm>
            <a:off x="1325452" y="4737661"/>
            <a:ext cx="1554480" cy="1371600"/>
            <a:chOff x="1110740" y="4346890"/>
            <a:chExt cx="1311715" cy="1102454"/>
          </a:xfrm>
        </p:grpSpPr>
        <p:sp>
          <p:nvSpPr>
            <p:cNvPr id="43" name="Oval Callout 42"/>
            <p:cNvSpPr/>
            <p:nvPr/>
          </p:nvSpPr>
          <p:spPr>
            <a:xfrm rot="12927132">
              <a:off x="1110740" y="4346890"/>
              <a:ext cx="1311715" cy="1102454"/>
            </a:xfrm>
            <a:prstGeom prst="wedgeEllipseCallout">
              <a:avLst/>
            </a:prstGeom>
            <a:noFill/>
            <a:ln w="12700" cap="flat">
              <a:solidFill>
                <a:srgbClr val="5E5E5E"/>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44" name="TextBox 43"/>
            <p:cNvSpPr txBox="1"/>
            <p:nvPr/>
          </p:nvSpPr>
          <p:spPr>
            <a:xfrm>
              <a:off x="1249591" y="4504764"/>
              <a:ext cx="1126912" cy="779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defTabSz="825500" hangingPunct="0"/>
              <a:r>
                <a:rPr lang="en-US" sz="1100" dirty="0">
                  <a:solidFill>
                    <a:schemeClr val="accent1"/>
                  </a:solidFill>
                </a:rPr>
                <a:t>a prioritized list </a:t>
              </a:r>
              <a:endParaRPr lang="en-US" sz="1100" dirty="0" smtClean="0">
                <a:solidFill>
                  <a:schemeClr val="accent1"/>
                </a:solidFill>
              </a:endParaRPr>
            </a:p>
            <a:p>
              <a:pPr defTabSz="825500" hangingPunct="0"/>
              <a:r>
                <a:rPr lang="en-US" sz="1100" dirty="0" smtClean="0">
                  <a:solidFill>
                    <a:schemeClr val="accent1"/>
                  </a:solidFill>
                </a:rPr>
                <a:t>of </a:t>
              </a:r>
              <a:r>
                <a:rPr lang="en-US" sz="1100" dirty="0">
                  <a:solidFill>
                    <a:schemeClr val="accent1"/>
                  </a:solidFill>
                </a:rPr>
                <a:t>features and </a:t>
              </a:r>
              <a:endParaRPr lang="en-US" sz="1100" dirty="0" smtClean="0">
                <a:solidFill>
                  <a:schemeClr val="accent1"/>
                </a:solidFill>
              </a:endParaRPr>
            </a:p>
            <a:p>
              <a:pPr defTabSz="825500" hangingPunct="0"/>
              <a:r>
                <a:rPr lang="en-US" sz="1100" dirty="0" smtClean="0">
                  <a:solidFill>
                    <a:schemeClr val="accent1"/>
                  </a:solidFill>
                </a:rPr>
                <a:t>requirements for</a:t>
              </a:r>
              <a:endParaRPr lang="en-US" sz="1100" dirty="0" smtClean="0">
                <a:solidFill>
                  <a:schemeClr val="accent1"/>
                </a:solidFill>
              </a:endParaRPr>
            </a:p>
            <a:p>
              <a:pPr defTabSz="825500" hangingPunct="0"/>
              <a:r>
                <a:rPr lang="en-US" sz="1100" dirty="0" smtClean="0">
                  <a:solidFill>
                    <a:schemeClr val="accent1"/>
                  </a:solidFill>
                </a:rPr>
                <a:t> </a:t>
              </a:r>
              <a:r>
                <a:rPr lang="en-US" sz="1100" dirty="0">
                  <a:solidFill>
                    <a:schemeClr val="accent1"/>
                  </a:solidFill>
                </a:rPr>
                <a:t>the product</a:t>
              </a:r>
              <a:endParaRPr kumimoji="0" lang="en-US" sz="1100" b="1" i="0" u="none" strike="noStrike" cap="none" spc="0" normalizeH="0" baseline="0" dirty="0">
                <a:ln>
                  <a:noFill/>
                </a:ln>
                <a:solidFill>
                  <a:schemeClr val="accent1"/>
                </a:solidFill>
                <a:effectLst/>
                <a:uFillTx/>
                <a:latin typeface="Helvetica Neue"/>
                <a:ea typeface="Helvetica Neue"/>
                <a:cs typeface="Helvetica Neue"/>
                <a:sym typeface="Helvetica Neue"/>
              </a:endParaRPr>
            </a:p>
          </p:txBody>
        </p:sp>
      </p:grpSp>
      <p:grpSp>
        <p:nvGrpSpPr>
          <p:cNvPr id="15" name="Group 14"/>
          <p:cNvGrpSpPr/>
          <p:nvPr/>
        </p:nvGrpSpPr>
        <p:grpSpPr>
          <a:xfrm>
            <a:off x="8750787" y="4885025"/>
            <a:ext cx="1554480" cy="1371600"/>
            <a:chOff x="8676362" y="5033887"/>
            <a:chExt cx="1554480" cy="1371600"/>
          </a:xfrm>
        </p:grpSpPr>
        <p:sp>
          <p:nvSpPr>
            <p:cNvPr id="13" name="Rectangle 12"/>
            <p:cNvSpPr/>
            <p:nvPr/>
          </p:nvSpPr>
          <p:spPr>
            <a:xfrm>
              <a:off x="8826829" y="5311242"/>
              <a:ext cx="1317101" cy="816890"/>
            </a:xfrm>
            <a:prstGeom prst="rect">
              <a:avLst/>
            </a:prstGeom>
          </p:spPr>
          <p:txBody>
            <a:bodyPr wrap="square">
              <a:spAutoFit/>
            </a:bodyPr>
            <a:lstStyle/>
            <a:p>
              <a:pPr marL="342900" marR="0" lvl="0" indent="-342900">
                <a:lnSpc>
                  <a:spcPct val="107000"/>
                </a:lnSpc>
                <a:spcBef>
                  <a:spcPts val="0"/>
                </a:spcBef>
                <a:spcAft>
                  <a:spcPts val="0"/>
                </a:spcAft>
                <a:tabLst>
                  <a:tab pos="457200" algn="l"/>
                </a:tabLst>
              </a:pPr>
              <a:r>
                <a:rPr lang="en-US" sz="1100" dirty="0">
                  <a:solidFill>
                    <a:schemeClr val="accent1"/>
                  </a:solidFill>
                  <a:latin typeface="Segoe UI" panose="020B0502040204020203" pitchFamily="34" charset="0"/>
                  <a:ea typeface="Times New Roman" panose="02020603050405020304" pitchFamily="18" charset="0"/>
                  <a:cs typeface="Times New Roman" panose="02020603050405020304" pitchFamily="18" charset="0"/>
                </a:rPr>
                <a:t>the sum of all the </a:t>
              </a:r>
              <a:endParaRPr lang="en-US" sz="1100" dirty="0" smtClean="0">
                <a:solidFill>
                  <a:schemeClr val="accent1"/>
                </a:solidFill>
                <a:latin typeface="Segoe UI" panose="020B0502040204020203" pitchFamily="34" charset="0"/>
                <a:ea typeface="Times New Roman" panose="02020603050405020304" pitchFamily="18" charset="0"/>
                <a:cs typeface="Times New Roman" panose="02020603050405020304" pitchFamily="18" charset="0"/>
              </a:endParaRPr>
            </a:p>
            <a:p>
              <a:pPr marL="342900" marR="0" lvl="0" indent="-342900">
                <a:lnSpc>
                  <a:spcPct val="107000"/>
                </a:lnSpc>
                <a:spcBef>
                  <a:spcPts val="0"/>
                </a:spcBef>
                <a:spcAft>
                  <a:spcPts val="0"/>
                </a:spcAft>
                <a:tabLst>
                  <a:tab pos="457200" algn="l"/>
                </a:tabLst>
              </a:pPr>
              <a:r>
                <a:rPr lang="en-US" sz="1100" dirty="0" smtClean="0">
                  <a:solidFill>
                    <a:schemeClr val="accent1"/>
                  </a:solidFill>
                  <a:latin typeface="Segoe UI" panose="020B0502040204020203" pitchFamily="34" charset="0"/>
                  <a:ea typeface="Times New Roman" panose="02020603050405020304" pitchFamily="18" charset="0"/>
                  <a:cs typeface="Times New Roman" panose="02020603050405020304" pitchFamily="18" charset="0"/>
                </a:rPr>
                <a:t>product </a:t>
              </a:r>
              <a:r>
                <a:rPr lang="en-US" sz="1100" dirty="0">
                  <a:solidFill>
                    <a:schemeClr val="accent1"/>
                  </a:solidFill>
                  <a:latin typeface="Segoe UI" panose="020B0502040204020203" pitchFamily="34" charset="0"/>
                  <a:ea typeface="Times New Roman" panose="02020603050405020304" pitchFamily="18" charset="0"/>
                  <a:cs typeface="Times New Roman" panose="02020603050405020304" pitchFamily="18" charset="0"/>
                </a:rPr>
                <a:t>backlog </a:t>
              </a:r>
              <a:endParaRPr lang="en-US" sz="1100" dirty="0" smtClean="0">
                <a:solidFill>
                  <a:schemeClr val="accent1"/>
                </a:solidFill>
                <a:latin typeface="Segoe UI" panose="020B0502040204020203" pitchFamily="34" charset="0"/>
                <a:ea typeface="Times New Roman" panose="02020603050405020304" pitchFamily="18" charset="0"/>
                <a:cs typeface="Times New Roman" panose="02020603050405020304" pitchFamily="18" charset="0"/>
              </a:endParaRPr>
            </a:p>
            <a:p>
              <a:pPr marL="342900" marR="0" lvl="0" indent="-342900">
                <a:lnSpc>
                  <a:spcPct val="107000"/>
                </a:lnSpc>
                <a:spcBef>
                  <a:spcPts val="0"/>
                </a:spcBef>
                <a:spcAft>
                  <a:spcPts val="0"/>
                </a:spcAft>
                <a:tabLst>
                  <a:tab pos="457200" algn="l"/>
                </a:tabLst>
              </a:pPr>
              <a:r>
                <a:rPr lang="en-US" sz="1100" dirty="0" smtClean="0">
                  <a:solidFill>
                    <a:schemeClr val="accent1"/>
                  </a:solidFill>
                  <a:latin typeface="Segoe UI" panose="020B0502040204020203" pitchFamily="34" charset="0"/>
                  <a:ea typeface="Times New Roman" panose="02020603050405020304" pitchFamily="18" charset="0"/>
                  <a:cs typeface="Times New Roman" panose="02020603050405020304" pitchFamily="18" charset="0"/>
                </a:rPr>
                <a:t>items </a:t>
              </a:r>
              <a:r>
                <a:rPr lang="en-US" sz="1100" dirty="0">
                  <a:solidFill>
                    <a:schemeClr val="accent1"/>
                  </a:solidFill>
                  <a:latin typeface="Segoe UI" panose="020B0502040204020203" pitchFamily="34" charset="0"/>
                  <a:ea typeface="Times New Roman" panose="02020603050405020304" pitchFamily="18" charset="0"/>
                  <a:cs typeface="Times New Roman" panose="02020603050405020304" pitchFamily="18" charset="0"/>
                </a:rPr>
                <a:t>completed </a:t>
              </a:r>
              <a:endParaRPr lang="en-US" sz="1100" dirty="0" smtClean="0">
                <a:solidFill>
                  <a:schemeClr val="accent1"/>
                </a:solidFill>
                <a:latin typeface="Segoe UI" panose="020B0502040204020203" pitchFamily="34" charset="0"/>
                <a:ea typeface="Times New Roman" panose="02020603050405020304" pitchFamily="18" charset="0"/>
                <a:cs typeface="Times New Roman" panose="02020603050405020304" pitchFamily="18" charset="0"/>
              </a:endParaRPr>
            </a:p>
            <a:p>
              <a:pPr marL="342900" marR="0" lvl="0" indent="-342900">
                <a:lnSpc>
                  <a:spcPct val="107000"/>
                </a:lnSpc>
                <a:spcBef>
                  <a:spcPts val="0"/>
                </a:spcBef>
                <a:spcAft>
                  <a:spcPts val="0"/>
                </a:spcAft>
                <a:tabLst>
                  <a:tab pos="457200" algn="l"/>
                </a:tabLst>
              </a:pPr>
              <a:r>
                <a:rPr lang="en-US" sz="1100" dirty="0" smtClean="0">
                  <a:solidFill>
                    <a:schemeClr val="accent1"/>
                  </a:solidFill>
                  <a:latin typeface="Segoe UI" panose="020B0502040204020203" pitchFamily="34" charset="0"/>
                  <a:ea typeface="Times New Roman" panose="02020603050405020304" pitchFamily="18" charset="0"/>
                  <a:cs typeface="Times New Roman" panose="02020603050405020304" pitchFamily="18" charset="0"/>
                </a:rPr>
                <a:t>during </a:t>
              </a:r>
              <a:r>
                <a:rPr lang="en-US" sz="1100" dirty="0">
                  <a:solidFill>
                    <a:schemeClr val="accent1"/>
                  </a:solidFill>
                  <a:latin typeface="Segoe UI" panose="020B0502040204020203" pitchFamily="34" charset="0"/>
                  <a:ea typeface="Times New Roman" panose="02020603050405020304" pitchFamily="18" charset="0"/>
                  <a:cs typeface="Times New Roman" panose="02020603050405020304" pitchFamily="18" charset="0"/>
                </a:rPr>
                <a:t>a sprint</a:t>
              </a:r>
              <a:endParaRPr lang="en-US" sz="11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7" name="Oval Callout 46"/>
            <p:cNvSpPr/>
            <p:nvPr/>
          </p:nvSpPr>
          <p:spPr>
            <a:xfrm rot="8387789">
              <a:off x="8676362" y="5033887"/>
              <a:ext cx="1554480" cy="1371600"/>
            </a:xfrm>
            <a:prstGeom prst="wedgeEllipseCallout">
              <a:avLst/>
            </a:prstGeom>
            <a:noFill/>
            <a:ln w="12700" cap="flat">
              <a:solidFill>
                <a:srgbClr val="5E5E5E"/>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grpSp>
      <p:cxnSp>
        <p:nvCxnSpPr>
          <p:cNvPr id="19" name="Straight Arrow Connector 18"/>
          <p:cNvCxnSpPr/>
          <p:nvPr/>
        </p:nvCxnSpPr>
        <p:spPr>
          <a:xfrm>
            <a:off x="3551841" y="2946861"/>
            <a:ext cx="0" cy="956068"/>
          </a:xfrm>
          <a:prstGeom prst="straightConnector1">
            <a:avLst/>
          </a:prstGeom>
          <a:noFill/>
          <a:ln w="57150" cap="flat">
            <a:solidFill>
              <a:srgbClr val="0070C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7" name="Straight Arrow Connector 56"/>
          <p:cNvCxnSpPr/>
          <p:nvPr/>
        </p:nvCxnSpPr>
        <p:spPr>
          <a:xfrm flipV="1">
            <a:off x="3633623" y="3871777"/>
            <a:ext cx="1151243" cy="1345"/>
          </a:xfrm>
          <a:prstGeom prst="straightConnector1">
            <a:avLst/>
          </a:prstGeom>
          <a:noFill/>
          <a:ln w="57150" cap="flat">
            <a:solidFill>
              <a:srgbClr val="0070C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2" name="Straight Arrow Connector 61"/>
          <p:cNvCxnSpPr/>
          <p:nvPr/>
        </p:nvCxnSpPr>
        <p:spPr>
          <a:xfrm flipV="1">
            <a:off x="5051899" y="3869546"/>
            <a:ext cx="494336" cy="1346"/>
          </a:xfrm>
          <a:prstGeom prst="straightConnector1">
            <a:avLst/>
          </a:prstGeom>
          <a:noFill/>
          <a:ln w="57150" cap="flat">
            <a:solidFill>
              <a:srgbClr val="0070C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4" name="Straight Arrow Connector 63"/>
          <p:cNvCxnSpPr/>
          <p:nvPr/>
        </p:nvCxnSpPr>
        <p:spPr>
          <a:xfrm flipV="1">
            <a:off x="7399191" y="3867769"/>
            <a:ext cx="494336" cy="1346"/>
          </a:xfrm>
          <a:prstGeom prst="straightConnector1">
            <a:avLst/>
          </a:prstGeom>
          <a:noFill/>
          <a:ln w="57150" cap="flat">
            <a:solidFill>
              <a:srgbClr val="0070C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6" name="Straight Arrow Connector 65"/>
          <p:cNvCxnSpPr/>
          <p:nvPr/>
        </p:nvCxnSpPr>
        <p:spPr>
          <a:xfrm flipH="1" flipV="1">
            <a:off x="7973122" y="2676293"/>
            <a:ext cx="14527" cy="1114975"/>
          </a:xfrm>
          <a:prstGeom prst="straightConnector1">
            <a:avLst/>
          </a:prstGeom>
          <a:noFill/>
          <a:ln w="57150" cap="flat">
            <a:solidFill>
              <a:srgbClr val="0070C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7" name="Straight Arrow Connector 66"/>
          <p:cNvCxnSpPr/>
          <p:nvPr/>
        </p:nvCxnSpPr>
        <p:spPr>
          <a:xfrm flipH="1">
            <a:off x="6027445" y="2766968"/>
            <a:ext cx="1866082" cy="9293"/>
          </a:xfrm>
          <a:prstGeom prst="straightConnector1">
            <a:avLst/>
          </a:prstGeom>
          <a:noFill/>
          <a:ln w="57150" cap="flat">
            <a:solidFill>
              <a:srgbClr val="0070C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8" name="Straight Arrow Connector 67"/>
          <p:cNvCxnSpPr/>
          <p:nvPr/>
        </p:nvCxnSpPr>
        <p:spPr>
          <a:xfrm flipH="1" flipV="1">
            <a:off x="4262758" y="2799911"/>
            <a:ext cx="1036309" cy="11796"/>
          </a:xfrm>
          <a:prstGeom prst="straightConnector1">
            <a:avLst/>
          </a:prstGeom>
          <a:noFill/>
          <a:ln w="57150" cap="flat">
            <a:solidFill>
              <a:srgbClr val="0070C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70" name="Straight Arrow Connector 69"/>
          <p:cNvCxnSpPr/>
          <p:nvPr/>
        </p:nvCxnSpPr>
        <p:spPr>
          <a:xfrm>
            <a:off x="4209244" y="2878571"/>
            <a:ext cx="0" cy="956068"/>
          </a:xfrm>
          <a:prstGeom prst="straightConnector1">
            <a:avLst/>
          </a:prstGeom>
          <a:noFill/>
          <a:ln w="57150" cap="flat">
            <a:solidFill>
              <a:srgbClr val="0070C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72" name="Straight Arrow Connector 71"/>
          <p:cNvCxnSpPr/>
          <p:nvPr/>
        </p:nvCxnSpPr>
        <p:spPr>
          <a:xfrm flipV="1">
            <a:off x="8244549" y="3877825"/>
            <a:ext cx="494336" cy="1346"/>
          </a:xfrm>
          <a:prstGeom prst="straightConnector1">
            <a:avLst/>
          </a:prstGeom>
          <a:noFill/>
          <a:ln w="57150" cap="flat">
            <a:solidFill>
              <a:srgbClr val="0070C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40" name="Picture 3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08052" y="5873836"/>
            <a:ext cx="1260187" cy="945560"/>
          </a:xfrm>
          <a:prstGeom prst="ellipse">
            <a:avLst/>
          </a:prstGeom>
          <a:ln>
            <a:noFill/>
          </a:ln>
          <a:effectLst>
            <a:softEdge rad="112500"/>
          </a:effec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nodeType="clickEffect">
                                  <p:stCondLst>
                                    <p:cond delay="0"/>
                                  </p:stCondLst>
                                  <p:childTnLst>
                                    <p:set>
                                      <p:cBhvr>
                                        <p:cTn id="25" dur="1" fill="hold">
                                          <p:stCondLst>
                                            <p:cond delay="0"/>
                                          </p:stCondLst>
                                        </p:cTn>
                                        <p:tgtEl>
                                          <p:spTgt spid="42"/>
                                        </p:tgtEl>
                                        <p:attrNameLst>
                                          <p:attrName>style.visibility</p:attrName>
                                        </p:attrNameLst>
                                      </p:cBhvr>
                                      <p:to>
                                        <p:strVal val="visible"/>
                                      </p:to>
                                    </p:set>
                                    <p:animEffect transition="in" filter="circle(in)">
                                      <p:cBhvr>
                                        <p:cTn id="26" dur="2000"/>
                                        <p:tgtEl>
                                          <p:spTgt spid="4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nodeType="clickEffect">
                                  <p:stCondLst>
                                    <p:cond delay="0"/>
                                  </p:stCondLst>
                                  <p:childTnLst>
                                    <p:animEffect transition="out" filter="fade">
                                      <p:cBhvr>
                                        <p:cTn id="30" dur="500"/>
                                        <p:tgtEl>
                                          <p:spTgt spid="19"/>
                                        </p:tgtEl>
                                      </p:cBhvr>
                                    </p:animEffect>
                                    <p:set>
                                      <p:cBhvr>
                                        <p:cTn id="31" dur="1" fill="hold">
                                          <p:stCondLst>
                                            <p:cond delay="499"/>
                                          </p:stCondLst>
                                        </p:cTn>
                                        <p:tgtEl>
                                          <p:spTgt spid="19"/>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circle(in)">
                                      <p:cBhvr>
                                        <p:cTn id="40" dur="20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barn(inVertical)">
                                      <p:cBhvr>
                                        <p:cTn id="45" dur="500"/>
                                        <p:tgtEl>
                                          <p:spTgt spid="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500"/>
                                        <p:tgtEl>
                                          <p:spTgt spid="57"/>
                                        </p:tgtEl>
                                      </p:cBhvr>
                                    </p:animEffect>
                                    <p:set>
                                      <p:cBhvr>
                                        <p:cTn id="50" dur="1" fill="hold">
                                          <p:stCondLst>
                                            <p:cond delay="499"/>
                                          </p:stCondLst>
                                        </p:cTn>
                                        <p:tgtEl>
                                          <p:spTgt spid="57"/>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0" presetClass="exit" presetSubtype="0" fill="hold" nodeType="clickEffect">
                                  <p:stCondLst>
                                    <p:cond delay="0"/>
                                  </p:stCondLst>
                                  <p:childTnLst>
                                    <p:animEffect transition="out" filter="fade">
                                      <p:cBhvr>
                                        <p:cTn id="58" dur="500"/>
                                        <p:tgtEl>
                                          <p:spTgt spid="62"/>
                                        </p:tgtEl>
                                      </p:cBhvr>
                                    </p:animEffect>
                                    <p:set>
                                      <p:cBhvr>
                                        <p:cTn id="59" dur="1" fill="hold">
                                          <p:stCondLst>
                                            <p:cond delay="499"/>
                                          </p:stCondLst>
                                        </p:cTn>
                                        <p:tgtEl>
                                          <p:spTgt spid="62"/>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64"/>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66"/>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67"/>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68"/>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70"/>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0"/>
                                          </p:stCondLst>
                                        </p:cTn>
                                        <p:tgtEl>
                                          <p:spTgt spid="72"/>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6" presetClass="entr" presetSubtype="16" fill="hold" nodeType="clickEffect">
                                  <p:stCondLst>
                                    <p:cond delay="0"/>
                                  </p:stCondLst>
                                  <p:childTnLst>
                                    <p:set>
                                      <p:cBhvr>
                                        <p:cTn id="87" dur="1" fill="hold">
                                          <p:stCondLst>
                                            <p:cond delay="0"/>
                                          </p:stCondLst>
                                        </p:cTn>
                                        <p:tgtEl>
                                          <p:spTgt spid="15"/>
                                        </p:tgtEl>
                                        <p:attrNameLst>
                                          <p:attrName>style.visibility</p:attrName>
                                        </p:attrNameLst>
                                      </p:cBhvr>
                                      <p:to>
                                        <p:strVal val="visible"/>
                                      </p:to>
                                    </p:set>
                                    <p:animEffect transition="in" filter="circle(in)">
                                      <p:cBhvr>
                                        <p:cTn id="88"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Google Shape;1358;p92"/>
          <p:cNvCxnSpPr/>
          <p:nvPr/>
        </p:nvCxnSpPr>
        <p:spPr>
          <a:xfrm rot="10800000">
            <a:off x="7642952" y="2381451"/>
            <a:ext cx="544754" cy="0"/>
          </a:xfrm>
          <a:prstGeom prst="straightConnector1">
            <a:avLst/>
          </a:prstGeom>
          <a:noFill/>
          <a:ln w="38100" cap="flat" cmpd="sng">
            <a:solidFill>
              <a:schemeClr val="accent5"/>
            </a:solidFill>
            <a:prstDash val="solid"/>
            <a:miter lim="800000"/>
            <a:headEnd type="none" w="sm" len="sm"/>
            <a:tailEnd type="none" w="sm" len="sm"/>
          </a:ln>
        </p:spPr>
      </p:cxnSp>
      <p:pic>
        <p:nvPicPr>
          <p:cNvPr id="39" name="Picture 3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401513" y="2187265"/>
            <a:ext cx="3535439" cy="2356959"/>
          </a:xfrm>
          <a:prstGeom prst="rect">
            <a:avLst/>
          </a:prstGeom>
        </p:spPr>
      </p:pic>
      <p:sp>
        <p:nvSpPr>
          <p:cNvPr id="2" name="Google Shape;1335;p92"/>
          <p:cNvSpPr/>
          <p:nvPr/>
        </p:nvSpPr>
        <p:spPr>
          <a:xfrm>
            <a:off x="4222708" y="1477486"/>
            <a:ext cx="3637945" cy="363916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 name="Google Shape;1337;p92"/>
          <p:cNvSpPr/>
          <p:nvPr/>
        </p:nvSpPr>
        <p:spPr>
          <a:xfrm>
            <a:off x="4477255" y="3428604"/>
            <a:ext cx="652808" cy="1442025"/>
          </a:xfrm>
          <a:custGeom>
            <a:avLst/>
            <a:gdLst/>
            <a:ahLst/>
            <a:cxnLst/>
            <a:rect l="l" t="t" r="r" b="b"/>
            <a:pathLst>
              <a:path w="536" h="1184" extrusionOk="0">
                <a:moveTo>
                  <a:pt x="536" y="0"/>
                </a:moveTo>
                <a:lnTo>
                  <a:pt x="268" y="331"/>
                </a:lnTo>
                <a:lnTo>
                  <a:pt x="0" y="3"/>
                </a:lnTo>
                <a:lnTo>
                  <a:pt x="0" y="648"/>
                </a:lnTo>
                <a:lnTo>
                  <a:pt x="536" y="1184"/>
                </a:lnTo>
                <a:lnTo>
                  <a:pt x="0" y="648"/>
                </a:lnTo>
                <a:lnTo>
                  <a:pt x="536" y="648"/>
                </a:lnTo>
                <a:lnTo>
                  <a:pt x="536" y="0"/>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6" name="Google Shape;1339;p92"/>
          <p:cNvSpPr/>
          <p:nvPr/>
        </p:nvSpPr>
        <p:spPr>
          <a:xfrm>
            <a:off x="5130063" y="1732033"/>
            <a:ext cx="784344" cy="652809"/>
          </a:xfrm>
          <a:custGeom>
            <a:avLst/>
            <a:gdLst/>
            <a:ahLst/>
            <a:cxnLst/>
            <a:rect l="l" t="t" r="r" b="b"/>
            <a:pathLst>
              <a:path w="644" h="536" extrusionOk="0">
                <a:moveTo>
                  <a:pt x="644" y="0"/>
                </a:moveTo>
                <a:lnTo>
                  <a:pt x="0" y="0"/>
                </a:lnTo>
                <a:lnTo>
                  <a:pt x="0" y="536"/>
                </a:lnTo>
                <a:lnTo>
                  <a:pt x="644" y="536"/>
                </a:lnTo>
                <a:lnTo>
                  <a:pt x="317" y="268"/>
                </a:lnTo>
                <a:lnTo>
                  <a:pt x="644" y="0"/>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 name="Google Shape;1340;p92"/>
          <p:cNvSpPr/>
          <p:nvPr/>
        </p:nvSpPr>
        <p:spPr>
          <a:xfrm>
            <a:off x="4226362" y="1732033"/>
            <a:ext cx="1153376" cy="2099705"/>
          </a:xfrm>
          <a:custGeom>
            <a:avLst/>
            <a:gdLst/>
            <a:ahLst/>
            <a:cxnLst/>
            <a:rect l="l" t="t" r="r" b="b"/>
            <a:pathLst>
              <a:path w="947" h="1724" extrusionOk="0">
                <a:moveTo>
                  <a:pt x="742" y="0"/>
                </a:moveTo>
                <a:lnTo>
                  <a:pt x="206" y="536"/>
                </a:lnTo>
                <a:lnTo>
                  <a:pt x="206" y="1146"/>
                </a:lnTo>
                <a:lnTo>
                  <a:pt x="0" y="1146"/>
                </a:lnTo>
                <a:lnTo>
                  <a:pt x="474" y="1724"/>
                </a:lnTo>
                <a:lnTo>
                  <a:pt x="947" y="1146"/>
                </a:lnTo>
                <a:lnTo>
                  <a:pt x="742" y="1146"/>
                </a:lnTo>
                <a:lnTo>
                  <a:pt x="742" y="0"/>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nvGrpSpPr>
          <p:cNvPr id="41" name="Group 40"/>
          <p:cNvGrpSpPr/>
          <p:nvPr/>
        </p:nvGrpSpPr>
        <p:grpSpPr>
          <a:xfrm>
            <a:off x="4226362" y="1732033"/>
            <a:ext cx="1684341" cy="2099705"/>
            <a:chOff x="4226362" y="1732033"/>
            <a:chExt cx="1684341" cy="2099705"/>
          </a:xfrm>
        </p:grpSpPr>
        <p:sp>
          <p:nvSpPr>
            <p:cNvPr id="5" name="Google Shape;1338;p92"/>
            <p:cNvSpPr/>
            <p:nvPr/>
          </p:nvSpPr>
          <p:spPr>
            <a:xfrm>
              <a:off x="5126359" y="1732033"/>
              <a:ext cx="784344" cy="652809"/>
            </a:xfrm>
            <a:custGeom>
              <a:avLst/>
              <a:gdLst/>
              <a:ahLst/>
              <a:cxnLst/>
              <a:rect l="l" t="t" r="r" b="b"/>
              <a:pathLst>
                <a:path w="644" h="536" extrusionOk="0">
                  <a:moveTo>
                    <a:pt x="644" y="0"/>
                  </a:moveTo>
                  <a:lnTo>
                    <a:pt x="0" y="0"/>
                  </a:lnTo>
                  <a:lnTo>
                    <a:pt x="0" y="536"/>
                  </a:lnTo>
                  <a:lnTo>
                    <a:pt x="644" y="536"/>
                  </a:lnTo>
                  <a:lnTo>
                    <a:pt x="317" y="268"/>
                  </a:lnTo>
                  <a:lnTo>
                    <a:pt x="644"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8" name="Google Shape;1341;p92"/>
            <p:cNvSpPr/>
            <p:nvPr/>
          </p:nvSpPr>
          <p:spPr>
            <a:xfrm>
              <a:off x="4226362" y="1732033"/>
              <a:ext cx="1153376" cy="2099705"/>
            </a:xfrm>
            <a:custGeom>
              <a:avLst/>
              <a:gdLst/>
              <a:ahLst/>
              <a:cxnLst/>
              <a:rect l="l" t="t" r="r" b="b"/>
              <a:pathLst>
                <a:path w="947" h="1724" extrusionOk="0">
                  <a:moveTo>
                    <a:pt x="742" y="0"/>
                  </a:moveTo>
                  <a:lnTo>
                    <a:pt x="206" y="536"/>
                  </a:lnTo>
                  <a:lnTo>
                    <a:pt x="206" y="1146"/>
                  </a:lnTo>
                  <a:lnTo>
                    <a:pt x="0" y="1146"/>
                  </a:lnTo>
                  <a:lnTo>
                    <a:pt x="474" y="1724"/>
                  </a:lnTo>
                  <a:lnTo>
                    <a:pt x="947" y="1146"/>
                  </a:lnTo>
                  <a:lnTo>
                    <a:pt x="742" y="1146"/>
                  </a:lnTo>
                  <a:lnTo>
                    <a:pt x="742" y="536"/>
                  </a:lnTo>
                  <a:lnTo>
                    <a:pt x="74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sp>
        <p:nvSpPr>
          <p:cNvPr id="9" name="Google Shape;1342;p92"/>
          <p:cNvSpPr/>
          <p:nvPr/>
        </p:nvSpPr>
        <p:spPr>
          <a:xfrm>
            <a:off x="4226362" y="1732033"/>
            <a:ext cx="1153376" cy="2099705"/>
          </a:xfrm>
          <a:custGeom>
            <a:avLst/>
            <a:gdLst/>
            <a:ahLst/>
            <a:cxnLst/>
            <a:rect l="l" t="t" r="r" b="b"/>
            <a:pathLst>
              <a:path w="947" h="1724" extrusionOk="0">
                <a:moveTo>
                  <a:pt x="742" y="0"/>
                </a:moveTo>
                <a:lnTo>
                  <a:pt x="206" y="536"/>
                </a:lnTo>
                <a:lnTo>
                  <a:pt x="206" y="1146"/>
                </a:lnTo>
                <a:lnTo>
                  <a:pt x="0" y="1146"/>
                </a:lnTo>
                <a:lnTo>
                  <a:pt x="474" y="1724"/>
                </a:lnTo>
                <a:lnTo>
                  <a:pt x="947" y="1146"/>
                </a:lnTo>
                <a:lnTo>
                  <a:pt x="742" y="1146"/>
                </a:lnTo>
                <a:lnTo>
                  <a:pt x="742" y="536"/>
                </a:lnTo>
                <a:lnTo>
                  <a:pt x="742" y="0"/>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1" name="Google Shape;1344;p92"/>
          <p:cNvSpPr/>
          <p:nvPr/>
        </p:nvSpPr>
        <p:spPr>
          <a:xfrm>
            <a:off x="6961824" y="2384841"/>
            <a:ext cx="652808" cy="784345"/>
          </a:xfrm>
          <a:custGeom>
            <a:avLst/>
            <a:gdLst/>
            <a:ahLst/>
            <a:cxnLst/>
            <a:rect l="l" t="t" r="r" b="b"/>
            <a:pathLst>
              <a:path w="536" h="644" extrusionOk="0">
                <a:moveTo>
                  <a:pt x="536" y="0"/>
                </a:moveTo>
                <a:lnTo>
                  <a:pt x="0" y="0"/>
                </a:lnTo>
                <a:lnTo>
                  <a:pt x="0" y="644"/>
                </a:lnTo>
                <a:lnTo>
                  <a:pt x="268" y="317"/>
                </a:lnTo>
                <a:lnTo>
                  <a:pt x="536" y="644"/>
                </a:lnTo>
                <a:lnTo>
                  <a:pt x="536" y="0"/>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2" name="Google Shape;1345;p92"/>
          <p:cNvSpPr/>
          <p:nvPr/>
        </p:nvSpPr>
        <p:spPr>
          <a:xfrm>
            <a:off x="5516146" y="1481140"/>
            <a:ext cx="2098487" cy="1154594"/>
          </a:xfrm>
          <a:custGeom>
            <a:avLst/>
            <a:gdLst/>
            <a:ahLst/>
            <a:cxnLst/>
            <a:rect l="l" t="t" r="r" b="b"/>
            <a:pathLst>
              <a:path w="1723" h="948" extrusionOk="0">
                <a:moveTo>
                  <a:pt x="1723" y="742"/>
                </a:moveTo>
                <a:lnTo>
                  <a:pt x="1187" y="206"/>
                </a:lnTo>
                <a:lnTo>
                  <a:pt x="578" y="206"/>
                </a:lnTo>
                <a:lnTo>
                  <a:pt x="578" y="0"/>
                </a:lnTo>
                <a:lnTo>
                  <a:pt x="0" y="474"/>
                </a:lnTo>
                <a:lnTo>
                  <a:pt x="578" y="948"/>
                </a:lnTo>
                <a:lnTo>
                  <a:pt x="578" y="742"/>
                </a:lnTo>
                <a:lnTo>
                  <a:pt x="1723" y="742"/>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nvGrpSpPr>
          <p:cNvPr id="42" name="Group 41"/>
          <p:cNvGrpSpPr/>
          <p:nvPr/>
        </p:nvGrpSpPr>
        <p:grpSpPr>
          <a:xfrm>
            <a:off x="5619669" y="1481140"/>
            <a:ext cx="2098487" cy="1681907"/>
            <a:chOff x="5619669" y="1481140"/>
            <a:chExt cx="2098487" cy="1681907"/>
          </a:xfrm>
        </p:grpSpPr>
        <p:sp>
          <p:nvSpPr>
            <p:cNvPr id="10" name="Google Shape;1343;p92"/>
            <p:cNvSpPr/>
            <p:nvPr/>
          </p:nvSpPr>
          <p:spPr>
            <a:xfrm>
              <a:off x="7062912" y="2378702"/>
              <a:ext cx="652808" cy="784345"/>
            </a:xfrm>
            <a:custGeom>
              <a:avLst/>
              <a:gdLst/>
              <a:ahLst/>
              <a:cxnLst/>
              <a:rect l="l" t="t" r="r" b="b"/>
              <a:pathLst>
                <a:path w="536" h="644" extrusionOk="0">
                  <a:moveTo>
                    <a:pt x="536" y="0"/>
                  </a:moveTo>
                  <a:lnTo>
                    <a:pt x="0" y="0"/>
                  </a:lnTo>
                  <a:lnTo>
                    <a:pt x="0" y="644"/>
                  </a:lnTo>
                  <a:lnTo>
                    <a:pt x="268" y="317"/>
                  </a:lnTo>
                  <a:lnTo>
                    <a:pt x="536" y="644"/>
                  </a:lnTo>
                  <a:lnTo>
                    <a:pt x="536"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3" name="Google Shape;1346;p92"/>
            <p:cNvSpPr/>
            <p:nvPr/>
          </p:nvSpPr>
          <p:spPr>
            <a:xfrm>
              <a:off x="5619669" y="1481140"/>
              <a:ext cx="2098487" cy="1154594"/>
            </a:xfrm>
            <a:custGeom>
              <a:avLst/>
              <a:gdLst/>
              <a:ahLst/>
              <a:cxnLst/>
              <a:rect l="l" t="t" r="r" b="b"/>
              <a:pathLst>
                <a:path w="1723" h="948" extrusionOk="0">
                  <a:moveTo>
                    <a:pt x="578" y="0"/>
                  </a:moveTo>
                  <a:lnTo>
                    <a:pt x="0" y="474"/>
                  </a:lnTo>
                  <a:lnTo>
                    <a:pt x="578" y="948"/>
                  </a:lnTo>
                  <a:lnTo>
                    <a:pt x="578" y="742"/>
                  </a:lnTo>
                  <a:lnTo>
                    <a:pt x="1723" y="742"/>
                  </a:lnTo>
                  <a:lnTo>
                    <a:pt x="1187" y="206"/>
                  </a:lnTo>
                  <a:lnTo>
                    <a:pt x="578" y="206"/>
                  </a:lnTo>
                  <a:lnTo>
                    <a:pt x="578"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sp>
        <p:nvSpPr>
          <p:cNvPr id="14" name="Google Shape;1347;p92"/>
          <p:cNvSpPr/>
          <p:nvPr/>
        </p:nvSpPr>
        <p:spPr>
          <a:xfrm>
            <a:off x="5516146" y="1481140"/>
            <a:ext cx="2098487" cy="1154594"/>
          </a:xfrm>
          <a:custGeom>
            <a:avLst/>
            <a:gdLst/>
            <a:ahLst/>
            <a:cxnLst/>
            <a:rect l="l" t="t" r="r" b="b"/>
            <a:pathLst>
              <a:path w="1723" h="948" extrusionOk="0">
                <a:moveTo>
                  <a:pt x="578" y="0"/>
                </a:moveTo>
                <a:lnTo>
                  <a:pt x="0" y="474"/>
                </a:lnTo>
                <a:lnTo>
                  <a:pt x="578" y="948"/>
                </a:lnTo>
                <a:lnTo>
                  <a:pt x="578" y="742"/>
                </a:lnTo>
                <a:lnTo>
                  <a:pt x="1723" y="742"/>
                </a:lnTo>
                <a:lnTo>
                  <a:pt x="1187" y="206"/>
                </a:lnTo>
                <a:lnTo>
                  <a:pt x="578" y="206"/>
                </a:lnTo>
                <a:lnTo>
                  <a:pt x="578" y="0"/>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nvGrpSpPr>
          <p:cNvPr id="43" name="Group 42"/>
          <p:cNvGrpSpPr/>
          <p:nvPr/>
        </p:nvGrpSpPr>
        <p:grpSpPr>
          <a:xfrm>
            <a:off x="5972868" y="2889118"/>
            <a:ext cx="1983425" cy="2099705"/>
            <a:chOff x="5972868" y="2889118"/>
            <a:chExt cx="1983425" cy="2099705"/>
          </a:xfrm>
        </p:grpSpPr>
        <p:sp>
          <p:nvSpPr>
            <p:cNvPr id="15" name="Google Shape;1348;p92"/>
            <p:cNvSpPr/>
            <p:nvPr/>
          </p:nvSpPr>
          <p:spPr>
            <a:xfrm>
              <a:off x="5972868" y="4328652"/>
              <a:ext cx="1742852" cy="652809"/>
            </a:xfrm>
            <a:custGeom>
              <a:avLst/>
              <a:gdLst/>
              <a:ahLst/>
              <a:cxnLst/>
              <a:rect l="l" t="t" r="r" b="b"/>
              <a:pathLst>
                <a:path w="1431" h="536" extrusionOk="0">
                  <a:moveTo>
                    <a:pt x="0" y="0"/>
                  </a:moveTo>
                  <a:lnTo>
                    <a:pt x="0" y="0"/>
                  </a:lnTo>
                  <a:lnTo>
                    <a:pt x="0" y="0"/>
                  </a:lnTo>
                  <a:lnTo>
                    <a:pt x="0" y="0"/>
                  </a:lnTo>
                  <a:lnTo>
                    <a:pt x="0" y="0"/>
                  </a:lnTo>
                  <a:close/>
                  <a:moveTo>
                    <a:pt x="1431" y="0"/>
                  </a:moveTo>
                  <a:lnTo>
                    <a:pt x="1431" y="0"/>
                  </a:lnTo>
                  <a:lnTo>
                    <a:pt x="895" y="536"/>
                  </a:lnTo>
                  <a:lnTo>
                    <a:pt x="895" y="0"/>
                  </a:lnTo>
                  <a:lnTo>
                    <a:pt x="251" y="0"/>
                  </a:lnTo>
                  <a:lnTo>
                    <a:pt x="578" y="268"/>
                  </a:lnTo>
                  <a:lnTo>
                    <a:pt x="251" y="536"/>
                  </a:lnTo>
                  <a:lnTo>
                    <a:pt x="895" y="536"/>
                  </a:lnTo>
                  <a:lnTo>
                    <a:pt x="1431"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6" name="Google Shape;1349;p92"/>
            <p:cNvSpPr/>
            <p:nvPr/>
          </p:nvSpPr>
          <p:spPr>
            <a:xfrm>
              <a:off x="6802917" y="2889118"/>
              <a:ext cx="1153376" cy="2099705"/>
            </a:xfrm>
            <a:custGeom>
              <a:avLst/>
              <a:gdLst/>
              <a:ahLst/>
              <a:cxnLst/>
              <a:rect l="l" t="t" r="r" b="b"/>
              <a:pathLst>
                <a:path w="947" h="1724" extrusionOk="0">
                  <a:moveTo>
                    <a:pt x="473" y="0"/>
                  </a:moveTo>
                  <a:lnTo>
                    <a:pt x="0" y="578"/>
                  </a:lnTo>
                  <a:lnTo>
                    <a:pt x="205" y="578"/>
                  </a:lnTo>
                  <a:lnTo>
                    <a:pt x="205" y="1724"/>
                  </a:lnTo>
                  <a:lnTo>
                    <a:pt x="741" y="1188"/>
                  </a:lnTo>
                  <a:lnTo>
                    <a:pt x="741" y="578"/>
                  </a:lnTo>
                  <a:lnTo>
                    <a:pt x="947" y="578"/>
                  </a:lnTo>
                  <a:lnTo>
                    <a:pt x="473"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sp>
        <p:nvSpPr>
          <p:cNvPr id="17" name="Google Shape;1350;p92"/>
          <p:cNvSpPr/>
          <p:nvPr/>
        </p:nvSpPr>
        <p:spPr>
          <a:xfrm>
            <a:off x="4477255" y="3966927"/>
            <a:ext cx="2098487" cy="1154594"/>
          </a:xfrm>
          <a:custGeom>
            <a:avLst/>
            <a:gdLst/>
            <a:ahLst/>
            <a:cxnLst/>
            <a:rect l="l" t="t" r="r" b="b"/>
            <a:pathLst>
              <a:path w="1723" h="948" extrusionOk="0">
                <a:moveTo>
                  <a:pt x="0" y="206"/>
                </a:moveTo>
                <a:lnTo>
                  <a:pt x="536" y="742"/>
                </a:lnTo>
                <a:lnTo>
                  <a:pt x="1145" y="742"/>
                </a:lnTo>
                <a:lnTo>
                  <a:pt x="1145" y="948"/>
                </a:lnTo>
                <a:lnTo>
                  <a:pt x="1723" y="474"/>
                </a:lnTo>
                <a:lnTo>
                  <a:pt x="1145" y="0"/>
                </a:lnTo>
                <a:lnTo>
                  <a:pt x="1145" y="206"/>
                </a:lnTo>
                <a:lnTo>
                  <a:pt x="0" y="206"/>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nvGrpSpPr>
          <p:cNvPr id="44" name="Group 43"/>
          <p:cNvGrpSpPr/>
          <p:nvPr/>
        </p:nvGrpSpPr>
        <p:grpSpPr>
          <a:xfrm>
            <a:off x="4486998" y="3540653"/>
            <a:ext cx="2100923" cy="1689264"/>
            <a:chOff x="4486998" y="3540653"/>
            <a:chExt cx="2100923" cy="1689264"/>
          </a:xfrm>
        </p:grpSpPr>
        <p:sp>
          <p:nvSpPr>
            <p:cNvPr id="3" name="Google Shape;1336;p92"/>
            <p:cNvSpPr/>
            <p:nvPr/>
          </p:nvSpPr>
          <p:spPr>
            <a:xfrm>
              <a:off x="4486998" y="3540653"/>
              <a:ext cx="652808" cy="1442025"/>
            </a:xfrm>
            <a:custGeom>
              <a:avLst/>
              <a:gdLst/>
              <a:ahLst/>
              <a:cxnLst/>
              <a:rect l="l" t="t" r="r" b="b"/>
              <a:pathLst>
                <a:path w="536" h="1184" extrusionOk="0">
                  <a:moveTo>
                    <a:pt x="536" y="0"/>
                  </a:moveTo>
                  <a:lnTo>
                    <a:pt x="268" y="331"/>
                  </a:lnTo>
                  <a:lnTo>
                    <a:pt x="0" y="3"/>
                  </a:lnTo>
                  <a:lnTo>
                    <a:pt x="0" y="648"/>
                  </a:lnTo>
                  <a:lnTo>
                    <a:pt x="536" y="1184"/>
                  </a:lnTo>
                  <a:lnTo>
                    <a:pt x="0" y="648"/>
                  </a:lnTo>
                  <a:lnTo>
                    <a:pt x="536" y="648"/>
                  </a:lnTo>
                  <a:lnTo>
                    <a:pt x="536"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8" name="Google Shape;1351;p92"/>
            <p:cNvSpPr/>
            <p:nvPr/>
          </p:nvSpPr>
          <p:spPr>
            <a:xfrm>
              <a:off x="4489434" y="4075323"/>
              <a:ext cx="2098487" cy="1154594"/>
            </a:xfrm>
            <a:custGeom>
              <a:avLst/>
              <a:gdLst/>
              <a:ahLst/>
              <a:cxnLst/>
              <a:rect l="l" t="t" r="r" b="b"/>
              <a:pathLst>
                <a:path w="1723" h="948" extrusionOk="0">
                  <a:moveTo>
                    <a:pt x="1145" y="0"/>
                  </a:moveTo>
                  <a:lnTo>
                    <a:pt x="1145" y="206"/>
                  </a:lnTo>
                  <a:lnTo>
                    <a:pt x="536" y="206"/>
                  </a:lnTo>
                  <a:lnTo>
                    <a:pt x="0" y="206"/>
                  </a:lnTo>
                  <a:lnTo>
                    <a:pt x="536" y="742"/>
                  </a:lnTo>
                  <a:lnTo>
                    <a:pt x="1145" y="742"/>
                  </a:lnTo>
                  <a:lnTo>
                    <a:pt x="1145" y="948"/>
                  </a:lnTo>
                  <a:lnTo>
                    <a:pt x="1723" y="474"/>
                  </a:lnTo>
                  <a:lnTo>
                    <a:pt x="1396" y="206"/>
                  </a:lnTo>
                  <a:lnTo>
                    <a:pt x="1145"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sp>
        <p:nvSpPr>
          <p:cNvPr id="19" name="Google Shape;1352;p92"/>
          <p:cNvSpPr/>
          <p:nvPr/>
        </p:nvSpPr>
        <p:spPr>
          <a:xfrm>
            <a:off x="4477255" y="3966927"/>
            <a:ext cx="2098487" cy="1154594"/>
          </a:xfrm>
          <a:custGeom>
            <a:avLst/>
            <a:gdLst/>
            <a:ahLst/>
            <a:cxnLst/>
            <a:rect l="l" t="t" r="r" b="b"/>
            <a:pathLst>
              <a:path w="1723" h="948" extrusionOk="0">
                <a:moveTo>
                  <a:pt x="1145" y="0"/>
                </a:moveTo>
                <a:lnTo>
                  <a:pt x="1145" y="206"/>
                </a:lnTo>
                <a:lnTo>
                  <a:pt x="536" y="206"/>
                </a:lnTo>
                <a:lnTo>
                  <a:pt x="0" y="206"/>
                </a:lnTo>
                <a:lnTo>
                  <a:pt x="536" y="742"/>
                </a:lnTo>
                <a:lnTo>
                  <a:pt x="1145" y="742"/>
                </a:lnTo>
                <a:lnTo>
                  <a:pt x="1145" y="948"/>
                </a:lnTo>
                <a:lnTo>
                  <a:pt x="1723" y="474"/>
                </a:lnTo>
                <a:lnTo>
                  <a:pt x="1396" y="206"/>
                </a:lnTo>
                <a:lnTo>
                  <a:pt x="1145" y="0"/>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cxnSp>
        <p:nvCxnSpPr>
          <p:cNvPr id="20" name="Google Shape;1353;p92"/>
          <p:cNvCxnSpPr/>
          <p:nvPr/>
        </p:nvCxnSpPr>
        <p:spPr>
          <a:xfrm rot="10800000">
            <a:off x="3946555" y="2402384"/>
            <a:ext cx="544754" cy="0"/>
          </a:xfrm>
          <a:prstGeom prst="straightConnector1">
            <a:avLst/>
          </a:prstGeom>
          <a:noFill/>
          <a:ln w="38100" cap="flat" cmpd="sng">
            <a:solidFill>
              <a:schemeClr val="accent2"/>
            </a:solidFill>
            <a:prstDash val="solid"/>
            <a:miter lim="800000"/>
            <a:headEnd type="none" w="sm" len="sm"/>
            <a:tailEnd type="none" w="sm" len="sm"/>
          </a:ln>
        </p:spPr>
      </p:cxnSp>
      <p:cxnSp>
        <p:nvCxnSpPr>
          <p:cNvPr id="23" name="Google Shape;1356;p92"/>
          <p:cNvCxnSpPr/>
          <p:nvPr/>
        </p:nvCxnSpPr>
        <p:spPr>
          <a:xfrm rot="10800000">
            <a:off x="3966552" y="4326002"/>
            <a:ext cx="544754" cy="0"/>
          </a:xfrm>
          <a:prstGeom prst="straightConnector1">
            <a:avLst/>
          </a:prstGeom>
          <a:noFill/>
          <a:ln w="38100" cap="flat" cmpd="sng">
            <a:solidFill>
              <a:schemeClr val="accent1"/>
            </a:solidFill>
            <a:prstDash val="solid"/>
            <a:miter lim="800000"/>
            <a:headEnd type="none" w="sm" len="sm"/>
            <a:tailEnd type="none" w="sm" len="sm"/>
          </a:ln>
        </p:spPr>
      </p:cxnSp>
      <p:cxnSp>
        <p:nvCxnSpPr>
          <p:cNvPr id="27" name="Google Shape;1360;p92"/>
          <p:cNvCxnSpPr/>
          <p:nvPr/>
        </p:nvCxnSpPr>
        <p:spPr>
          <a:xfrm flipH="1">
            <a:off x="7683791" y="4326002"/>
            <a:ext cx="503915" cy="0"/>
          </a:xfrm>
          <a:prstGeom prst="straightConnector1">
            <a:avLst/>
          </a:prstGeom>
          <a:noFill/>
          <a:ln w="38100" cap="flat" cmpd="sng">
            <a:solidFill>
              <a:schemeClr val="accent6"/>
            </a:solidFill>
            <a:prstDash val="solid"/>
            <a:miter lim="800000"/>
            <a:headEnd type="none" w="sm" len="sm"/>
            <a:tailEnd type="none" w="sm" len="sm"/>
          </a:ln>
        </p:spPr>
      </p:cxnSp>
      <p:sp>
        <p:nvSpPr>
          <p:cNvPr id="36" name="Scrum THEORY"/>
          <p:cNvSpPr txBox="1"/>
          <p:nvPr/>
        </p:nvSpPr>
        <p:spPr>
          <a:xfrm>
            <a:off x="2118480" y="590233"/>
            <a:ext cx="3189976" cy="512961"/>
          </a:xfrm>
          <a:prstGeom prst="rect">
            <a:avLst/>
          </a:prstGeom>
          <a:ln w="12700">
            <a:miter lim="400000"/>
          </a:ln>
        </p:spPr>
        <p:txBody>
          <a:bodyPr wrap="none" lIns="25400" tIns="25400" rIns="25400" bIns="25400" anchor="ctr">
            <a:spAutoFit/>
          </a:bodyPr>
          <a:lstStyle>
            <a:lvl1pPr algn="l">
              <a:defRPr sz="8000" cap="all">
                <a:latin typeface="Arial" panose="020B0604020202020204"/>
                <a:ea typeface="Arial" panose="020B0604020202020204"/>
                <a:cs typeface="Arial" panose="020B0604020202020204"/>
                <a:sym typeface="Arial" panose="020B0604020202020204"/>
              </a:defRPr>
            </a:lvl1pPr>
          </a:lstStyle>
          <a:p>
            <a:pPr defTabSz="412750" eaLnBrk="0" fontAlgn="base" hangingPunct="0">
              <a:spcBef>
                <a:spcPct val="0"/>
              </a:spcBef>
              <a:spcAft>
                <a:spcPct val="0"/>
              </a:spcAft>
            </a:pPr>
            <a:r>
              <a:rPr lang="en-US" sz="3000" b="1" dirty="0" smtClean="0">
                <a:solidFill>
                  <a:srgbClr val="173A79">
                    <a:lumMod val="60000"/>
                    <a:lumOff val="40000"/>
                  </a:srgbClr>
                </a:solidFill>
              </a:rPr>
              <a:t>About </a:t>
            </a:r>
            <a:r>
              <a:rPr lang="en-US" sz="3000" b="1" dirty="0" smtClean="0">
                <a:solidFill>
                  <a:schemeClr val="accent6"/>
                </a:solidFill>
              </a:rPr>
              <a:t>Kanban</a:t>
            </a:r>
            <a:endParaRPr sz="3000" b="1" dirty="0">
              <a:solidFill>
                <a:schemeClr val="accent6"/>
              </a:solidFill>
            </a:endParaRPr>
          </a:p>
        </p:txBody>
      </p:sp>
      <p:pic>
        <p:nvPicPr>
          <p:cNvPr id="40" name="Picture 3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9829" y="481050"/>
            <a:ext cx="758972" cy="758972"/>
          </a:xfrm>
          <a:prstGeom prst="rect">
            <a:avLst/>
          </a:prstGeom>
        </p:spPr>
      </p:pic>
      <p:grpSp>
        <p:nvGrpSpPr>
          <p:cNvPr id="51" name="Group 50"/>
          <p:cNvGrpSpPr/>
          <p:nvPr/>
        </p:nvGrpSpPr>
        <p:grpSpPr>
          <a:xfrm>
            <a:off x="8145527" y="3782313"/>
            <a:ext cx="1080796" cy="1080000"/>
            <a:chOff x="2867022" y="3531474"/>
            <a:chExt cx="1080796" cy="1080000"/>
          </a:xfrm>
        </p:grpSpPr>
        <p:sp>
          <p:nvSpPr>
            <p:cNvPr id="22" name="Google Shape;1355;p92"/>
            <p:cNvSpPr/>
            <p:nvPr/>
          </p:nvSpPr>
          <p:spPr>
            <a:xfrm>
              <a:off x="2867022" y="3531474"/>
              <a:ext cx="1080796" cy="1080000"/>
            </a:xfrm>
            <a:custGeom>
              <a:avLst/>
              <a:gdLst/>
              <a:ahLst/>
              <a:cxnLst/>
              <a:rect l="l" t="t" r="r" b="b"/>
              <a:pathLst>
                <a:path w="569" h="569" extrusionOk="0">
                  <a:moveTo>
                    <a:pt x="336" y="541"/>
                  </a:moveTo>
                  <a:cubicBezTo>
                    <a:pt x="307" y="569"/>
                    <a:pt x="261" y="569"/>
                    <a:pt x="233" y="541"/>
                  </a:cubicBezTo>
                  <a:cubicBezTo>
                    <a:pt x="28" y="336"/>
                    <a:pt x="28" y="336"/>
                    <a:pt x="28" y="336"/>
                  </a:cubicBezTo>
                  <a:cubicBezTo>
                    <a:pt x="0" y="308"/>
                    <a:pt x="0" y="262"/>
                    <a:pt x="28" y="233"/>
                  </a:cubicBezTo>
                  <a:cubicBezTo>
                    <a:pt x="233" y="29"/>
                    <a:pt x="233" y="29"/>
                    <a:pt x="233" y="29"/>
                  </a:cubicBezTo>
                  <a:cubicBezTo>
                    <a:pt x="261" y="0"/>
                    <a:pt x="307" y="0"/>
                    <a:pt x="336" y="29"/>
                  </a:cubicBezTo>
                  <a:cubicBezTo>
                    <a:pt x="540" y="233"/>
                    <a:pt x="540" y="233"/>
                    <a:pt x="540" y="233"/>
                  </a:cubicBezTo>
                  <a:cubicBezTo>
                    <a:pt x="569" y="262"/>
                    <a:pt x="569" y="308"/>
                    <a:pt x="540" y="336"/>
                  </a:cubicBezTo>
                  <a:lnTo>
                    <a:pt x="336" y="541"/>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pic>
          <p:nvPicPr>
            <p:cNvPr id="45" name="Picture 4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02638" y="3798234"/>
              <a:ext cx="554178" cy="554178"/>
            </a:xfrm>
            <a:prstGeom prst="rect">
              <a:avLst/>
            </a:prstGeom>
          </p:spPr>
        </p:pic>
      </p:grpSp>
      <p:grpSp>
        <p:nvGrpSpPr>
          <p:cNvPr id="50" name="Group 49"/>
          <p:cNvGrpSpPr/>
          <p:nvPr/>
        </p:nvGrpSpPr>
        <p:grpSpPr>
          <a:xfrm>
            <a:off x="2885735" y="1881937"/>
            <a:ext cx="1080796" cy="1080000"/>
            <a:chOff x="2893164" y="2115287"/>
            <a:chExt cx="1080796" cy="1080000"/>
          </a:xfrm>
        </p:grpSpPr>
        <p:sp>
          <p:nvSpPr>
            <p:cNvPr id="21" name="Google Shape;1354;p92"/>
            <p:cNvSpPr/>
            <p:nvPr/>
          </p:nvSpPr>
          <p:spPr>
            <a:xfrm>
              <a:off x="2893164" y="2115287"/>
              <a:ext cx="1080796" cy="1080000"/>
            </a:xfrm>
            <a:custGeom>
              <a:avLst/>
              <a:gdLst/>
              <a:ahLst/>
              <a:cxnLst/>
              <a:rect l="l" t="t" r="r" b="b"/>
              <a:pathLst>
                <a:path w="569" h="569" extrusionOk="0">
                  <a:moveTo>
                    <a:pt x="336" y="541"/>
                  </a:moveTo>
                  <a:cubicBezTo>
                    <a:pt x="307" y="569"/>
                    <a:pt x="261" y="569"/>
                    <a:pt x="233" y="541"/>
                  </a:cubicBezTo>
                  <a:cubicBezTo>
                    <a:pt x="28" y="336"/>
                    <a:pt x="28" y="336"/>
                    <a:pt x="28" y="336"/>
                  </a:cubicBezTo>
                  <a:cubicBezTo>
                    <a:pt x="0" y="308"/>
                    <a:pt x="0" y="262"/>
                    <a:pt x="28" y="233"/>
                  </a:cubicBezTo>
                  <a:cubicBezTo>
                    <a:pt x="233" y="29"/>
                    <a:pt x="233" y="29"/>
                    <a:pt x="233" y="29"/>
                  </a:cubicBezTo>
                  <a:cubicBezTo>
                    <a:pt x="261" y="0"/>
                    <a:pt x="307" y="0"/>
                    <a:pt x="336" y="29"/>
                  </a:cubicBezTo>
                  <a:cubicBezTo>
                    <a:pt x="540" y="233"/>
                    <a:pt x="540" y="233"/>
                    <a:pt x="540" y="233"/>
                  </a:cubicBezTo>
                  <a:cubicBezTo>
                    <a:pt x="569" y="262"/>
                    <a:pt x="569" y="308"/>
                    <a:pt x="540" y="336"/>
                  </a:cubicBezTo>
                  <a:lnTo>
                    <a:pt x="336" y="54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pic>
          <p:nvPicPr>
            <p:cNvPr id="48" name="Picture 4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02638" y="2411281"/>
              <a:ext cx="623968" cy="488011"/>
            </a:xfrm>
            <a:prstGeom prst="rect">
              <a:avLst/>
            </a:prstGeom>
          </p:spPr>
        </p:pic>
      </p:grpSp>
      <p:grpSp>
        <p:nvGrpSpPr>
          <p:cNvPr id="53" name="Group 52"/>
          <p:cNvGrpSpPr/>
          <p:nvPr/>
        </p:nvGrpSpPr>
        <p:grpSpPr>
          <a:xfrm>
            <a:off x="2915362" y="3792443"/>
            <a:ext cx="1080796" cy="1080000"/>
            <a:chOff x="8260474" y="2143981"/>
            <a:chExt cx="1080796" cy="1080000"/>
          </a:xfrm>
        </p:grpSpPr>
        <p:sp>
          <p:nvSpPr>
            <p:cNvPr id="24" name="Google Shape;1357;p92"/>
            <p:cNvSpPr/>
            <p:nvPr/>
          </p:nvSpPr>
          <p:spPr>
            <a:xfrm>
              <a:off x="8260474" y="2143981"/>
              <a:ext cx="1080796" cy="1080000"/>
            </a:xfrm>
            <a:custGeom>
              <a:avLst/>
              <a:gdLst/>
              <a:ahLst/>
              <a:cxnLst/>
              <a:rect l="l" t="t" r="r" b="b"/>
              <a:pathLst>
                <a:path w="569" h="569" extrusionOk="0">
                  <a:moveTo>
                    <a:pt x="336" y="541"/>
                  </a:moveTo>
                  <a:cubicBezTo>
                    <a:pt x="307" y="569"/>
                    <a:pt x="261" y="569"/>
                    <a:pt x="233" y="541"/>
                  </a:cubicBezTo>
                  <a:cubicBezTo>
                    <a:pt x="28" y="336"/>
                    <a:pt x="28" y="336"/>
                    <a:pt x="28" y="336"/>
                  </a:cubicBezTo>
                  <a:cubicBezTo>
                    <a:pt x="0" y="308"/>
                    <a:pt x="0" y="262"/>
                    <a:pt x="28" y="233"/>
                  </a:cubicBezTo>
                  <a:cubicBezTo>
                    <a:pt x="233" y="29"/>
                    <a:pt x="233" y="29"/>
                    <a:pt x="233" y="29"/>
                  </a:cubicBezTo>
                  <a:cubicBezTo>
                    <a:pt x="261" y="0"/>
                    <a:pt x="307" y="0"/>
                    <a:pt x="336" y="29"/>
                  </a:cubicBezTo>
                  <a:cubicBezTo>
                    <a:pt x="540" y="233"/>
                    <a:pt x="540" y="233"/>
                    <a:pt x="540" y="233"/>
                  </a:cubicBezTo>
                  <a:cubicBezTo>
                    <a:pt x="569" y="262"/>
                    <a:pt x="569" y="308"/>
                    <a:pt x="540" y="336"/>
                  </a:cubicBezTo>
                  <a:lnTo>
                    <a:pt x="336" y="541"/>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pic>
          <p:nvPicPr>
            <p:cNvPr id="52" name="Picture 5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84986" y="2446319"/>
              <a:ext cx="475324" cy="475324"/>
            </a:xfrm>
            <a:prstGeom prst="rect">
              <a:avLst/>
            </a:prstGeom>
          </p:spPr>
        </p:pic>
      </p:grpSp>
      <p:grpSp>
        <p:nvGrpSpPr>
          <p:cNvPr id="55" name="Group 54"/>
          <p:cNvGrpSpPr/>
          <p:nvPr/>
        </p:nvGrpSpPr>
        <p:grpSpPr>
          <a:xfrm>
            <a:off x="8164279" y="1823427"/>
            <a:ext cx="1080796" cy="1080000"/>
            <a:chOff x="8250391" y="3519502"/>
            <a:chExt cx="1080796" cy="1080000"/>
          </a:xfrm>
        </p:grpSpPr>
        <p:sp>
          <p:nvSpPr>
            <p:cNvPr id="26" name="Google Shape;1359;p92"/>
            <p:cNvSpPr/>
            <p:nvPr/>
          </p:nvSpPr>
          <p:spPr>
            <a:xfrm>
              <a:off x="8250391" y="3519502"/>
              <a:ext cx="1080796" cy="1080000"/>
            </a:xfrm>
            <a:custGeom>
              <a:avLst/>
              <a:gdLst/>
              <a:ahLst/>
              <a:cxnLst/>
              <a:rect l="l" t="t" r="r" b="b"/>
              <a:pathLst>
                <a:path w="569" h="569" extrusionOk="0">
                  <a:moveTo>
                    <a:pt x="336" y="541"/>
                  </a:moveTo>
                  <a:cubicBezTo>
                    <a:pt x="307" y="569"/>
                    <a:pt x="261" y="569"/>
                    <a:pt x="233" y="541"/>
                  </a:cubicBezTo>
                  <a:cubicBezTo>
                    <a:pt x="28" y="336"/>
                    <a:pt x="28" y="336"/>
                    <a:pt x="28" y="336"/>
                  </a:cubicBezTo>
                  <a:cubicBezTo>
                    <a:pt x="0" y="308"/>
                    <a:pt x="0" y="262"/>
                    <a:pt x="28" y="233"/>
                  </a:cubicBezTo>
                  <a:cubicBezTo>
                    <a:pt x="233" y="29"/>
                    <a:pt x="233" y="29"/>
                    <a:pt x="233" y="29"/>
                  </a:cubicBezTo>
                  <a:cubicBezTo>
                    <a:pt x="261" y="0"/>
                    <a:pt x="307" y="0"/>
                    <a:pt x="336" y="29"/>
                  </a:cubicBezTo>
                  <a:cubicBezTo>
                    <a:pt x="540" y="233"/>
                    <a:pt x="540" y="233"/>
                    <a:pt x="540" y="233"/>
                  </a:cubicBezTo>
                  <a:cubicBezTo>
                    <a:pt x="569" y="262"/>
                    <a:pt x="569" y="308"/>
                    <a:pt x="540" y="336"/>
                  </a:cubicBezTo>
                  <a:lnTo>
                    <a:pt x="336" y="54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pic>
          <p:nvPicPr>
            <p:cNvPr id="54" name="Picture 5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459878" y="3733804"/>
              <a:ext cx="600432" cy="600432"/>
            </a:xfrm>
            <a:prstGeom prst="rect">
              <a:avLst/>
            </a:prstGeom>
          </p:spPr>
        </p:pic>
      </p:grpSp>
      <p:sp>
        <p:nvSpPr>
          <p:cNvPr id="56" name="Rectangle 55"/>
          <p:cNvSpPr/>
          <p:nvPr/>
        </p:nvSpPr>
        <p:spPr>
          <a:xfrm>
            <a:off x="689971" y="1915324"/>
            <a:ext cx="2153732" cy="461665"/>
          </a:xfrm>
          <a:prstGeom prst="rect">
            <a:avLst/>
          </a:prstGeom>
        </p:spPr>
        <p:txBody>
          <a:bodyPr wrap="square">
            <a:spAutoFit/>
          </a:bodyPr>
          <a:lstStyle/>
          <a:p>
            <a:pPr marL="171450" indent="-171450">
              <a:buFont typeface="Arial" panose="020B0604020202020204" pitchFamily="34" charset="0"/>
              <a:buChar char="•"/>
            </a:pPr>
            <a:r>
              <a:rPr lang="en-US" sz="1200" dirty="0" smtClean="0">
                <a:solidFill>
                  <a:srgbClr val="000000"/>
                </a:solidFill>
                <a:latin typeface="Arial" panose="020B0604020202020204" pitchFamily="34" charset="0"/>
              </a:rPr>
              <a:t>Method for managing </a:t>
            </a:r>
            <a:r>
              <a:rPr lang="en-US" sz="1200" dirty="0">
                <a:solidFill>
                  <a:srgbClr val="000000"/>
                </a:solidFill>
                <a:latin typeface="Arial" panose="020B0604020202020204" pitchFamily="34" charset="0"/>
              </a:rPr>
              <a:t>and </a:t>
            </a:r>
            <a:r>
              <a:rPr lang="en-US" sz="1200" dirty="0" smtClean="0">
                <a:solidFill>
                  <a:srgbClr val="000000"/>
                </a:solidFill>
                <a:latin typeface="Arial" panose="020B0604020202020204" pitchFamily="34" charset="0"/>
              </a:rPr>
              <a:t>improving workflows.</a:t>
            </a:r>
            <a:endParaRPr lang="en-US" sz="1200" dirty="0"/>
          </a:p>
        </p:txBody>
      </p:sp>
      <p:sp>
        <p:nvSpPr>
          <p:cNvPr id="57" name="Rectangle 56"/>
          <p:cNvSpPr/>
          <p:nvPr/>
        </p:nvSpPr>
        <p:spPr>
          <a:xfrm>
            <a:off x="689971" y="2448396"/>
            <a:ext cx="2154421" cy="646331"/>
          </a:xfrm>
          <a:prstGeom prst="rect">
            <a:avLst/>
          </a:prstGeom>
        </p:spPr>
        <p:txBody>
          <a:bodyPr wrap="square">
            <a:spAutoFit/>
          </a:bodyPr>
          <a:lstStyle/>
          <a:p>
            <a:pPr marL="171450" indent="-171450">
              <a:buFont typeface="Arial" panose="020B0604020202020204" pitchFamily="34" charset="0"/>
              <a:buChar char="•"/>
            </a:pPr>
            <a:r>
              <a:rPr lang="en-US" sz="1200" dirty="0">
                <a:solidFill>
                  <a:srgbClr val="000000"/>
                </a:solidFill>
                <a:latin typeface="Arial" panose="020B0604020202020204" pitchFamily="34" charset="0"/>
              </a:rPr>
              <a:t> It is based on the concept of </a:t>
            </a:r>
            <a:r>
              <a:rPr lang="en-US" sz="1200" b="1" dirty="0">
                <a:solidFill>
                  <a:srgbClr val="000000"/>
                </a:solidFill>
                <a:latin typeface="Arial" panose="020B0604020202020204" pitchFamily="34" charset="0"/>
              </a:rPr>
              <a:t>"just-in-time" </a:t>
            </a:r>
            <a:r>
              <a:rPr lang="en-US" sz="1200" b="1" dirty="0" smtClean="0">
                <a:solidFill>
                  <a:srgbClr val="000000"/>
                </a:solidFill>
                <a:latin typeface="Arial" panose="020B0604020202020204" pitchFamily="34" charset="0"/>
              </a:rPr>
              <a:t>production.</a:t>
            </a:r>
            <a:endParaRPr lang="en-US" sz="1200" b="1" dirty="0"/>
          </a:p>
        </p:txBody>
      </p:sp>
      <p:sp>
        <p:nvSpPr>
          <p:cNvPr id="59" name="Rectangle 58"/>
          <p:cNvSpPr/>
          <p:nvPr/>
        </p:nvSpPr>
        <p:spPr>
          <a:xfrm>
            <a:off x="689971" y="3822242"/>
            <a:ext cx="2240781" cy="461665"/>
          </a:xfrm>
          <a:prstGeom prst="rect">
            <a:avLst/>
          </a:prstGeom>
        </p:spPr>
        <p:txBody>
          <a:bodyPr wrap="square">
            <a:spAutoFit/>
          </a:bodyPr>
          <a:lstStyle/>
          <a:p>
            <a:pPr marL="171450" indent="-171450">
              <a:buFont typeface="Arial" panose="020B0604020202020204" pitchFamily="34" charset="0"/>
              <a:buChar char="•"/>
            </a:pPr>
            <a:r>
              <a:rPr lang="en-US" sz="1200" dirty="0">
                <a:solidFill>
                  <a:srgbClr val="000000"/>
                </a:solidFill>
                <a:latin typeface="Arial" panose="020B0604020202020204" pitchFamily="34" charset="0"/>
              </a:rPr>
              <a:t>O</a:t>
            </a:r>
            <a:r>
              <a:rPr lang="en-US" sz="1200" dirty="0" smtClean="0">
                <a:solidFill>
                  <a:srgbClr val="000000"/>
                </a:solidFill>
                <a:latin typeface="Arial" panose="020B0604020202020204" pitchFamily="34" charset="0"/>
              </a:rPr>
              <a:t>riginated </a:t>
            </a:r>
            <a:r>
              <a:rPr lang="en-US" sz="1200" dirty="0">
                <a:solidFill>
                  <a:srgbClr val="000000"/>
                </a:solidFill>
                <a:latin typeface="Arial" panose="020B0604020202020204" pitchFamily="34" charset="0"/>
              </a:rPr>
              <a:t>in </a:t>
            </a:r>
            <a:r>
              <a:rPr lang="en-US" sz="1200" b="1" dirty="0" smtClean="0">
                <a:solidFill>
                  <a:srgbClr val="000000"/>
                </a:solidFill>
                <a:latin typeface="Arial" panose="020B0604020202020204" pitchFamily="34" charset="0"/>
              </a:rPr>
              <a:t>Toyota in the </a:t>
            </a:r>
            <a:r>
              <a:rPr lang="en-US" sz="1200" b="1" dirty="0">
                <a:solidFill>
                  <a:srgbClr val="000000"/>
                </a:solidFill>
                <a:latin typeface="Arial" panose="020B0604020202020204" pitchFamily="34" charset="0"/>
              </a:rPr>
              <a:t>1940s.</a:t>
            </a:r>
            <a:endParaRPr lang="en-US" sz="1200" b="1" dirty="0"/>
          </a:p>
        </p:txBody>
      </p:sp>
      <p:sp>
        <p:nvSpPr>
          <p:cNvPr id="60" name="Rectangle 59"/>
          <p:cNvSpPr/>
          <p:nvPr/>
        </p:nvSpPr>
        <p:spPr>
          <a:xfrm>
            <a:off x="689971" y="4308465"/>
            <a:ext cx="2245600" cy="461665"/>
          </a:xfrm>
          <a:prstGeom prst="rect">
            <a:avLst/>
          </a:prstGeom>
        </p:spPr>
        <p:txBody>
          <a:bodyPr wrap="square">
            <a:spAutoFit/>
          </a:bodyPr>
          <a:lstStyle/>
          <a:p>
            <a:pPr marL="171450" indent="-171450">
              <a:buFont typeface="Arial" panose="020B0604020202020204" pitchFamily="34" charset="0"/>
              <a:buChar char="•"/>
            </a:pPr>
            <a:r>
              <a:rPr lang="en-US" sz="1200" dirty="0">
                <a:solidFill>
                  <a:srgbClr val="000000"/>
                </a:solidFill>
                <a:latin typeface="Arial" panose="020B0604020202020204" pitchFamily="34" charset="0"/>
              </a:rPr>
              <a:t>N</a:t>
            </a:r>
            <a:r>
              <a:rPr lang="en-US" sz="1200" dirty="0" smtClean="0">
                <a:solidFill>
                  <a:srgbClr val="000000"/>
                </a:solidFill>
                <a:latin typeface="Arial" panose="020B0604020202020204" pitchFamily="34" charset="0"/>
              </a:rPr>
              <a:t>ame Kanban </a:t>
            </a:r>
            <a:r>
              <a:rPr lang="en-US" sz="1200" dirty="0">
                <a:solidFill>
                  <a:srgbClr val="000000"/>
                </a:solidFill>
                <a:latin typeface="Arial" panose="020B0604020202020204" pitchFamily="34" charset="0"/>
              </a:rPr>
              <a:t>originated </a:t>
            </a:r>
            <a:r>
              <a:rPr lang="en-US" sz="1200" dirty="0" smtClean="0">
                <a:solidFill>
                  <a:srgbClr val="000000"/>
                </a:solidFill>
                <a:latin typeface="Arial" panose="020B0604020202020204" pitchFamily="34" charset="0"/>
              </a:rPr>
              <a:t>from a </a:t>
            </a:r>
            <a:r>
              <a:rPr lang="en-US" sz="1200" b="1" dirty="0" smtClean="0">
                <a:solidFill>
                  <a:srgbClr val="000000"/>
                </a:solidFill>
                <a:latin typeface="Arial" panose="020B0604020202020204" pitchFamily="34" charset="0"/>
              </a:rPr>
              <a:t>Japanese word.</a:t>
            </a:r>
            <a:endParaRPr lang="en-US" sz="1200" b="1" dirty="0" smtClean="0">
              <a:solidFill>
                <a:srgbClr val="000000"/>
              </a:solidFill>
              <a:latin typeface="Arial" panose="020B0604020202020204" pitchFamily="34" charset="0"/>
            </a:endParaRPr>
          </a:p>
        </p:txBody>
      </p:sp>
      <p:sp>
        <p:nvSpPr>
          <p:cNvPr id="61" name="Rectangle 60"/>
          <p:cNvSpPr/>
          <p:nvPr/>
        </p:nvSpPr>
        <p:spPr>
          <a:xfrm>
            <a:off x="689970" y="4970499"/>
            <a:ext cx="2225391" cy="461665"/>
          </a:xfrm>
          <a:prstGeom prst="rect">
            <a:avLst/>
          </a:prstGeom>
        </p:spPr>
        <p:txBody>
          <a:bodyPr wrap="square">
            <a:spAutoFit/>
          </a:bodyPr>
          <a:lstStyle/>
          <a:p>
            <a:pPr marL="171450" indent="-171450">
              <a:buFont typeface="Arial" panose="020B0604020202020204" pitchFamily="34" charset="0"/>
              <a:buChar char="•"/>
            </a:pPr>
            <a:r>
              <a:rPr lang="en-US" sz="1200" dirty="0" smtClean="0">
                <a:solidFill>
                  <a:srgbClr val="000000"/>
                </a:solidFill>
                <a:latin typeface="Arial" panose="020B0604020202020204" pitchFamily="34" charset="0"/>
              </a:rPr>
              <a:t>"</a:t>
            </a:r>
            <a:r>
              <a:rPr lang="en-US" sz="1200" dirty="0">
                <a:solidFill>
                  <a:srgbClr val="000000"/>
                </a:solidFill>
                <a:latin typeface="Arial" panose="020B0604020202020204" pitchFamily="34" charset="0"/>
              </a:rPr>
              <a:t>Kanban”  meaning  “</a:t>
            </a:r>
            <a:r>
              <a:rPr lang="en-US" sz="1200" b="1" dirty="0">
                <a:solidFill>
                  <a:srgbClr val="000000"/>
                </a:solidFill>
                <a:latin typeface="Arial" panose="020B0604020202020204" pitchFamily="34" charset="0"/>
              </a:rPr>
              <a:t>visual board”. </a:t>
            </a:r>
            <a:endParaRPr lang="en-US" sz="1200" b="1" dirty="0"/>
          </a:p>
        </p:txBody>
      </p:sp>
      <p:sp>
        <p:nvSpPr>
          <p:cNvPr id="62" name="Rectangle 61"/>
          <p:cNvSpPr/>
          <p:nvPr/>
        </p:nvSpPr>
        <p:spPr>
          <a:xfrm>
            <a:off x="9239658" y="3854966"/>
            <a:ext cx="2257249" cy="1015663"/>
          </a:xfrm>
          <a:prstGeom prst="rect">
            <a:avLst/>
          </a:prstGeom>
        </p:spPr>
        <p:txBody>
          <a:bodyPr wrap="square">
            <a:spAutoFit/>
          </a:bodyPr>
          <a:lstStyle/>
          <a:p>
            <a:pPr marL="171450" indent="-171450">
              <a:buFont typeface="Arial" panose="020B0604020202020204" pitchFamily="34" charset="0"/>
              <a:buChar char="•"/>
            </a:pPr>
            <a:r>
              <a:rPr lang="en-US" sz="1200" dirty="0">
                <a:solidFill>
                  <a:srgbClr val="000000"/>
                </a:solidFill>
                <a:latin typeface="Roboto"/>
              </a:rPr>
              <a:t>w</a:t>
            </a:r>
            <a:r>
              <a:rPr lang="en-US" sz="1200" dirty="0" smtClean="0">
                <a:solidFill>
                  <a:srgbClr val="000000"/>
                </a:solidFill>
                <a:latin typeface="Roboto"/>
              </a:rPr>
              <a:t>ork is represented by </a:t>
            </a:r>
            <a:r>
              <a:rPr lang="en-US" sz="1200" b="1" dirty="0">
                <a:solidFill>
                  <a:srgbClr val="000000"/>
                </a:solidFill>
                <a:latin typeface="Roboto"/>
              </a:rPr>
              <a:t>cards on </a:t>
            </a:r>
            <a:r>
              <a:rPr lang="en-US" sz="1200" b="1" dirty="0" smtClean="0">
                <a:solidFill>
                  <a:srgbClr val="000000"/>
                </a:solidFill>
                <a:latin typeface="Roboto"/>
              </a:rPr>
              <a:t>a </a:t>
            </a:r>
            <a:r>
              <a:rPr lang="en-US" sz="1200" b="1" dirty="0">
                <a:solidFill>
                  <a:srgbClr val="000000"/>
                </a:solidFill>
                <a:latin typeface="Roboto"/>
              </a:rPr>
              <a:t>board,</a:t>
            </a:r>
            <a:r>
              <a:rPr lang="en-US" sz="1200" dirty="0">
                <a:solidFill>
                  <a:srgbClr val="000000"/>
                </a:solidFill>
                <a:latin typeface="Roboto"/>
              </a:rPr>
              <a:t> with each </a:t>
            </a:r>
            <a:r>
              <a:rPr lang="en-US" sz="1200" dirty="0" smtClean="0">
                <a:solidFill>
                  <a:srgbClr val="000000"/>
                </a:solidFill>
                <a:latin typeface="Roboto"/>
              </a:rPr>
              <a:t>column on the </a:t>
            </a:r>
            <a:r>
              <a:rPr lang="en-US" sz="1200" dirty="0">
                <a:solidFill>
                  <a:srgbClr val="000000"/>
                </a:solidFill>
                <a:latin typeface="Roboto"/>
              </a:rPr>
              <a:t>board </a:t>
            </a:r>
            <a:r>
              <a:rPr lang="en-US" sz="1200" dirty="0" smtClean="0">
                <a:solidFill>
                  <a:srgbClr val="000000"/>
                </a:solidFill>
                <a:latin typeface="Roboto"/>
              </a:rPr>
              <a:t>representing  a different stage </a:t>
            </a:r>
            <a:r>
              <a:rPr lang="en-US" sz="1200" dirty="0">
                <a:solidFill>
                  <a:srgbClr val="000000"/>
                </a:solidFill>
                <a:latin typeface="Roboto"/>
              </a:rPr>
              <a:t>in the workflow.</a:t>
            </a:r>
            <a:endParaRPr lang="en-US" sz="1200" dirty="0"/>
          </a:p>
        </p:txBody>
      </p:sp>
      <p:sp>
        <p:nvSpPr>
          <p:cNvPr id="63" name="Rectangle 62"/>
          <p:cNvSpPr/>
          <p:nvPr/>
        </p:nvSpPr>
        <p:spPr>
          <a:xfrm>
            <a:off x="9239658" y="2011983"/>
            <a:ext cx="2342742" cy="646331"/>
          </a:xfrm>
          <a:prstGeom prst="rect">
            <a:avLst/>
          </a:prstGeom>
        </p:spPr>
        <p:txBody>
          <a:bodyPr wrap="square">
            <a:spAutoFit/>
          </a:bodyPr>
          <a:lstStyle/>
          <a:p>
            <a:pPr marL="171450" indent="-171450">
              <a:buFont typeface="Arial" panose="020B0604020202020204" pitchFamily="34" charset="0"/>
              <a:buChar char="•"/>
            </a:pPr>
            <a:r>
              <a:rPr lang="en-US" sz="1200" dirty="0" smtClean="0">
                <a:solidFill>
                  <a:srgbClr val="000000"/>
                </a:solidFill>
                <a:latin typeface="Roboto"/>
              </a:rPr>
              <a:t>Often </a:t>
            </a:r>
            <a:r>
              <a:rPr lang="en-US" sz="1200" dirty="0">
                <a:solidFill>
                  <a:srgbClr val="000000"/>
                </a:solidFill>
                <a:latin typeface="Roboto"/>
              </a:rPr>
              <a:t>used in </a:t>
            </a:r>
            <a:r>
              <a:rPr lang="en-US" sz="1200" dirty="0" smtClean="0">
                <a:solidFill>
                  <a:srgbClr val="000000"/>
                </a:solidFill>
                <a:latin typeface="Roboto"/>
              </a:rPr>
              <a:t> combination with </a:t>
            </a:r>
            <a:r>
              <a:rPr lang="en-US" sz="1200" dirty="0">
                <a:solidFill>
                  <a:srgbClr val="000000"/>
                </a:solidFill>
                <a:latin typeface="Roboto"/>
              </a:rPr>
              <a:t>other agile methods, such </a:t>
            </a:r>
            <a:r>
              <a:rPr lang="en-US" sz="1200" dirty="0" smtClean="0">
                <a:solidFill>
                  <a:srgbClr val="000000"/>
                </a:solidFill>
                <a:latin typeface="Roboto"/>
              </a:rPr>
              <a:t>as Scrum</a:t>
            </a:r>
            <a:endParaRPr lang="en-US" sz="1200" dirty="0"/>
          </a:p>
        </p:txBody>
      </p:sp>
      <p:pic>
        <p:nvPicPr>
          <p:cNvPr id="58" name="Picture 5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808052" y="5900341"/>
            <a:ext cx="1260187" cy="945560"/>
          </a:xfrm>
          <a:prstGeom prst="ellipse">
            <a:avLst/>
          </a:prstGeom>
          <a:ln>
            <a:noFill/>
          </a:ln>
          <a:effectLst>
            <a:softEdge rad="112500"/>
          </a:effec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6"/>
                                        </p:tgtEl>
                                        <p:attrNameLst>
                                          <p:attrName>style.visibility</p:attrName>
                                        </p:attrNameLst>
                                      </p:cBhvr>
                                      <p:to>
                                        <p:strVal val="visible"/>
                                      </p:to>
                                    </p:set>
                                    <p:animEffect transition="in" filter="fade">
                                      <p:cBhvr>
                                        <p:cTn id="21" dur="500"/>
                                        <p:tgtEl>
                                          <p:spTgt spid="5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7"/>
                                        </p:tgtEl>
                                        <p:attrNameLst>
                                          <p:attrName>style.visibility</p:attrName>
                                        </p:attrNameLst>
                                      </p:cBhvr>
                                      <p:to>
                                        <p:strVal val="visible"/>
                                      </p:to>
                                    </p:set>
                                    <p:animEffect transition="in" filter="fade">
                                      <p:cBhvr>
                                        <p:cTn id="26" dur="500"/>
                                        <p:tgtEl>
                                          <p:spTgt spid="5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4"/>
                                        </p:tgtEl>
                                        <p:attrNameLst>
                                          <p:attrName>style.visibility</p:attrName>
                                        </p:attrNameLst>
                                      </p:cBhvr>
                                      <p:to>
                                        <p:strVal val="visible"/>
                                      </p:to>
                                    </p:set>
                                    <p:animEffect transition="in" filter="fade">
                                      <p:cBhvr>
                                        <p:cTn id="31" dur="500"/>
                                        <p:tgtEl>
                                          <p:spTgt spid="4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500"/>
                                        <p:tgtEl>
                                          <p:spTgt spid="23"/>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59"/>
                                        </p:tgtEl>
                                        <p:attrNameLst>
                                          <p:attrName>style.visibility</p:attrName>
                                        </p:attrNameLst>
                                      </p:cBhvr>
                                      <p:to>
                                        <p:strVal val="visible"/>
                                      </p:to>
                                    </p:set>
                                    <p:animEffect transition="in" filter="fade">
                                      <p:cBhvr>
                                        <p:cTn id="45" dur="500"/>
                                        <p:tgtEl>
                                          <p:spTgt spid="59"/>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60"/>
                                        </p:tgtEl>
                                        <p:attrNameLst>
                                          <p:attrName>style.visibility</p:attrName>
                                        </p:attrNameLst>
                                      </p:cBhvr>
                                      <p:to>
                                        <p:strVal val="visible"/>
                                      </p:to>
                                    </p:set>
                                    <p:animEffect transition="in" filter="fade">
                                      <p:cBhvr>
                                        <p:cTn id="50" dur="500"/>
                                        <p:tgtEl>
                                          <p:spTgt spid="60"/>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61"/>
                                        </p:tgtEl>
                                        <p:attrNameLst>
                                          <p:attrName>style.visibility</p:attrName>
                                        </p:attrNameLst>
                                      </p:cBhvr>
                                      <p:to>
                                        <p:strVal val="visible"/>
                                      </p:to>
                                    </p:set>
                                    <p:animEffect transition="in" filter="fade">
                                      <p:cBhvr>
                                        <p:cTn id="55" dur="500"/>
                                        <p:tgtEl>
                                          <p:spTgt spid="61"/>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43"/>
                                        </p:tgtEl>
                                        <p:attrNameLst>
                                          <p:attrName>style.visibility</p:attrName>
                                        </p:attrNameLst>
                                      </p:cBhvr>
                                      <p:to>
                                        <p:strVal val="visible"/>
                                      </p:to>
                                    </p:set>
                                    <p:animEffect transition="in" filter="fade">
                                      <p:cBhvr>
                                        <p:cTn id="60" dur="500"/>
                                        <p:tgtEl>
                                          <p:spTgt spid="43"/>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500"/>
                                        <p:tgtEl>
                                          <p:spTgt spid="27"/>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51"/>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62"/>
                                        </p:tgtEl>
                                        <p:attrNameLst>
                                          <p:attrName>style.visibility</p:attrName>
                                        </p:attrNameLst>
                                      </p:cBhvr>
                                      <p:to>
                                        <p:strVal val="visible"/>
                                      </p:to>
                                    </p:set>
                                    <p:animEffect transition="in" filter="fade">
                                      <p:cBhvr>
                                        <p:cTn id="74" dur="500"/>
                                        <p:tgtEl>
                                          <p:spTgt spid="62"/>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42"/>
                                        </p:tgtEl>
                                        <p:attrNameLst>
                                          <p:attrName>style.visibility</p:attrName>
                                        </p:attrNameLst>
                                      </p:cBhvr>
                                      <p:to>
                                        <p:strVal val="visible"/>
                                      </p:to>
                                    </p:set>
                                    <p:animEffect transition="in" filter="fade">
                                      <p:cBhvr>
                                        <p:cTn id="79" dur="500"/>
                                        <p:tgtEl>
                                          <p:spTgt spid="42"/>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25"/>
                                        </p:tgtEl>
                                        <p:attrNameLst>
                                          <p:attrName>style.visibility</p:attrName>
                                        </p:attrNameLst>
                                      </p:cBhvr>
                                      <p:to>
                                        <p:strVal val="visible"/>
                                      </p:to>
                                    </p:set>
                                    <p:animEffect transition="in" filter="fade">
                                      <p:cBhvr>
                                        <p:cTn id="84" dur="500"/>
                                        <p:tgtEl>
                                          <p:spTgt spid="25"/>
                                        </p:tgtEl>
                                      </p:cBhvr>
                                    </p:animEffec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55"/>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63"/>
                                        </p:tgtEl>
                                        <p:attrNameLst>
                                          <p:attrName>style.visibility</p:attrName>
                                        </p:attrNameLst>
                                      </p:cBhvr>
                                      <p:to>
                                        <p:strVal val="visible"/>
                                      </p:to>
                                    </p:set>
                                    <p:animEffect transition="in" filter="fade">
                                      <p:cBhvr>
                                        <p:cTn id="93" dur="500"/>
                                        <p:tgtEl>
                                          <p:spTgt spid="63"/>
                                        </p:tgtEl>
                                      </p:cBhvr>
                                    </p:animEffect>
                                  </p:childTnLst>
                                </p:cTn>
                              </p:par>
                            </p:childTnLst>
                          </p:cTn>
                        </p:par>
                      </p:childTnLst>
                    </p:cTn>
                  </p:par>
                  <p:par>
                    <p:cTn id="94" fill="hold">
                      <p:stCondLst>
                        <p:cond delay="indefinite"/>
                      </p:stCondLst>
                      <p:childTnLst>
                        <p:par>
                          <p:cTn id="95" fill="hold">
                            <p:stCondLst>
                              <p:cond delay="0"/>
                            </p:stCondLst>
                            <p:childTnLst>
                              <p:par>
                                <p:cTn id="96" presetID="6" presetClass="entr" presetSubtype="16" fill="hold" nodeType="clickEffect">
                                  <p:stCondLst>
                                    <p:cond delay="0"/>
                                  </p:stCondLst>
                                  <p:childTnLst>
                                    <p:set>
                                      <p:cBhvr>
                                        <p:cTn id="97" dur="1" fill="hold">
                                          <p:stCondLst>
                                            <p:cond delay="0"/>
                                          </p:stCondLst>
                                        </p:cTn>
                                        <p:tgtEl>
                                          <p:spTgt spid="39"/>
                                        </p:tgtEl>
                                        <p:attrNameLst>
                                          <p:attrName>style.visibility</p:attrName>
                                        </p:attrNameLst>
                                      </p:cBhvr>
                                      <p:to>
                                        <p:strVal val="visible"/>
                                      </p:to>
                                    </p:set>
                                    <p:animEffect transition="in" filter="circle(in)">
                                      <p:cBhvr>
                                        <p:cTn id="98" dur="2000"/>
                                        <p:tgtEl>
                                          <p:spTgt spid="39"/>
                                        </p:tgtEl>
                                      </p:cBhvr>
                                    </p:animEffect>
                                  </p:childTnLst>
                                </p:cTn>
                              </p:par>
                            </p:childTnLst>
                          </p:cTn>
                        </p:par>
                      </p:childTnLst>
                    </p:cTn>
                  </p:par>
                  <p:par>
                    <p:cTn id="99" fill="hold">
                      <p:stCondLst>
                        <p:cond delay="indefinite"/>
                      </p:stCondLst>
                      <p:childTnLst>
                        <p:par>
                          <p:cTn id="100" fill="hold">
                            <p:stCondLst>
                              <p:cond delay="0"/>
                            </p:stCondLst>
                            <p:childTnLst>
                              <p:par>
                                <p:cTn id="101" presetID="6" presetClass="emph" presetSubtype="0" fill="hold" nodeType="clickEffect">
                                  <p:stCondLst>
                                    <p:cond delay="0"/>
                                  </p:stCondLst>
                                  <p:childTnLst>
                                    <p:animScale>
                                      <p:cBhvr>
                                        <p:cTn id="102" dur="2000" fill="hold"/>
                                        <p:tgtEl>
                                          <p:spTgt spid="39"/>
                                        </p:tgtEl>
                                      </p:cBhvr>
                                      <p:by x="50000" y="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p:bldP spid="59" grpId="0"/>
      <p:bldP spid="60" grpId="0"/>
      <p:bldP spid="61" grpId="0"/>
      <p:bldP spid="62" grpId="0"/>
      <p:bldP spid="6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cstate="print">
            <a:extLst>
              <a:ext uri="{BEBA8EAE-BF5A-486C-A8C5-ECC9F3942E4B}">
                <a14:imgProps xmlns:a14="http://schemas.microsoft.com/office/drawing/2010/main">
                  <a14:imgLayer r:embed="rId2">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4171110" y="1187705"/>
            <a:ext cx="4307489" cy="4307489"/>
          </a:xfrm>
          <a:prstGeom prst="rect">
            <a:avLst/>
          </a:prstGeom>
        </p:spPr>
      </p:pic>
      <p:sp>
        <p:nvSpPr>
          <p:cNvPr id="7" name="Scrum THEORY"/>
          <p:cNvSpPr txBox="1"/>
          <p:nvPr/>
        </p:nvSpPr>
        <p:spPr>
          <a:xfrm>
            <a:off x="902264" y="426604"/>
            <a:ext cx="5458225" cy="512961"/>
          </a:xfrm>
          <a:prstGeom prst="rect">
            <a:avLst/>
          </a:prstGeom>
          <a:ln w="12700">
            <a:miter lim="400000"/>
          </a:ln>
        </p:spPr>
        <p:txBody>
          <a:bodyPr wrap="none" lIns="25400" tIns="25400" rIns="25400" bIns="25400" anchor="ctr">
            <a:spAutoFit/>
          </a:bodyPr>
          <a:lstStyle>
            <a:lvl1pPr algn="l">
              <a:defRPr sz="8000" cap="all">
                <a:latin typeface="Arial" panose="020B0604020202020204"/>
                <a:ea typeface="Arial" panose="020B0604020202020204"/>
                <a:cs typeface="Arial" panose="020B0604020202020204"/>
                <a:sym typeface="Arial" panose="020B0604020202020204"/>
              </a:defRPr>
            </a:lvl1pPr>
          </a:lstStyle>
          <a:p>
            <a:pPr defTabSz="412750" eaLnBrk="0" fontAlgn="base" hangingPunct="0">
              <a:spcBef>
                <a:spcPct val="0"/>
              </a:spcBef>
              <a:spcAft>
                <a:spcPct val="0"/>
              </a:spcAft>
            </a:pPr>
            <a:r>
              <a:rPr lang="en-US" sz="3000" b="1" dirty="0" err="1" smtClean="0">
                <a:solidFill>
                  <a:srgbClr val="173A79">
                    <a:lumMod val="60000"/>
                    <a:lumOff val="40000"/>
                  </a:srgbClr>
                </a:solidFill>
              </a:rPr>
              <a:t>scrumban</a:t>
            </a:r>
            <a:r>
              <a:rPr lang="en-US" sz="3000" b="1" dirty="0" smtClean="0">
                <a:solidFill>
                  <a:srgbClr val="173A79">
                    <a:lumMod val="60000"/>
                    <a:lumOff val="40000"/>
                  </a:srgbClr>
                </a:solidFill>
              </a:rPr>
              <a:t> </a:t>
            </a:r>
            <a:r>
              <a:rPr lang="en-US" sz="3000" b="1" dirty="0" smtClean="0">
                <a:solidFill>
                  <a:schemeClr val="accent6"/>
                </a:solidFill>
              </a:rPr>
              <a:t>methodology</a:t>
            </a:r>
            <a:endParaRPr sz="3000" b="1" dirty="0">
              <a:solidFill>
                <a:schemeClr val="accent6"/>
              </a:solidFill>
            </a:endParaRPr>
          </a:p>
        </p:txBody>
      </p:sp>
      <p:grpSp>
        <p:nvGrpSpPr>
          <p:cNvPr id="9" name="Group 8"/>
          <p:cNvGrpSpPr/>
          <p:nvPr/>
        </p:nvGrpSpPr>
        <p:grpSpPr>
          <a:xfrm>
            <a:off x="1284124" y="1081955"/>
            <a:ext cx="2890743" cy="2286000"/>
            <a:chOff x="2488434" y="2008669"/>
            <a:chExt cx="2890743" cy="2741809"/>
          </a:xfrm>
        </p:grpSpPr>
        <p:sp>
          <p:nvSpPr>
            <p:cNvPr id="6" name="Google Shape;6059;p172"/>
            <p:cNvSpPr/>
            <p:nvPr/>
          </p:nvSpPr>
          <p:spPr>
            <a:xfrm>
              <a:off x="2488434" y="2008669"/>
              <a:ext cx="2890743" cy="2741809"/>
            </a:xfrm>
            <a:prstGeom prst="chevron">
              <a:avLst>
                <a:gd name="adj" fmla="val 20758"/>
              </a:avLst>
            </a:prstGeom>
            <a:solidFill>
              <a:schemeClr val="accent1"/>
            </a:solidFill>
            <a:ln w="76200">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spcFirstLastPara="1" wrap="square" lIns="182875" tIns="0"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ctr" rtl="0">
                <a:spcBef>
                  <a:spcPts val="0"/>
                </a:spcBef>
                <a:spcAft>
                  <a:spcPts val="0"/>
                </a:spcAft>
                <a:buNone/>
              </a:pPr>
              <a:endParaRPr dirty="0"/>
            </a:p>
          </p:txBody>
        </p:sp>
        <p:sp>
          <p:nvSpPr>
            <p:cNvPr id="5" name="TextBox 4"/>
            <p:cNvSpPr txBox="1"/>
            <p:nvPr/>
          </p:nvSpPr>
          <p:spPr>
            <a:xfrm>
              <a:off x="3017219" y="2801246"/>
              <a:ext cx="2221506" cy="11566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defTabSz="825500" hangingPunct="0"/>
              <a:r>
                <a:rPr lang="en-US" sz="1400" dirty="0">
                  <a:solidFill>
                    <a:schemeClr val="bg1"/>
                  </a:solidFill>
                </a:rPr>
                <a:t>A</a:t>
              </a:r>
              <a:r>
                <a:rPr lang="en-US" sz="1400" dirty="0" smtClean="0">
                  <a:solidFill>
                    <a:schemeClr val="bg1"/>
                  </a:solidFill>
                </a:rPr>
                <a:t> </a:t>
              </a:r>
              <a:r>
                <a:rPr lang="en-US" sz="1400" dirty="0">
                  <a:solidFill>
                    <a:schemeClr val="bg1"/>
                  </a:solidFill>
                </a:rPr>
                <a:t>hybrid </a:t>
              </a:r>
              <a:r>
                <a:rPr lang="en-US" sz="1400" dirty="0" smtClean="0">
                  <a:solidFill>
                    <a:schemeClr val="bg1"/>
                  </a:solidFill>
                </a:rPr>
                <a:t>methodology </a:t>
              </a:r>
              <a:r>
                <a:rPr lang="en-US" sz="1400" dirty="0">
                  <a:solidFill>
                    <a:schemeClr val="bg1"/>
                  </a:solidFill>
                </a:rPr>
                <a:t>that </a:t>
              </a:r>
              <a:endParaRPr lang="en-US" sz="1400" dirty="0" smtClean="0">
                <a:solidFill>
                  <a:schemeClr val="bg1"/>
                </a:solidFill>
              </a:endParaRPr>
            </a:p>
            <a:p>
              <a:pPr defTabSz="825500" hangingPunct="0"/>
              <a:r>
                <a:rPr lang="en-US" sz="1400" b="1" dirty="0" smtClean="0">
                  <a:solidFill>
                    <a:schemeClr val="bg1"/>
                  </a:solidFill>
                </a:rPr>
                <a:t>combines</a:t>
              </a:r>
              <a:r>
                <a:rPr lang="en-US" sz="1400" dirty="0" smtClean="0">
                  <a:solidFill>
                    <a:schemeClr val="bg1"/>
                  </a:solidFill>
                </a:rPr>
                <a:t> </a:t>
              </a:r>
              <a:r>
                <a:rPr lang="en-US" sz="1400" dirty="0">
                  <a:solidFill>
                    <a:schemeClr val="bg1"/>
                  </a:solidFill>
                </a:rPr>
                <a:t>all the </a:t>
              </a:r>
              <a:endParaRPr lang="en-US" sz="1400" dirty="0" smtClean="0">
                <a:solidFill>
                  <a:schemeClr val="bg1"/>
                </a:solidFill>
              </a:endParaRPr>
            </a:p>
            <a:p>
              <a:pPr defTabSz="825500" hangingPunct="0"/>
              <a:r>
                <a:rPr lang="en-US" sz="1400" dirty="0" smtClean="0">
                  <a:solidFill>
                    <a:schemeClr val="bg1"/>
                  </a:solidFill>
                </a:rPr>
                <a:t>benefits </a:t>
              </a:r>
              <a:r>
                <a:rPr lang="en-US" sz="1400" dirty="0">
                  <a:solidFill>
                    <a:schemeClr val="bg1"/>
                  </a:solidFill>
                </a:rPr>
                <a:t>of </a:t>
              </a:r>
              <a:r>
                <a:rPr lang="en-US" sz="1400" b="1" dirty="0">
                  <a:solidFill>
                    <a:schemeClr val="bg1"/>
                  </a:solidFill>
                </a:rPr>
                <a:t>Scrum </a:t>
              </a:r>
              <a:r>
                <a:rPr lang="en-US" sz="1400" b="1" dirty="0" smtClean="0">
                  <a:solidFill>
                    <a:schemeClr val="bg1"/>
                  </a:solidFill>
                </a:rPr>
                <a:t>and</a:t>
              </a:r>
              <a:endParaRPr lang="en-US" sz="1400" b="1" dirty="0" smtClean="0">
                <a:solidFill>
                  <a:schemeClr val="bg1"/>
                </a:solidFill>
              </a:endParaRPr>
            </a:p>
            <a:p>
              <a:pPr defTabSz="825500" hangingPunct="0"/>
              <a:r>
                <a:rPr lang="en-US" sz="1400" b="1" dirty="0" smtClean="0">
                  <a:solidFill>
                    <a:schemeClr val="bg1"/>
                  </a:solidFill>
                </a:rPr>
                <a:t> </a:t>
              </a:r>
              <a:r>
                <a:rPr lang="en-US" sz="1400" b="1" dirty="0">
                  <a:solidFill>
                    <a:schemeClr val="bg1"/>
                  </a:solidFill>
                </a:rPr>
                <a:t>Kanban.</a:t>
              </a:r>
              <a:endParaRPr kumimoji="0" lang="en-US" sz="1400" b="1" i="0" u="none" strike="noStrike" cap="none" spc="0" normalizeH="0" baseline="0" dirty="0">
                <a:ln>
                  <a:noFill/>
                </a:ln>
                <a:solidFill>
                  <a:schemeClr val="bg1"/>
                </a:solidFill>
                <a:effectLst/>
                <a:uFillTx/>
                <a:latin typeface="Helvetica Neue"/>
                <a:ea typeface="Helvetica Neue"/>
                <a:cs typeface="Helvetica Neue"/>
                <a:sym typeface="Helvetica Neue"/>
              </a:endParaRPr>
            </a:p>
          </p:txBody>
        </p:sp>
      </p:grpSp>
      <p:grpSp>
        <p:nvGrpSpPr>
          <p:cNvPr id="10" name="Group 9"/>
          <p:cNvGrpSpPr/>
          <p:nvPr/>
        </p:nvGrpSpPr>
        <p:grpSpPr>
          <a:xfrm>
            <a:off x="8507546" y="1081954"/>
            <a:ext cx="2890743" cy="2286000"/>
            <a:chOff x="7630684" y="2268082"/>
            <a:chExt cx="2890743" cy="2741809"/>
          </a:xfrm>
        </p:grpSpPr>
        <p:sp>
          <p:nvSpPr>
            <p:cNvPr id="4" name="Google Shape;6057;p172"/>
            <p:cNvSpPr/>
            <p:nvPr/>
          </p:nvSpPr>
          <p:spPr>
            <a:xfrm>
              <a:off x="7630684" y="2268082"/>
              <a:ext cx="2890743" cy="2741809"/>
            </a:xfrm>
            <a:prstGeom prst="chevron">
              <a:avLst>
                <a:gd name="adj" fmla="val 20758"/>
              </a:avLst>
            </a:prstGeom>
            <a:solidFill>
              <a:schemeClr val="accent1"/>
            </a:solidFill>
            <a:ln w="76200">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spcFirstLastPara="1" wrap="square" lIns="182875" tIns="0"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ctr" rtl="0">
                <a:spcBef>
                  <a:spcPts val="0"/>
                </a:spcBef>
                <a:spcAft>
                  <a:spcPts val="0"/>
                </a:spcAft>
                <a:buNone/>
              </a:pPr>
              <a:endParaRPr dirty="0"/>
            </a:p>
          </p:txBody>
        </p:sp>
        <p:sp>
          <p:nvSpPr>
            <p:cNvPr id="8" name="TextBox 7"/>
            <p:cNvSpPr txBox="1"/>
            <p:nvPr/>
          </p:nvSpPr>
          <p:spPr>
            <a:xfrm>
              <a:off x="8095668" y="2802257"/>
              <a:ext cx="2204651" cy="16734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hangingPunct="0"/>
              <a:r>
                <a:rPr lang="en-US" sz="1400" dirty="0">
                  <a:solidFill>
                    <a:schemeClr val="bg1"/>
                  </a:solidFill>
                </a:rPr>
                <a:t>A</a:t>
              </a:r>
              <a:r>
                <a:rPr lang="en-US" sz="1400" dirty="0" smtClean="0">
                  <a:solidFill>
                    <a:schemeClr val="bg1"/>
                  </a:solidFill>
                </a:rPr>
                <a:t>llows </a:t>
              </a:r>
              <a:r>
                <a:rPr lang="en-US" sz="1400" dirty="0">
                  <a:solidFill>
                    <a:schemeClr val="bg1"/>
                  </a:solidFill>
                </a:rPr>
                <a:t>teams to use the planning and prioritization tools of Scrum, while also utilizing the visual workflow management of Kanban. </a:t>
              </a:r>
              <a:endParaRPr kumimoji="0" lang="en-US" sz="1400" b="1" i="0" u="none" strike="noStrike" cap="none" spc="0" normalizeH="0" baseline="0" dirty="0">
                <a:ln>
                  <a:noFill/>
                </a:ln>
                <a:solidFill>
                  <a:schemeClr val="bg1"/>
                </a:solidFill>
                <a:effectLst/>
                <a:uFillTx/>
                <a:latin typeface="Helvetica Neue"/>
                <a:ea typeface="Helvetica Neue"/>
                <a:cs typeface="Helvetica Neue"/>
                <a:sym typeface="Helvetica Neue"/>
              </a:endParaRPr>
            </a:p>
          </p:txBody>
        </p:sp>
      </p:grpSp>
      <p:grpSp>
        <p:nvGrpSpPr>
          <p:cNvPr id="21" name="Group 20"/>
          <p:cNvGrpSpPr/>
          <p:nvPr/>
        </p:nvGrpSpPr>
        <p:grpSpPr>
          <a:xfrm>
            <a:off x="1267772" y="3634811"/>
            <a:ext cx="2890743" cy="2286000"/>
            <a:chOff x="1267772" y="3634811"/>
            <a:chExt cx="2890743" cy="2286000"/>
          </a:xfrm>
        </p:grpSpPr>
        <p:grpSp>
          <p:nvGrpSpPr>
            <p:cNvPr id="12" name="Group 11"/>
            <p:cNvGrpSpPr/>
            <p:nvPr/>
          </p:nvGrpSpPr>
          <p:grpSpPr>
            <a:xfrm>
              <a:off x="1267772" y="3634811"/>
              <a:ext cx="2890743" cy="2286000"/>
              <a:chOff x="5017292" y="2008669"/>
              <a:chExt cx="2890743" cy="2741809"/>
            </a:xfrm>
          </p:grpSpPr>
          <p:sp>
            <p:nvSpPr>
              <p:cNvPr id="3" name="Google Shape;6056;p172"/>
              <p:cNvSpPr/>
              <p:nvPr/>
            </p:nvSpPr>
            <p:spPr>
              <a:xfrm>
                <a:off x="5017292" y="2008669"/>
                <a:ext cx="2890743" cy="2741809"/>
              </a:xfrm>
              <a:prstGeom prst="chevron">
                <a:avLst>
                  <a:gd name="adj" fmla="val 20758"/>
                </a:avLst>
              </a:prstGeom>
              <a:solidFill>
                <a:schemeClr val="accent2"/>
              </a:solidFill>
              <a:ln w="76200">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spcFirstLastPara="1" wrap="square" lIns="182875" tIns="0"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lvl="0"/>
                <a:endParaRPr sz="1600" dirty="0">
                  <a:solidFill>
                    <a:schemeClr val="bg1"/>
                  </a:solidFill>
                </a:endParaRPr>
              </a:p>
            </p:txBody>
          </p:sp>
          <p:sp>
            <p:nvSpPr>
              <p:cNvPr id="11" name="TextBox 10"/>
              <p:cNvSpPr txBox="1"/>
              <p:nvPr/>
            </p:nvSpPr>
            <p:spPr>
              <a:xfrm flipH="1">
                <a:off x="5482276" y="3328277"/>
                <a:ext cx="1960773"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grpSp>
        <p:sp>
          <p:nvSpPr>
            <p:cNvPr id="13" name="Rectangle 12"/>
            <p:cNvSpPr/>
            <p:nvPr/>
          </p:nvSpPr>
          <p:spPr>
            <a:xfrm>
              <a:off x="1798226" y="4403400"/>
              <a:ext cx="2136776" cy="954107"/>
            </a:xfrm>
            <a:prstGeom prst="rect">
              <a:avLst/>
            </a:prstGeom>
          </p:spPr>
          <p:txBody>
            <a:bodyPr wrap="square">
              <a:spAutoFit/>
            </a:bodyPr>
            <a:lstStyle/>
            <a:p>
              <a:r>
                <a:rPr lang="en-US" sz="1400" dirty="0" smtClean="0">
                  <a:solidFill>
                    <a:schemeClr val="bg1"/>
                  </a:solidFill>
                </a:rPr>
                <a:t>Enables </a:t>
              </a:r>
              <a:r>
                <a:rPr lang="en-US" sz="1400" dirty="0">
                  <a:solidFill>
                    <a:schemeClr val="bg1"/>
                  </a:solidFill>
                </a:rPr>
                <a:t>teams to handle </a:t>
              </a:r>
              <a:r>
                <a:rPr lang="en-US" sz="1400" b="1" dirty="0">
                  <a:solidFill>
                    <a:schemeClr val="bg1"/>
                  </a:solidFill>
                </a:rPr>
                <a:t>both incremental and evolutionary changes </a:t>
              </a:r>
              <a:r>
                <a:rPr lang="en-US" sz="1400" dirty="0" smtClean="0">
                  <a:solidFill>
                    <a:schemeClr val="bg1"/>
                  </a:solidFill>
                </a:rPr>
                <a:t>in product </a:t>
              </a:r>
              <a:r>
                <a:rPr lang="en-US" sz="1400" dirty="0">
                  <a:solidFill>
                    <a:schemeClr val="bg1"/>
                  </a:solidFill>
                </a:rPr>
                <a:t>development. </a:t>
              </a:r>
              <a:endParaRPr lang="en-US" sz="1400" dirty="0">
                <a:solidFill>
                  <a:schemeClr val="bg1"/>
                </a:solidFill>
              </a:endParaRPr>
            </a:p>
          </p:txBody>
        </p:sp>
      </p:grpSp>
      <p:grpSp>
        <p:nvGrpSpPr>
          <p:cNvPr id="22" name="Group 21"/>
          <p:cNvGrpSpPr/>
          <p:nvPr/>
        </p:nvGrpSpPr>
        <p:grpSpPr>
          <a:xfrm>
            <a:off x="8507546" y="3634811"/>
            <a:ext cx="2890743" cy="2286000"/>
            <a:chOff x="8507546" y="3634811"/>
            <a:chExt cx="2890743" cy="2286000"/>
          </a:xfrm>
        </p:grpSpPr>
        <p:grpSp>
          <p:nvGrpSpPr>
            <p:cNvPr id="15" name="Group 14"/>
            <p:cNvGrpSpPr/>
            <p:nvPr/>
          </p:nvGrpSpPr>
          <p:grpSpPr>
            <a:xfrm>
              <a:off x="8507546" y="3634811"/>
              <a:ext cx="2890743" cy="2286000"/>
              <a:chOff x="5017292" y="2008669"/>
              <a:chExt cx="2890743" cy="2741809"/>
            </a:xfrm>
          </p:grpSpPr>
          <p:sp>
            <p:nvSpPr>
              <p:cNvPr id="16" name="Google Shape;6056;p172"/>
              <p:cNvSpPr/>
              <p:nvPr/>
            </p:nvSpPr>
            <p:spPr>
              <a:xfrm>
                <a:off x="5017292" y="2008669"/>
                <a:ext cx="2890743" cy="2741809"/>
              </a:xfrm>
              <a:prstGeom prst="chevron">
                <a:avLst>
                  <a:gd name="adj" fmla="val 20758"/>
                </a:avLst>
              </a:prstGeom>
              <a:solidFill>
                <a:schemeClr val="accent2"/>
              </a:solidFill>
              <a:ln w="76200">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spcFirstLastPara="1" wrap="square" lIns="182875" tIns="0"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lvl="0"/>
                <a:endParaRPr sz="1600" dirty="0">
                  <a:solidFill>
                    <a:schemeClr val="bg1"/>
                  </a:solidFill>
                </a:endParaRPr>
              </a:p>
            </p:txBody>
          </p:sp>
          <p:sp>
            <p:nvSpPr>
              <p:cNvPr id="17" name="TextBox 16"/>
              <p:cNvSpPr txBox="1"/>
              <p:nvPr/>
            </p:nvSpPr>
            <p:spPr>
              <a:xfrm flipH="1">
                <a:off x="5482276" y="3328277"/>
                <a:ext cx="1960773"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grpSp>
        <p:sp>
          <p:nvSpPr>
            <p:cNvPr id="18" name="TextBox 17"/>
            <p:cNvSpPr txBox="1"/>
            <p:nvPr/>
          </p:nvSpPr>
          <p:spPr>
            <a:xfrm>
              <a:off x="9103781" y="4360580"/>
              <a:ext cx="2204651" cy="7489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hangingPunct="0"/>
              <a:r>
                <a:rPr lang="en-US" sz="1400" dirty="0" smtClean="0">
                  <a:solidFill>
                    <a:schemeClr val="bg1"/>
                  </a:solidFill>
                </a:rPr>
                <a:t>Flexible </a:t>
              </a:r>
              <a:r>
                <a:rPr lang="en-US" sz="1400" dirty="0">
                  <a:solidFill>
                    <a:schemeClr val="bg1"/>
                  </a:solidFill>
                </a:rPr>
                <a:t>enough to be used for both short-term </a:t>
              </a:r>
              <a:r>
                <a:rPr lang="en-US" sz="1400" dirty="0" smtClean="0">
                  <a:solidFill>
                    <a:schemeClr val="bg1"/>
                  </a:solidFill>
                </a:rPr>
                <a:t>and long-term projects.</a:t>
              </a:r>
              <a:endParaRPr kumimoji="0" lang="en-US" sz="1400" b="1" i="0" u="none" strike="noStrike" cap="none" spc="0" normalizeH="0" baseline="0" dirty="0">
                <a:ln>
                  <a:noFill/>
                </a:ln>
                <a:solidFill>
                  <a:schemeClr val="bg1"/>
                </a:solidFill>
                <a:effectLst/>
                <a:uFillTx/>
                <a:latin typeface="Helvetica Neue"/>
                <a:ea typeface="Helvetica Neue"/>
                <a:cs typeface="Helvetica Neue"/>
                <a:sym typeface="Helvetica Neue"/>
              </a:endParaRPr>
            </a:p>
          </p:txBody>
        </p:sp>
      </p:grpSp>
      <p:pic>
        <p:nvPicPr>
          <p:cNvPr id="20"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08052" y="5900341"/>
            <a:ext cx="1260187" cy="945560"/>
          </a:xfrm>
          <a:prstGeom prst="ellipse">
            <a:avLst/>
          </a:prstGeom>
          <a:ln>
            <a:noFill/>
          </a:ln>
          <a:effectLst>
            <a:softEdge rad="112500"/>
          </a:effec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0-#ppt_w/2"/>
                                          </p:val>
                                        </p:tav>
                                        <p:tav tm="100000">
                                          <p:val>
                                            <p:strVal val="#ppt_x"/>
                                          </p:val>
                                        </p:tav>
                                      </p:tavLst>
                                    </p:anim>
                                    <p:anim calcmode="lin" valueType="num">
                                      <p:cBhvr additive="base">
                                        <p:cTn id="14"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0-#ppt_w/2"/>
                                          </p:val>
                                        </p:tav>
                                        <p:tav tm="100000">
                                          <p:val>
                                            <p:strVal val="#ppt_x"/>
                                          </p:val>
                                        </p:tav>
                                      </p:tavLst>
                                    </p:anim>
                                    <p:anim calcmode="lin" valueType="num">
                                      <p:cBhvr additive="base">
                                        <p:cTn id="20"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500" fill="hold"/>
                                        <p:tgtEl>
                                          <p:spTgt spid="22"/>
                                        </p:tgtEl>
                                        <p:attrNameLst>
                                          <p:attrName>ppt_x</p:attrName>
                                        </p:attrNameLst>
                                      </p:cBhvr>
                                      <p:tavLst>
                                        <p:tav tm="0">
                                          <p:val>
                                            <p:strVal val="0-#ppt_w/2"/>
                                          </p:val>
                                        </p:tav>
                                        <p:tav tm="100000">
                                          <p:val>
                                            <p:strVal val="#ppt_x"/>
                                          </p:val>
                                        </p:tav>
                                      </p:tavLst>
                                    </p:anim>
                                    <p:anim calcmode="lin" valueType="num">
                                      <p:cBhvr additive="base">
                                        <p:cTn id="26"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792224" y="327992"/>
            <a:ext cx="8607552" cy="6096000"/>
          </a:xfrm>
          <a:prstGeom prst="rect">
            <a:avLst/>
          </a:prstGeom>
        </p:spPr>
      </p:pic>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08052" y="5873836"/>
            <a:ext cx="1260187" cy="945560"/>
          </a:xfrm>
          <a:prstGeom prst="ellipse">
            <a:avLst/>
          </a:prstGeom>
          <a:ln>
            <a:noFill/>
          </a:ln>
          <a:effectLst>
            <a:softEdge rad="112500"/>
          </a:effec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572194" y="147221"/>
            <a:ext cx="7763539" cy="6508898"/>
          </a:xfrm>
          <a:prstGeom prst="rect">
            <a:avLst/>
          </a:prstGeom>
        </p:spPr>
      </p:pic>
      <p:sp>
        <p:nvSpPr>
          <p:cNvPr id="12" name="TextBox 11"/>
          <p:cNvSpPr txBox="1"/>
          <p:nvPr/>
        </p:nvSpPr>
        <p:spPr>
          <a:xfrm>
            <a:off x="5978674" y="2056869"/>
            <a:ext cx="950581"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285750" marR="0" indent="-285750" defTabSz="825500" rtl="0" fontAlgn="auto" latinLnBrk="0" hangingPunct="0">
              <a:lnSpc>
                <a:spcPct val="100000"/>
              </a:lnSpc>
              <a:spcBef>
                <a:spcPts val="0"/>
              </a:spcBef>
              <a:spcAft>
                <a:spcPts val="0"/>
              </a:spcAft>
              <a:buClrTx/>
              <a:buSzTx/>
              <a:buFont typeface="Wingdings" panose="05000000000000000000" pitchFamily="2" charset="2"/>
              <a:buChar char="q"/>
            </a:pPr>
            <a:r>
              <a:rPr kumimoji="0" lang="en-US" sz="1400" b="1" i="0" u="none" strike="noStrike" cap="none" spc="0" normalizeH="0" baseline="0" dirty="0" smtClean="0">
                <a:ln>
                  <a:noFill/>
                </a:ln>
                <a:solidFill>
                  <a:schemeClr val="bg1"/>
                </a:solidFill>
                <a:effectLst/>
                <a:uFillTx/>
                <a:latin typeface="Helvetica Neue"/>
                <a:ea typeface="Helvetica Neue"/>
                <a:cs typeface="Helvetica Neue"/>
                <a:sym typeface="Helvetica Neue"/>
              </a:rPr>
              <a:t>Scrum</a:t>
            </a:r>
            <a:endParaRPr kumimoji="0" lang="en-US" sz="1400" b="1" i="0" u="none" strike="noStrike" cap="none" spc="0" normalizeH="0" baseline="0" dirty="0">
              <a:ln>
                <a:noFill/>
              </a:ln>
              <a:solidFill>
                <a:schemeClr val="bg1"/>
              </a:solidFill>
              <a:effectLst/>
              <a:uFillTx/>
              <a:latin typeface="Helvetica Neue"/>
              <a:ea typeface="Helvetica Neue"/>
              <a:cs typeface="Helvetica Neue"/>
              <a:sym typeface="Helvetica Neue"/>
            </a:endParaRPr>
          </a:p>
        </p:txBody>
      </p:sp>
      <p:sp>
        <p:nvSpPr>
          <p:cNvPr id="13" name="TextBox 12"/>
          <p:cNvSpPr txBox="1"/>
          <p:nvPr/>
        </p:nvSpPr>
        <p:spPr>
          <a:xfrm>
            <a:off x="5978674" y="2871418"/>
            <a:ext cx="2787623"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285750" marR="0" indent="-285750" defTabSz="825500" rtl="0" fontAlgn="auto" latinLnBrk="0" hangingPunct="0">
              <a:lnSpc>
                <a:spcPct val="100000"/>
              </a:lnSpc>
              <a:spcBef>
                <a:spcPts val="0"/>
              </a:spcBef>
              <a:spcAft>
                <a:spcPts val="0"/>
              </a:spcAft>
              <a:buClrTx/>
              <a:buSzTx/>
              <a:buFont typeface="Wingdings" panose="05000000000000000000" pitchFamily="2" charset="2"/>
              <a:buChar char="q"/>
            </a:pPr>
            <a:r>
              <a:rPr kumimoji="0" lang="en-US" sz="1400" b="1" i="0" u="none" strike="noStrike" cap="none" spc="0" normalizeH="0" baseline="0" dirty="0" smtClean="0">
                <a:ln>
                  <a:noFill/>
                </a:ln>
                <a:solidFill>
                  <a:schemeClr val="bg1"/>
                </a:solidFill>
                <a:effectLst/>
                <a:uFillTx/>
                <a:latin typeface="Helvetica Neue"/>
                <a:ea typeface="Helvetica Neue"/>
                <a:cs typeface="Helvetica Neue"/>
                <a:sym typeface="Helvetica Neue"/>
              </a:rPr>
              <a:t>Lean Software Development</a:t>
            </a:r>
            <a:endParaRPr kumimoji="0" lang="en-US" sz="1400" b="1" i="0" u="none" strike="noStrike" cap="none" spc="0" normalizeH="0" baseline="0" dirty="0">
              <a:ln>
                <a:noFill/>
              </a:ln>
              <a:solidFill>
                <a:schemeClr val="bg1"/>
              </a:solidFill>
              <a:effectLst/>
              <a:uFillTx/>
              <a:latin typeface="Helvetica Neue"/>
              <a:ea typeface="Helvetica Neue"/>
              <a:cs typeface="Helvetica Neue"/>
              <a:sym typeface="Helvetica Neue"/>
            </a:endParaRPr>
          </a:p>
        </p:txBody>
      </p:sp>
      <p:sp>
        <p:nvSpPr>
          <p:cNvPr id="14" name="TextBox 13"/>
          <p:cNvSpPr txBox="1"/>
          <p:nvPr/>
        </p:nvSpPr>
        <p:spPr>
          <a:xfrm>
            <a:off x="5978674" y="3242652"/>
            <a:ext cx="1317668"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285750" marR="0" indent="-285750" defTabSz="825500" rtl="0" fontAlgn="auto" latinLnBrk="0" hangingPunct="0">
              <a:lnSpc>
                <a:spcPct val="100000"/>
              </a:lnSpc>
              <a:spcBef>
                <a:spcPts val="0"/>
              </a:spcBef>
              <a:spcAft>
                <a:spcPts val="0"/>
              </a:spcAft>
              <a:buClrTx/>
              <a:buSzTx/>
              <a:buFont typeface="Wingdings" panose="05000000000000000000" pitchFamily="2" charset="2"/>
              <a:buChar char="q"/>
            </a:pPr>
            <a:r>
              <a:rPr kumimoji="0" lang="en-US" sz="1400" b="1" i="0" u="none" strike="noStrike" cap="none" spc="0" normalizeH="0" baseline="0" dirty="0" err="1" smtClean="0">
                <a:ln>
                  <a:noFill/>
                </a:ln>
                <a:solidFill>
                  <a:schemeClr val="bg1"/>
                </a:solidFill>
                <a:effectLst/>
                <a:uFillTx/>
                <a:latin typeface="Helvetica Neue"/>
                <a:ea typeface="Helvetica Neue"/>
                <a:cs typeface="Helvetica Neue"/>
                <a:sym typeface="Helvetica Neue"/>
              </a:rPr>
              <a:t>Scrumban</a:t>
            </a:r>
            <a:endParaRPr kumimoji="0" lang="en-US" sz="1400" b="1" i="0" u="none" strike="noStrike" cap="none" spc="0" normalizeH="0" baseline="0" dirty="0">
              <a:ln>
                <a:noFill/>
              </a:ln>
              <a:solidFill>
                <a:schemeClr val="bg1"/>
              </a:solidFill>
              <a:effectLst/>
              <a:uFillTx/>
              <a:latin typeface="Helvetica Neue"/>
              <a:ea typeface="Helvetica Neue"/>
              <a:cs typeface="Helvetica Neue"/>
              <a:sym typeface="Helvetica Neue"/>
            </a:endParaRPr>
          </a:p>
        </p:txBody>
      </p:sp>
      <p:sp>
        <p:nvSpPr>
          <p:cNvPr id="15" name="TextBox 14"/>
          <p:cNvSpPr txBox="1"/>
          <p:nvPr/>
        </p:nvSpPr>
        <p:spPr>
          <a:xfrm>
            <a:off x="5978674" y="2455699"/>
            <a:ext cx="1046761"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285750" marR="0" indent="-285750" defTabSz="825500" rtl="0" fontAlgn="auto" latinLnBrk="0" hangingPunct="0">
              <a:lnSpc>
                <a:spcPct val="100000"/>
              </a:lnSpc>
              <a:spcBef>
                <a:spcPts val="0"/>
              </a:spcBef>
              <a:spcAft>
                <a:spcPts val="0"/>
              </a:spcAft>
              <a:buClrTx/>
              <a:buSzTx/>
              <a:buFont typeface="Wingdings" panose="05000000000000000000" pitchFamily="2" charset="2"/>
              <a:buChar char="q"/>
            </a:pPr>
            <a:r>
              <a:rPr kumimoji="0" lang="en-US" sz="1400" b="1" i="0" u="none" strike="noStrike" cap="none" spc="0" normalizeH="0" baseline="0" dirty="0" smtClean="0">
                <a:ln>
                  <a:noFill/>
                </a:ln>
                <a:solidFill>
                  <a:schemeClr val="bg1"/>
                </a:solidFill>
                <a:effectLst/>
                <a:uFillTx/>
                <a:latin typeface="Helvetica Neue"/>
                <a:ea typeface="Helvetica Neue"/>
                <a:cs typeface="Helvetica Neue"/>
                <a:sym typeface="Helvetica Neue"/>
              </a:rPr>
              <a:t>Kanban</a:t>
            </a:r>
            <a:endParaRPr kumimoji="0" lang="en-US" sz="1400" b="1" i="0" u="none" strike="noStrike" cap="none" spc="0" normalizeH="0" baseline="0" dirty="0">
              <a:ln>
                <a:noFill/>
              </a:ln>
              <a:solidFill>
                <a:schemeClr val="bg1"/>
              </a:solidFill>
              <a:effectLst/>
              <a:uFillTx/>
              <a:latin typeface="Helvetica Neue"/>
              <a:ea typeface="Helvetica Neue"/>
              <a:cs typeface="Helvetica Neue"/>
              <a:sym typeface="Helvetica Neue"/>
            </a:endParaRPr>
          </a:p>
        </p:txBody>
      </p:sp>
      <p:sp>
        <p:nvSpPr>
          <p:cNvPr id="16" name="TextBox 15"/>
          <p:cNvSpPr txBox="1"/>
          <p:nvPr/>
        </p:nvSpPr>
        <p:spPr>
          <a:xfrm>
            <a:off x="5978674" y="3658371"/>
            <a:ext cx="2316340"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285750" marR="0" indent="-285750" defTabSz="825500" rtl="0" fontAlgn="auto" latinLnBrk="0" hangingPunct="0">
              <a:lnSpc>
                <a:spcPct val="100000"/>
              </a:lnSpc>
              <a:spcBef>
                <a:spcPts val="0"/>
              </a:spcBef>
              <a:spcAft>
                <a:spcPts val="0"/>
              </a:spcAft>
              <a:buClrTx/>
              <a:buSzTx/>
              <a:buFont typeface="Wingdings" panose="05000000000000000000" pitchFamily="2" charset="2"/>
              <a:buChar char="q"/>
            </a:pPr>
            <a:r>
              <a:rPr kumimoji="0" lang="en-US" sz="1400" b="1" i="0" u="none" strike="noStrike" cap="none" spc="0" normalizeH="0" baseline="0" dirty="0" smtClean="0">
                <a:ln>
                  <a:noFill/>
                </a:ln>
                <a:solidFill>
                  <a:schemeClr val="bg1"/>
                </a:solidFill>
                <a:effectLst/>
                <a:uFillTx/>
                <a:latin typeface="Helvetica Neue"/>
                <a:ea typeface="Helvetica Neue"/>
                <a:cs typeface="Helvetica Neue"/>
                <a:sym typeface="Helvetica Neue"/>
              </a:rPr>
              <a:t>Extreme Programming</a:t>
            </a:r>
            <a:endParaRPr kumimoji="0" lang="en-US" sz="1400" b="1" i="0" u="none" strike="noStrike" cap="none" spc="0" normalizeH="0" baseline="0" dirty="0">
              <a:ln>
                <a:noFill/>
              </a:ln>
              <a:solidFill>
                <a:schemeClr val="bg1"/>
              </a:solidFill>
              <a:effectLst/>
              <a:uFillTx/>
              <a:latin typeface="Helvetica Neue"/>
              <a:ea typeface="Helvetica Neue"/>
              <a:cs typeface="Helvetica Neue"/>
              <a:sym typeface="Helvetica Neue"/>
            </a:endParaRPr>
          </a:p>
        </p:txBody>
      </p:sp>
      <p:sp>
        <p:nvSpPr>
          <p:cNvPr id="17" name="TextBox 16"/>
          <p:cNvSpPr txBox="1"/>
          <p:nvPr/>
        </p:nvSpPr>
        <p:spPr>
          <a:xfrm>
            <a:off x="4609164" y="1744187"/>
            <a:ext cx="1892890"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r>
              <a:rPr lang="en-US" sz="1400" b="1" dirty="0" smtClean="0">
                <a:solidFill>
                  <a:schemeClr val="bg1"/>
                </a:solidFill>
                <a:latin typeface="Helvetica Neue"/>
              </a:rPr>
              <a:t> Agile Methodologies</a:t>
            </a:r>
            <a:endParaRPr lang="en-US" sz="1400" b="1" dirty="0">
              <a:solidFill>
                <a:schemeClr val="bg1"/>
              </a:solidFill>
              <a:latin typeface="Helvetica Neue"/>
            </a:endParaRPr>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08052" y="5873836"/>
            <a:ext cx="1260187" cy="945560"/>
          </a:xfrm>
          <a:prstGeom prst="ellipse">
            <a:avLst/>
          </a:prstGeom>
          <a:ln>
            <a:noFill/>
          </a:ln>
          <a:effectLst>
            <a:softEdge rad="112500"/>
          </a:effec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28" name="Group 127"/>
          <p:cNvGrpSpPr/>
          <p:nvPr/>
        </p:nvGrpSpPr>
        <p:grpSpPr>
          <a:xfrm>
            <a:off x="1346273" y="1681354"/>
            <a:ext cx="4257343" cy="4707228"/>
            <a:chOff x="1598718" y="1619818"/>
            <a:chExt cx="4257343" cy="4707228"/>
          </a:xfrm>
        </p:grpSpPr>
        <p:sp>
          <p:nvSpPr>
            <p:cNvPr id="3" name="Google Shape;7284;p193"/>
            <p:cNvSpPr/>
            <p:nvPr/>
          </p:nvSpPr>
          <p:spPr>
            <a:xfrm>
              <a:off x="2241336" y="4680177"/>
              <a:ext cx="3614725" cy="351189"/>
            </a:xfrm>
            <a:prstGeom prst="rect">
              <a:avLst/>
            </a:prstGeom>
            <a:solidFill>
              <a:srgbClr val="C5D0D9"/>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1" name="Google Shape;7312;p193"/>
            <p:cNvSpPr/>
            <p:nvPr/>
          </p:nvSpPr>
          <p:spPr>
            <a:xfrm>
              <a:off x="2762167" y="4680177"/>
              <a:ext cx="362768" cy="289074"/>
            </a:xfrm>
            <a:custGeom>
              <a:avLst/>
              <a:gdLst/>
              <a:ahLst/>
              <a:cxnLst/>
              <a:rect l="l" t="t" r="r" b="b"/>
              <a:pathLst>
                <a:path w="59" h="51" extrusionOk="0">
                  <a:moveTo>
                    <a:pt x="5" y="2"/>
                  </a:moveTo>
                  <a:cubicBezTo>
                    <a:pt x="2" y="6"/>
                    <a:pt x="0" y="18"/>
                    <a:pt x="1" y="25"/>
                  </a:cubicBezTo>
                  <a:cubicBezTo>
                    <a:pt x="1" y="31"/>
                    <a:pt x="1" y="32"/>
                    <a:pt x="4" y="34"/>
                  </a:cubicBezTo>
                  <a:cubicBezTo>
                    <a:pt x="7" y="36"/>
                    <a:pt x="8" y="36"/>
                    <a:pt x="9" y="34"/>
                  </a:cubicBezTo>
                  <a:cubicBezTo>
                    <a:pt x="10" y="33"/>
                    <a:pt x="17" y="41"/>
                    <a:pt x="20" y="43"/>
                  </a:cubicBezTo>
                  <a:cubicBezTo>
                    <a:pt x="23" y="45"/>
                    <a:pt x="31" y="50"/>
                    <a:pt x="41" y="50"/>
                  </a:cubicBezTo>
                  <a:cubicBezTo>
                    <a:pt x="50" y="51"/>
                    <a:pt x="59" y="49"/>
                    <a:pt x="59" y="43"/>
                  </a:cubicBezTo>
                  <a:cubicBezTo>
                    <a:pt x="59" y="37"/>
                    <a:pt x="56" y="34"/>
                    <a:pt x="49" y="28"/>
                  </a:cubicBezTo>
                  <a:cubicBezTo>
                    <a:pt x="42" y="22"/>
                    <a:pt x="35" y="11"/>
                    <a:pt x="33" y="6"/>
                  </a:cubicBezTo>
                  <a:cubicBezTo>
                    <a:pt x="31" y="1"/>
                    <a:pt x="24" y="2"/>
                    <a:pt x="21" y="4"/>
                  </a:cubicBezTo>
                  <a:cubicBezTo>
                    <a:pt x="18" y="5"/>
                    <a:pt x="15" y="15"/>
                    <a:pt x="11" y="12"/>
                  </a:cubicBezTo>
                  <a:cubicBezTo>
                    <a:pt x="7" y="8"/>
                    <a:pt x="6" y="0"/>
                    <a:pt x="5" y="2"/>
                  </a:cubicBezTo>
                  <a:close/>
                </a:path>
              </a:pathLst>
            </a:custGeom>
            <a:solidFill>
              <a:srgbClr val="57291E"/>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2" name="Google Shape;7313;p193"/>
            <p:cNvSpPr/>
            <p:nvPr/>
          </p:nvSpPr>
          <p:spPr>
            <a:xfrm>
              <a:off x="3061289" y="4661955"/>
              <a:ext cx="417183" cy="272350"/>
            </a:xfrm>
            <a:custGeom>
              <a:avLst/>
              <a:gdLst/>
              <a:ahLst/>
              <a:cxnLst/>
              <a:rect l="l" t="t" r="r" b="b"/>
              <a:pathLst>
                <a:path w="68" h="48" extrusionOk="0">
                  <a:moveTo>
                    <a:pt x="6" y="2"/>
                  </a:moveTo>
                  <a:cubicBezTo>
                    <a:pt x="3" y="6"/>
                    <a:pt x="0" y="18"/>
                    <a:pt x="1" y="24"/>
                  </a:cubicBezTo>
                  <a:cubicBezTo>
                    <a:pt x="2" y="30"/>
                    <a:pt x="2" y="31"/>
                    <a:pt x="5" y="33"/>
                  </a:cubicBezTo>
                  <a:cubicBezTo>
                    <a:pt x="9" y="34"/>
                    <a:pt x="10" y="35"/>
                    <a:pt x="11" y="33"/>
                  </a:cubicBezTo>
                  <a:cubicBezTo>
                    <a:pt x="12" y="31"/>
                    <a:pt x="20" y="39"/>
                    <a:pt x="23" y="41"/>
                  </a:cubicBezTo>
                  <a:cubicBezTo>
                    <a:pt x="27" y="43"/>
                    <a:pt x="36" y="48"/>
                    <a:pt x="47" y="48"/>
                  </a:cubicBezTo>
                  <a:cubicBezTo>
                    <a:pt x="58" y="48"/>
                    <a:pt x="68" y="47"/>
                    <a:pt x="68" y="41"/>
                  </a:cubicBezTo>
                  <a:cubicBezTo>
                    <a:pt x="68" y="35"/>
                    <a:pt x="64" y="32"/>
                    <a:pt x="56" y="27"/>
                  </a:cubicBezTo>
                  <a:cubicBezTo>
                    <a:pt x="48" y="21"/>
                    <a:pt x="41" y="11"/>
                    <a:pt x="38" y="6"/>
                  </a:cubicBezTo>
                  <a:cubicBezTo>
                    <a:pt x="36" y="1"/>
                    <a:pt x="28" y="2"/>
                    <a:pt x="25" y="4"/>
                  </a:cubicBezTo>
                  <a:cubicBezTo>
                    <a:pt x="21" y="5"/>
                    <a:pt x="18" y="14"/>
                    <a:pt x="13" y="11"/>
                  </a:cubicBezTo>
                  <a:cubicBezTo>
                    <a:pt x="8" y="8"/>
                    <a:pt x="7" y="0"/>
                    <a:pt x="6" y="2"/>
                  </a:cubicBezTo>
                  <a:close/>
                </a:path>
              </a:pathLst>
            </a:custGeom>
            <a:solidFill>
              <a:srgbClr val="57291E"/>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3" name="Google Shape;7314;p193"/>
            <p:cNvSpPr/>
            <p:nvPr/>
          </p:nvSpPr>
          <p:spPr>
            <a:xfrm>
              <a:off x="2756985" y="3390096"/>
              <a:ext cx="282441" cy="1376086"/>
            </a:xfrm>
            <a:custGeom>
              <a:avLst/>
              <a:gdLst/>
              <a:ahLst/>
              <a:cxnLst/>
              <a:rect l="l" t="t" r="r" b="b"/>
              <a:pathLst>
                <a:path w="46" h="243" extrusionOk="0">
                  <a:moveTo>
                    <a:pt x="8" y="0"/>
                  </a:moveTo>
                  <a:cubicBezTo>
                    <a:pt x="38" y="0"/>
                    <a:pt x="38" y="0"/>
                    <a:pt x="38" y="0"/>
                  </a:cubicBezTo>
                  <a:cubicBezTo>
                    <a:pt x="43" y="0"/>
                    <a:pt x="46" y="4"/>
                    <a:pt x="46" y="8"/>
                  </a:cubicBezTo>
                  <a:cubicBezTo>
                    <a:pt x="46" y="235"/>
                    <a:pt x="46" y="235"/>
                    <a:pt x="46" y="235"/>
                  </a:cubicBezTo>
                  <a:cubicBezTo>
                    <a:pt x="46" y="239"/>
                    <a:pt x="43" y="243"/>
                    <a:pt x="38" y="243"/>
                  </a:cubicBezTo>
                  <a:cubicBezTo>
                    <a:pt x="8" y="243"/>
                    <a:pt x="8" y="243"/>
                    <a:pt x="8" y="243"/>
                  </a:cubicBezTo>
                  <a:cubicBezTo>
                    <a:pt x="3" y="243"/>
                    <a:pt x="0" y="239"/>
                    <a:pt x="0" y="235"/>
                  </a:cubicBezTo>
                  <a:cubicBezTo>
                    <a:pt x="0" y="8"/>
                    <a:pt x="0" y="8"/>
                    <a:pt x="0" y="8"/>
                  </a:cubicBezTo>
                  <a:cubicBezTo>
                    <a:pt x="0" y="4"/>
                    <a:pt x="3" y="0"/>
                    <a:pt x="8" y="0"/>
                  </a:cubicBezTo>
                  <a:close/>
                </a:path>
              </a:pathLst>
            </a:custGeom>
            <a:solidFill>
              <a:srgbClr val="27557D"/>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4" name="Google Shape;7315;p193"/>
            <p:cNvSpPr/>
            <p:nvPr/>
          </p:nvSpPr>
          <p:spPr>
            <a:xfrm>
              <a:off x="3083476" y="3108189"/>
              <a:ext cx="282441" cy="1657993"/>
            </a:xfrm>
            <a:custGeom>
              <a:avLst/>
              <a:gdLst/>
              <a:ahLst/>
              <a:cxnLst/>
              <a:rect l="l" t="t" r="r" b="b"/>
              <a:pathLst>
                <a:path w="46" h="293" extrusionOk="0">
                  <a:moveTo>
                    <a:pt x="8" y="0"/>
                  </a:moveTo>
                  <a:cubicBezTo>
                    <a:pt x="38" y="0"/>
                    <a:pt x="38" y="0"/>
                    <a:pt x="38" y="0"/>
                  </a:cubicBezTo>
                  <a:cubicBezTo>
                    <a:pt x="42" y="0"/>
                    <a:pt x="46" y="4"/>
                    <a:pt x="46" y="8"/>
                  </a:cubicBezTo>
                  <a:cubicBezTo>
                    <a:pt x="46" y="285"/>
                    <a:pt x="46" y="285"/>
                    <a:pt x="46" y="285"/>
                  </a:cubicBezTo>
                  <a:cubicBezTo>
                    <a:pt x="46" y="289"/>
                    <a:pt x="42" y="293"/>
                    <a:pt x="38" y="293"/>
                  </a:cubicBezTo>
                  <a:cubicBezTo>
                    <a:pt x="8" y="293"/>
                    <a:pt x="8" y="293"/>
                    <a:pt x="8" y="293"/>
                  </a:cubicBezTo>
                  <a:cubicBezTo>
                    <a:pt x="3" y="293"/>
                    <a:pt x="0" y="289"/>
                    <a:pt x="0" y="285"/>
                  </a:cubicBezTo>
                  <a:cubicBezTo>
                    <a:pt x="0" y="8"/>
                    <a:pt x="0" y="8"/>
                    <a:pt x="0" y="8"/>
                  </a:cubicBezTo>
                  <a:cubicBezTo>
                    <a:pt x="0" y="4"/>
                    <a:pt x="3" y="0"/>
                    <a:pt x="8" y="0"/>
                  </a:cubicBezTo>
                  <a:close/>
                </a:path>
              </a:pathLst>
            </a:custGeom>
            <a:solidFill>
              <a:srgbClr val="27557D"/>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5" name="Google Shape;7316;p193"/>
            <p:cNvSpPr/>
            <p:nvPr/>
          </p:nvSpPr>
          <p:spPr>
            <a:xfrm>
              <a:off x="2381260" y="3277811"/>
              <a:ext cx="191749" cy="198290"/>
            </a:xfrm>
            <a:custGeom>
              <a:avLst/>
              <a:gdLst/>
              <a:ahLst/>
              <a:cxnLst/>
              <a:rect l="l" t="t" r="r" b="b"/>
              <a:pathLst>
                <a:path w="74" h="83" extrusionOk="0">
                  <a:moveTo>
                    <a:pt x="0" y="61"/>
                  </a:moveTo>
                  <a:lnTo>
                    <a:pt x="45" y="83"/>
                  </a:lnTo>
                  <a:lnTo>
                    <a:pt x="74" y="21"/>
                  </a:lnTo>
                  <a:lnTo>
                    <a:pt x="31" y="0"/>
                  </a:lnTo>
                  <a:lnTo>
                    <a:pt x="0" y="61"/>
                  </a:lnTo>
                  <a:close/>
                </a:path>
              </a:pathLst>
            </a:custGeom>
            <a:solidFill>
              <a:srgbClr val="F2CAA9"/>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6" name="Google Shape;7317;p193"/>
            <p:cNvSpPr/>
            <p:nvPr/>
          </p:nvSpPr>
          <p:spPr>
            <a:xfrm>
              <a:off x="2350166" y="3327981"/>
              <a:ext cx="196931" cy="231737"/>
            </a:xfrm>
            <a:custGeom>
              <a:avLst/>
              <a:gdLst/>
              <a:ahLst/>
              <a:cxnLst/>
              <a:rect l="l" t="t" r="r" b="b"/>
              <a:pathLst>
                <a:path w="32" h="41" extrusionOk="0">
                  <a:moveTo>
                    <a:pt x="32" y="5"/>
                  </a:moveTo>
                  <a:cubicBezTo>
                    <a:pt x="13" y="0"/>
                    <a:pt x="13" y="0"/>
                    <a:pt x="13" y="0"/>
                  </a:cubicBezTo>
                  <a:cubicBezTo>
                    <a:pt x="10" y="15"/>
                    <a:pt x="10" y="15"/>
                    <a:pt x="10" y="15"/>
                  </a:cubicBezTo>
                  <a:cubicBezTo>
                    <a:pt x="0" y="30"/>
                    <a:pt x="0" y="30"/>
                    <a:pt x="0" y="30"/>
                  </a:cubicBezTo>
                  <a:cubicBezTo>
                    <a:pt x="8" y="33"/>
                    <a:pt x="22" y="29"/>
                    <a:pt x="21" y="41"/>
                  </a:cubicBezTo>
                  <a:lnTo>
                    <a:pt x="32" y="5"/>
                  </a:lnTo>
                  <a:close/>
                </a:path>
              </a:pathLst>
            </a:custGeom>
            <a:solidFill>
              <a:srgbClr val="F2CAA9"/>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7" name="Google Shape;7318;p193"/>
            <p:cNvSpPr/>
            <p:nvPr/>
          </p:nvSpPr>
          <p:spPr>
            <a:xfrm>
              <a:off x="2321663" y="3332759"/>
              <a:ext cx="225434" cy="322520"/>
            </a:xfrm>
            <a:custGeom>
              <a:avLst/>
              <a:gdLst/>
              <a:ahLst/>
              <a:cxnLst/>
              <a:rect l="l" t="t" r="r" b="b"/>
              <a:pathLst>
                <a:path w="37" h="57" extrusionOk="0">
                  <a:moveTo>
                    <a:pt x="2" y="34"/>
                  </a:moveTo>
                  <a:cubicBezTo>
                    <a:pt x="15" y="7"/>
                    <a:pt x="15" y="7"/>
                    <a:pt x="15" y="7"/>
                  </a:cubicBezTo>
                  <a:cubicBezTo>
                    <a:pt x="16" y="5"/>
                    <a:pt x="18" y="4"/>
                    <a:pt x="21" y="5"/>
                  </a:cubicBezTo>
                  <a:cubicBezTo>
                    <a:pt x="21" y="5"/>
                    <a:pt x="21" y="5"/>
                    <a:pt x="21" y="5"/>
                  </a:cubicBezTo>
                  <a:cubicBezTo>
                    <a:pt x="21" y="5"/>
                    <a:pt x="21" y="5"/>
                    <a:pt x="21" y="5"/>
                  </a:cubicBezTo>
                  <a:cubicBezTo>
                    <a:pt x="22" y="3"/>
                    <a:pt x="22" y="3"/>
                    <a:pt x="22" y="3"/>
                  </a:cubicBezTo>
                  <a:cubicBezTo>
                    <a:pt x="23" y="1"/>
                    <a:pt x="26" y="0"/>
                    <a:pt x="28" y="1"/>
                  </a:cubicBezTo>
                  <a:cubicBezTo>
                    <a:pt x="28" y="1"/>
                    <a:pt x="28" y="1"/>
                    <a:pt x="28" y="1"/>
                  </a:cubicBezTo>
                  <a:cubicBezTo>
                    <a:pt x="30" y="2"/>
                    <a:pt x="31" y="3"/>
                    <a:pt x="31" y="5"/>
                  </a:cubicBezTo>
                  <a:cubicBezTo>
                    <a:pt x="32" y="5"/>
                    <a:pt x="33" y="5"/>
                    <a:pt x="34" y="5"/>
                  </a:cubicBezTo>
                  <a:cubicBezTo>
                    <a:pt x="34" y="5"/>
                    <a:pt x="34" y="5"/>
                    <a:pt x="34" y="5"/>
                  </a:cubicBezTo>
                  <a:cubicBezTo>
                    <a:pt x="36" y="6"/>
                    <a:pt x="37" y="9"/>
                    <a:pt x="36" y="12"/>
                  </a:cubicBezTo>
                  <a:cubicBezTo>
                    <a:pt x="20" y="41"/>
                    <a:pt x="20" y="41"/>
                    <a:pt x="20" y="41"/>
                  </a:cubicBezTo>
                  <a:cubicBezTo>
                    <a:pt x="15" y="54"/>
                    <a:pt x="15" y="54"/>
                    <a:pt x="15" y="54"/>
                  </a:cubicBezTo>
                  <a:cubicBezTo>
                    <a:pt x="14" y="56"/>
                    <a:pt x="11" y="57"/>
                    <a:pt x="9" y="56"/>
                  </a:cubicBezTo>
                  <a:cubicBezTo>
                    <a:pt x="9" y="56"/>
                    <a:pt x="9" y="56"/>
                    <a:pt x="9" y="56"/>
                  </a:cubicBezTo>
                  <a:cubicBezTo>
                    <a:pt x="7" y="55"/>
                    <a:pt x="7" y="51"/>
                    <a:pt x="8" y="49"/>
                  </a:cubicBezTo>
                  <a:cubicBezTo>
                    <a:pt x="7" y="47"/>
                    <a:pt x="0" y="40"/>
                    <a:pt x="2" y="34"/>
                  </a:cubicBezTo>
                  <a:close/>
                </a:path>
              </a:pathLst>
            </a:custGeom>
            <a:solidFill>
              <a:srgbClr val="F2CAA9"/>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8" name="Google Shape;7319;p193"/>
            <p:cNvSpPr/>
            <p:nvPr/>
          </p:nvSpPr>
          <p:spPr>
            <a:xfrm>
              <a:off x="2363122" y="3554939"/>
              <a:ext cx="75145" cy="186345"/>
            </a:xfrm>
            <a:custGeom>
              <a:avLst/>
              <a:gdLst/>
              <a:ahLst/>
              <a:cxnLst/>
              <a:rect l="l" t="t" r="r" b="b"/>
              <a:pathLst>
                <a:path w="12" h="33" extrusionOk="0">
                  <a:moveTo>
                    <a:pt x="3" y="33"/>
                  </a:moveTo>
                  <a:cubicBezTo>
                    <a:pt x="3" y="33"/>
                    <a:pt x="3" y="33"/>
                    <a:pt x="3" y="33"/>
                  </a:cubicBezTo>
                  <a:cubicBezTo>
                    <a:pt x="1" y="32"/>
                    <a:pt x="0" y="31"/>
                    <a:pt x="0" y="29"/>
                  </a:cubicBezTo>
                  <a:cubicBezTo>
                    <a:pt x="5" y="1"/>
                    <a:pt x="5" y="1"/>
                    <a:pt x="5" y="1"/>
                  </a:cubicBezTo>
                  <a:cubicBezTo>
                    <a:pt x="5" y="0"/>
                    <a:pt x="5" y="0"/>
                    <a:pt x="5" y="0"/>
                  </a:cubicBezTo>
                  <a:cubicBezTo>
                    <a:pt x="12" y="5"/>
                    <a:pt x="12" y="5"/>
                    <a:pt x="12" y="5"/>
                  </a:cubicBezTo>
                  <a:cubicBezTo>
                    <a:pt x="6" y="30"/>
                    <a:pt x="6" y="30"/>
                    <a:pt x="6" y="30"/>
                  </a:cubicBezTo>
                  <a:cubicBezTo>
                    <a:pt x="6" y="32"/>
                    <a:pt x="4" y="33"/>
                    <a:pt x="3" y="33"/>
                  </a:cubicBezTo>
                  <a:close/>
                </a:path>
              </a:pathLst>
            </a:custGeom>
            <a:solidFill>
              <a:srgbClr val="F2CAA9"/>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39" name="Google Shape;7320;p193"/>
            <p:cNvSpPr/>
            <p:nvPr/>
          </p:nvSpPr>
          <p:spPr>
            <a:xfrm>
              <a:off x="2412355" y="3378151"/>
              <a:ext cx="124378" cy="255627"/>
            </a:xfrm>
            <a:custGeom>
              <a:avLst/>
              <a:gdLst/>
              <a:ahLst/>
              <a:cxnLst/>
              <a:rect l="l" t="t" r="r" b="b"/>
              <a:pathLst>
                <a:path w="20" h="45" extrusionOk="0">
                  <a:moveTo>
                    <a:pt x="14" y="45"/>
                  </a:moveTo>
                  <a:cubicBezTo>
                    <a:pt x="14" y="45"/>
                    <a:pt x="14" y="45"/>
                    <a:pt x="14" y="45"/>
                  </a:cubicBezTo>
                  <a:cubicBezTo>
                    <a:pt x="12" y="45"/>
                    <a:pt x="10" y="43"/>
                    <a:pt x="10" y="41"/>
                  </a:cubicBezTo>
                  <a:cubicBezTo>
                    <a:pt x="11" y="30"/>
                    <a:pt x="11" y="30"/>
                    <a:pt x="11" y="30"/>
                  </a:cubicBezTo>
                  <a:cubicBezTo>
                    <a:pt x="12" y="26"/>
                    <a:pt x="8" y="27"/>
                    <a:pt x="6" y="31"/>
                  </a:cubicBezTo>
                  <a:cubicBezTo>
                    <a:pt x="0" y="8"/>
                    <a:pt x="0" y="8"/>
                    <a:pt x="0" y="8"/>
                  </a:cubicBezTo>
                  <a:cubicBezTo>
                    <a:pt x="11" y="0"/>
                    <a:pt x="11" y="0"/>
                    <a:pt x="11" y="0"/>
                  </a:cubicBezTo>
                  <a:cubicBezTo>
                    <a:pt x="16" y="10"/>
                    <a:pt x="16" y="10"/>
                    <a:pt x="16" y="10"/>
                  </a:cubicBezTo>
                  <a:cubicBezTo>
                    <a:pt x="19" y="11"/>
                    <a:pt x="20" y="16"/>
                    <a:pt x="20" y="19"/>
                  </a:cubicBezTo>
                  <a:cubicBezTo>
                    <a:pt x="18" y="42"/>
                    <a:pt x="18" y="42"/>
                    <a:pt x="18" y="42"/>
                  </a:cubicBezTo>
                  <a:cubicBezTo>
                    <a:pt x="17" y="44"/>
                    <a:pt x="16" y="45"/>
                    <a:pt x="14" y="45"/>
                  </a:cubicBezTo>
                  <a:close/>
                </a:path>
              </a:pathLst>
            </a:custGeom>
            <a:solidFill>
              <a:srgbClr val="F2CAA9"/>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0" name="Google Shape;7321;p193"/>
            <p:cNvSpPr/>
            <p:nvPr/>
          </p:nvSpPr>
          <p:spPr>
            <a:xfrm>
              <a:off x="2339801" y="3526271"/>
              <a:ext cx="59598" cy="181567"/>
            </a:xfrm>
            <a:custGeom>
              <a:avLst/>
              <a:gdLst/>
              <a:ahLst/>
              <a:cxnLst/>
              <a:rect l="l" t="t" r="r" b="b"/>
              <a:pathLst>
                <a:path w="10" h="32" extrusionOk="0">
                  <a:moveTo>
                    <a:pt x="7" y="32"/>
                  </a:moveTo>
                  <a:cubicBezTo>
                    <a:pt x="7" y="32"/>
                    <a:pt x="7" y="32"/>
                    <a:pt x="7" y="32"/>
                  </a:cubicBezTo>
                  <a:cubicBezTo>
                    <a:pt x="5" y="32"/>
                    <a:pt x="4" y="31"/>
                    <a:pt x="3" y="29"/>
                  </a:cubicBezTo>
                  <a:cubicBezTo>
                    <a:pt x="1" y="1"/>
                    <a:pt x="1" y="1"/>
                    <a:pt x="1" y="1"/>
                  </a:cubicBezTo>
                  <a:cubicBezTo>
                    <a:pt x="0" y="0"/>
                    <a:pt x="0" y="0"/>
                    <a:pt x="0" y="0"/>
                  </a:cubicBezTo>
                  <a:cubicBezTo>
                    <a:pt x="8" y="3"/>
                    <a:pt x="8" y="3"/>
                    <a:pt x="8" y="3"/>
                  </a:cubicBezTo>
                  <a:cubicBezTo>
                    <a:pt x="10" y="28"/>
                    <a:pt x="10" y="28"/>
                    <a:pt x="10" y="28"/>
                  </a:cubicBezTo>
                  <a:cubicBezTo>
                    <a:pt x="10" y="30"/>
                    <a:pt x="9" y="32"/>
                    <a:pt x="7" y="32"/>
                  </a:cubicBezTo>
                  <a:close/>
                </a:path>
              </a:pathLst>
            </a:custGeom>
            <a:solidFill>
              <a:srgbClr val="F2CAA9"/>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1" name="Google Shape;7322;p193"/>
            <p:cNvSpPr/>
            <p:nvPr/>
          </p:nvSpPr>
          <p:spPr>
            <a:xfrm>
              <a:off x="2332028" y="3554939"/>
              <a:ext cx="98466" cy="157677"/>
            </a:xfrm>
            <a:custGeom>
              <a:avLst/>
              <a:gdLst/>
              <a:ahLst/>
              <a:cxnLst/>
              <a:rect l="l" t="t" r="r" b="b"/>
              <a:pathLst>
                <a:path w="16" h="28" extrusionOk="0">
                  <a:moveTo>
                    <a:pt x="13" y="27"/>
                  </a:moveTo>
                  <a:cubicBezTo>
                    <a:pt x="13" y="27"/>
                    <a:pt x="13" y="27"/>
                    <a:pt x="13" y="27"/>
                  </a:cubicBezTo>
                  <a:cubicBezTo>
                    <a:pt x="11" y="28"/>
                    <a:pt x="9" y="27"/>
                    <a:pt x="9" y="26"/>
                  </a:cubicBezTo>
                  <a:cubicBezTo>
                    <a:pt x="0" y="0"/>
                    <a:pt x="0" y="0"/>
                    <a:pt x="0" y="0"/>
                  </a:cubicBezTo>
                  <a:cubicBezTo>
                    <a:pt x="7" y="4"/>
                    <a:pt x="7" y="4"/>
                    <a:pt x="7" y="4"/>
                  </a:cubicBezTo>
                  <a:cubicBezTo>
                    <a:pt x="15" y="23"/>
                    <a:pt x="15" y="23"/>
                    <a:pt x="15" y="23"/>
                  </a:cubicBezTo>
                  <a:cubicBezTo>
                    <a:pt x="16" y="25"/>
                    <a:pt x="15" y="27"/>
                    <a:pt x="13" y="27"/>
                  </a:cubicBezTo>
                  <a:close/>
                </a:path>
              </a:pathLst>
            </a:custGeom>
            <a:solidFill>
              <a:srgbClr val="F2CAA9"/>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2" name="Google Shape;7323;p193"/>
            <p:cNvSpPr/>
            <p:nvPr/>
          </p:nvSpPr>
          <p:spPr>
            <a:xfrm>
              <a:off x="2344984" y="3402041"/>
              <a:ext cx="215070" cy="90783"/>
            </a:xfrm>
            <a:custGeom>
              <a:avLst/>
              <a:gdLst/>
              <a:ahLst/>
              <a:cxnLst/>
              <a:rect l="l" t="t" r="r" b="b"/>
              <a:pathLst>
                <a:path w="83" h="38" extrusionOk="0">
                  <a:moveTo>
                    <a:pt x="0" y="19"/>
                  </a:moveTo>
                  <a:lnTo>
                    <a:pt x="78" y="38"/>
                  </a:lnTo>
                  <a:lnTo>
                    <a:pt x="83" y="19"/>
                  </a:lnTo>
                  <a:lnTo>
                    <a:pt x="5" y="0"/>
                  </a:lnTo>
                  <a:lnTo>
                    <a:pt x="0" y="19"/>
                  </a:lnTo>
                  <a:close/>
                </a:path>
              </a:pathLst>
            </a:cu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3" name="Google Shape;7324;p193"/>
            <p:cNvSpPr/>
            <p:nvPr/>
          </p:nvSpPr>
          <p:spPr>
            <a:xfrm>
              <a:off x="2344984" y="2427313"/>
              <a:ext cx="456051" cy="1032065"/>
            </a:xfrm>
            <a:custGeom>
              <a:avLst/>
              <a:gdLst/>
              <a:ahLst/>
              <a:cxnLst/>
              <a:rect l="l" t="t" r="r" b="b"/>
              <a:pathLst>
                <a:path w="74" h="182" extrusionOk="0">
                  <a:moveTo>
                    <a:pt x="74" y="25"/>
                  </a:moveTo>
                  <a:cubicBezTo>
                    <a:pt x="52" y="0"/>
                    <a:pt x="52" y="0"/>
                    <a:pt x="52" y="0"/>
                  </a:cubicBezTo>
                  <a:cubicBezTo>
                    <a:pt x="42" y="7"/>
                    <a:pt x="36" y="24"/>
                    <a:pt x="34" y="30"/>
                  </a:cubicBezTo>
                  <a:cubicBezTo>
                    <a:pt x="0" y="174"/>
                    <a:pt x="0" y="174"/>
                    <a:pt x="0" y="174"/>
                  </a:cubicBezTo>
                  <a:cubicBezTo>
                    <a:pt x="0" y="174"/>
                    <a:pt x="0" y="174"/>
                    <a:pt x="0" y="174"/>
                  </a:cubicBezTo>
                  <a:cubicBezTo>
                    <a:pt x="36" y="182"/>
                    <a:pt x="36" y="182"/>
                    <a:pt x="36" y="182"/>
                  </a:cubicBezTo>
                  <a:cubicBezTo>
                    <a:pt x="36" y="182"/>
                    <a:pt x="36" y="182"/>
                    <a:pt x="36" y="182"/>
                  </a:cubicBezTo>
                  <a:cubicBezTo>
                    <a:pt x="74" y="25"/>
                    <a:pt x="74" y="25"/>
                    <a:pt x="74" y="25"/>
                  </a:cubicBezTo>
                  <a:cubicBezTo>
                    <a:pt x="74" y="25"/>
                    <a:pt x="74" y="25"/>
                    <a:pt x="74" y="25"/>
                  </a:cubicBezTo>
                  <a:close/>
                </a:path>
              </a:pathLst>
            </a:custGeom>
            <a:solidFill>
              <a:srgbClr val="27557D"/>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4" name="Google Shape;7325;p193"/>
            <p:cNvSpPr/>
            <p:nvPr/>
          </p:nvSpPr>
          <p:spPr>
            <a:xfrm>
              <a:off x="4153642" y="2150185"/>
              <a:ext cx="85510" cy="193512"/>
            </a:xfrm>
            <a:custGeom>
              <a:avLst/>
              <a:gdLst/>
              <a:ahLst/>
              <a:cxnLst/>
              <a:rect l="l" t="t" r="r" b="b"/>
              <a:pathLst>
                <a:path w="33" h="81" extrusionOk="0">
                  <a:moveTo>
                    <a:pt x="33" y="78"/>
                  </a:moveTo>
                  <a:lnTo>
                    <a:pt x="19" y="0"/>
                  </a:lnTo>
                  <a:lnTo>
                    <a:pt x="0" y="3"/>
                  </a:lnTo>
                  <a:lnTo>
                    <a:pt x="14" y="81"/>
                  </a:lnTo>
                  <a:lnTo>
                    <a:pt x="33" y="78"/>
                  </a:lnTo>
                  <a:close/>
                </a:path>
              </a:pathLst>
            </a:cu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5" name="Google Shape;7326;p193"/>
            <p:cNvSpPr/>
            <p:nvPr/>
          </p:nvSpPr>
          <p:spPr>
            <a:xfrm>
              <a:off x="4135503" y="2145407"/>
              <a:ext cx="121786" cy="203068"/>
            </a:xfrm>
            <a:custGeom>
              <a:avLst/>
              <a:gdLst/>
              <a:ahLst/>
              <a:cxnLst/>
              <a:rect l="l" t="t" r="r" b="b"/>
              <a:pathLst>
                <a:path w="47" h="85" extrusionOk="0">
                  <a:moveTo>
                    <a:pt x="0" y="7"/>
                  </a:moveTo>
                  <a:lnTo>
                    <a:pt x="14" y="85"/>
                  </a:lnTo>
                  <a:lnTo>
                    <a:pt x="47" y="78"/>
                  </a:lnTo>
                  <a:lnTo>
                    <a:pt x="33" y="0"/>
                  </a:lnTo>
                  <a:lnTo>
                    <a:pt x="0" y="7"/>
                  </a:lnTo>
                  <a:close/>
                </a:path>
              </a:pathLst>
            </a:cu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6" name="Google Shape;7327;p193"/>
            <p:cNvSpPr/>
            <p:nvPr/>
          </p:nvSpPr>
          <p:spPr>
            <a:xfrm>
              <a:off x="4122547" y="2245746"/>
              <a:ext cx="147698" cy="114674"/>
            </a:xfrm>
            <a:custGeom>
              <a:avLst/>
              <a:gdLst/>
              <a:ahLst/>
              <a:cxnLst/>
              <a:rect l="l" t="t" r="r" b="b"/>
              <a:pathLst>
                <a:path w="24" h="20" extrusionOk="0">
                  <a:moveTo>
                    <a:pt x="24" y="7"/>
                  </a:moveTo>
                  <a:cubicBezTo>
                    <a:pt x="5" y="20"/>
                    <a:pt x="5" y="20"/>
                    <a:pt x="5" y="20"/>
                  </a:cubicBezTo>
                  <a:cubicBezTo>
                    <a:pt x="0" y="12"/>
                    <a:pt x="0" y="12"/>
                    <a:pt x="0" y="12"/>
                  </a:cubicBezTo>
                  <a:cubicBezTo>
                    <a:pt x="20" y="0"/>
                    <a:pt x="20" y="0"/>
                    <a:pt x="20" y="0"/>
                  </a:cubicBezTo>
                  <a:cubicBezTo>
                    <a:pt x="21" y="1"/>
                    <a:pt x="22" y="0"/>
                    <a:pt x="23" y="0"/>
                  </a:cubicBezTo>
                  <a:lnTo>
                    <a:pt x="24" y="7"/>
                  </a:lnTo>
                  <a:close/>
                </a:path>
              </a:pathLst>
            </a:custGeom>
            <a:solidFill>
              <a:srgbClr val="57291E"/>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7" name="Google Shape;7328;p193"/>
            <p:cNvSpPr/>
            <p:nvPr/>
          </p:nvSpPr>
          <p:spPr>
            <a:xfrm>
              <a:off x="3194897" y="2145407"/>
              <a:ext cx="1018342" cy="372690"/>
            </a:xfrm>
            <a:custGeom>
              <a:avLst/>
              <a:gdLst/>
              <a:ahLst/>
              <a:cxnLst/>
              <a:rect l="l" t="t" r="r" b="b"/>
              <a:pathLst>
                <a:path w="166" h="66" extrusionOk="0">
                  <a:moveTo>
                    <a:pt x="7" y="66"/>
                  </a:moveTo>
                  <a:cubicBezTo>
                    <a:pt x="0" y="30"/>
                    <a:pt x="0" y="30"/>
                    <a:pt x="0" y="30"/>
                  </a:cubicBezTo>
                  <a:cubicBezTo>
                    <a:pt x="0" y="30"/>
                    <a:pt x="0" y="30"/>
                    <a:pt x="0" y="30"/>
                  </a:cubicBezTo>
                  <a:cubicBezTo>
                    <a:pt x="159" y="0"/>
                    <a:pt x="159" y="0"/>
                    <a:pt x="159" y="0"/>
                  </a:cubicBezTo>
                  <a:cubicBezTo>
                    <a:pt x="159" y="0"/>
                    <a:pt x="159" y="0"/>
                    <a:pt x="159" y="0"/>
                  </a:cubicBezTo>
                  <a:cubicBezTo>
                    <a:pt x="166" y="36"/>
                    <a:pt x="166" y="36"/>
                    <a:pt x="166" y="36"/>
                  </a:cubicBezTo>
                  <a:cubicBezTo>
                    <a:pt x="166" y="36"/>
                    <a:pt x="166" y="36"/>
                    <a:pt x="166" y="36"/>
                  </a:cubicBezTo>
                  <a:cubicBezTo>
                    <a:pt x="7" y="66"/>
                    <a:pt x="7" y="66"/>
                    <a:pt x="7" y="66"/>
                  </a:cubicBezTo>
                  <a:cubicBezTo>
                    <a:pt x="7" y="66"/>
                    <a:pt x="7" y="66"/>
                    <a:pt x="7" y="66"/>
                  </a:cubicBezTo>
                  <a:close/>
                </a:path>
              </a:pathLst>
            </a:custGeom>
            <a:solidFill>
              <a:srgbClr val="27557D"/>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8" name="Google Shape;7329;p193"/>
            <p:cNvSpPr/>
            <p:nvPr/>
          </p:nvSpPr>
          <p:spPr>
            <a:xfrm>
              <a:off x="2567827" y="2264859"/>
              <a:ext cx="847323" cy="1306804"/>
            </a:xfrm>
            <a:custGeom>
              <a:avLst/>
              <a:gdLst/>
              <a:ahLst/>
              <a:cxnLst/>
              <a:rect l="l" t="t" r="r" b="b"/>
              <a:pathLst>
                <a:path w="138" h="231" extrusionOk="0">
                  <a:moveTo>
                    <a:pt x="135" y="196"/>
                  </a:moveTo>
                  <a:cubicBezTo>
                    <a:pt x="105" y="217"/>
                    <a:pt x="63" y="231"/>
                    <a:pt x="26" y="220"/>
                  </a:cubicBezTo>
                  <a:cubicBezTo>
                    <a:pt x="21" y="94"/>
                    <a:pt x="21" y="94"/>
                    <a:pt x="21" y="94"/>
                  </a:cubicBezTo>
                  <a:cubicBezTo>
                    <a:pt x="20" y="74"/>
                    <a:pt x="0" y="51"/>
                    <a:pt x="5" y="41"/>
                  </a:cubicBezTo>
                  <a:cubicBezTo>
                    <a:pt x="14" y="23"/>
                    <a:pt x="52" y="11"/>
                    <a:pt x="64" y="0"/>
                  </a:cubicBezTo>
                  <a:cubicBezTo>
                    <a:pt x="69" y="4"/>
                    <a:pt x="75" y="7"/>
                    <a:pt x="81" y="7"/>
                  </a:cubicBezTo>
                  <a:cubicBezTo>
                    <a:pt x="86" y="7"/>
                    <a:pt x="92" y="4"/>
                    <a:pt x="97" y="0"/>
                  </a:cubicBezTo>
                  <a:cubicBezTo>
                    <a:pt x="106" y="8"/>
                    <a:pt x="119" y="7"/>
                    <a:pt x="126" y="5"/>
                  </a:cubicBezTo>
                  <a:cubicBezTo>
                    <a:pt x="121" y="29"/>
                    <a:pt x="138" y="32"/>
                    <a:pt x="138" y="41"/>
                  </a:cubicBezTo>
                  <a:lnTo>
                    <a:pt x="135" y="196"/>
                  </a:lnTo>
                  <a:close/>
                </a:path>
              </a:pathLst>
            </a:custGeom>
            <a:solidFill>
              <a:srgbClr val="3F73A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49" name="Google Shape;7330;p193"/>
            <p:cNvSpPr/>
            <p:nvPr/>
          </p:nvSpPr>
          <p:spPr>
            <a:xfrm>
              <a:off x="2868406" y="2274415"/>
              <a:ext cx="386089" cy="635484"/>
            </a:xfrm>
            <a:custGeom>
              <a:avLst/>
              <a:gdLst/>
              <a:ahLst/>
              <a:cxnLst/>
              <a:rect l="l" t="t" r="r" b="b"/>
              <a:pathLst>
                <a:path w="149" h="266" extrusionOk="0">
                  <a:moveTo>
                    <a:pt x="0" y="19"/>
                  </a:moveTo>
                  <a:lnTo>
                    <a:pt x="9" y="95"/>
                  </a:lnTo>
                  <a:lnTo>
                    <a:pt x="76" y="266"/>
                  </a:lnTo>
                  <a:lnTo>
                    <a:pt x="140" y="95"/>
                  </a:lnTo>
                  <a:lnTo>
                    <a:pt x="149" y="19"/>
                  </a:lnTo>
                  <a:lnTo>
                    <a:pt x="118" y="0"/>
                  </a:lnTo>
                  <a:lnTo>
                    <a:pt x="33" y="0"/>
                  </a:lnTo>
                  <a:lnTo>
                    <a:pt x="0" y="19"/>
                  </a:lnTo>
                  <a:close/>
                </a:path>
              </a:pathLst>
            </a:cu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0" name="Google Shape;7331;p193"/>
            <p:cNvSpPr/>
            <p:nvPr/>
          </p:nvSpPr>
          <p:spPr>
            <a:xfrm>
              <a:off x="2801035" y="2303083"/>
              <a:ext cx="264302" cy="606816"/>
            </a:xfrm>
            <a:custGeom>
              <a:avLst/>
              <a:gdLst/>
              <a:ahLst/>
              <a:cxnLst/>
              <a:rect l="l" t="t" r="r" b="b"/>
              <a:pathLst>
                <a:path w="102" h="254" extrusionOk="0">
                  <a:moveTo>
                    <a:pt x="38" y="0"/>
                  </a:moveTo>
                  <a:lnTo>
                    <a:pt x="102" y="254"/>
                  </a:lnTo>
                  <a:lnTo>
                    <a:pt x="14" y="114"/>
                  </a:lnTo>
                  <a:lnTo>
                    <a:pt x="23" y="90"/>
                  </a:lnTo>
                  <a:lnTo>
                    <a:pt x="0" y="69"/>
                  </a:lnTo>
                  <a:lnTo>
                    <a:pt x="26" y="7"/>
                  </a:lnTo>
                  <a:lnTo>
                    <a:pt x="38" y="0"/>
                  </a:lnTo>
                  <a:close/>
                </a:path>
              </a:pathLst>
            </a:custGeom>
            <a:solidFill>
              <a:srgbClr val="27557D"/>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1" name="Google Shape;7332;p193"/>
            <p:cNvSpPr/>
            <p:nvPr/>
          </p:nvSpPr>
          <p:spPr>
            <a:xfrm>
              <a:off x="3008331" y="2530042"/>
              <a:ext cx="111422" cy="379857"/>
            </a:xfrm>
            <a:custGeom>
              <a:avLst/>
              <a:gdLst/>
              <a:ahLst/>
              <a:cxnLst/>
              <a:rect l="l" t="t" r="r" b="b"/>
              <a:pathLst>
                <a:path w="43" h="159" extrusionOk="0">
                  <a:moveTo>
                    <a:pt x="10" y="0"/>
                  </a:moveTo>
                  <a:lnTo>
                    <a:pt x="31" y="0"/>
                  </a:lnTo>
                  <a:lnTo>
                    <a:pt x="43" y="107"/>
                  </a:lnTo>
                  <a:lnTo>
                    <a:pt x="22" y="159"/>
                  </a:lnTo>
                  <a:lnTo>
                    <a:pt x="0" y="107"/>
                  </a:lnTo>
                  <a:lnTo>
                    <a:pt x="10" y="0"/>
                  </a:lnTo>
                  <a:close/>
                </a:path>
              </a:pathLst>
            </a:custGeom>
            <a:solidFill>
              <a:srgbClr val="FC8D25"/>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2" name="Google Shape;7333;p193"/>
            <p:cNvSpPr/>
            <p:nvPr/>
          </p:nvSpPr>
          <p:spPr>
            <a:xfrm>
              <a:off x="2824356" y="2303083"/>
              <a:ext cx="240982" cy="606816"/>
            </a:xfrm>
            <a:custGeom>
              <a:avLst/>
              <a:gdLst/>
              <a:ahLst/>
              <a:cxnLst/>
              <a:rect l="l" t="t" r="r" b="b"/>
              <a:pathLst>
                <a:path w="93" h="254" extrusionOk="0">
                  <a:moveTo>
                    <a:pt x="29" y="0"/>
                  </a:moveTo>
                  <a:lnTo>
                    <a:pt x="93" y="254"/>
                  </a:lnTo>
                  <a:lnTo>
                    <a:pt x="12" y="102"/>
                  </a:lnTo>
                  <a:lnTo>
                    <a:pt x="26" y="83"/>
                  </a:lnTo>
                  <a:lnTo>
                    <a:pt x="0" y="64"/>
                  </a:lnTo>
                  <a:lnTo>
                    <a:pt x="17" y="7"/>
                  </a:lnTo>
                  <a:lnTo>
                    <a:pt x="29" y="0"/>
                  </a:lnTo>
                  <a:close/>
                </a:path>
              </a:pathLst>
            </a:custGeom>
            <a:solidFill>
              <a:srgbClr val="3F73A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3" name="Google Shape;7334;p193"/>
            <p:cNvSpPr/>
            <p:nvPr/>
          </p:nvSpPr>
          <p:spPr>
            <a:xfrm>
              <a:off x="3065337" y="2303083"/>
              <a:ext cx="256529" cy="606816"/>
            </a:xfrm>
            <a:custGeom>
              <a:avLst/>
              <a:gdLst/>
              <a:ahLst/>
              <a:cxnLst/>
              <a:rect l="l" t="t" r="r" b="b"/>
              <a:pathLst>
                <a:path w="99" h="254" extrusionOk="0">
                  <a:moveTo>
                    <a:pt x="61" y="0"/>
                  </a:moveTo>
                  <a:lnTo>
                    <a:pt x="0" y="254"/>
                  </a:lnTo>
                  <a:lnTo>
                    <a:pt x="88" y="114"/>
                  </a:lnTo>
                  <a:lnTo>
                    <a:pt x="76" y="90"/>
                  </a:lnTo>
                  <a:lnTo>
                    <a:pt x="99" y="69"/>
                  </a:lnTo>
                  <a:lnTo>
                    <a:pt x="73" y="7"/>
                  </a:lnTo>
                  <a:lnTo>
                    <a:pt x="61" y="0"/>
                  </a:lnTo>
                  <a:close/>
                </a:path>
              </a:pathLst>
            </a:custGeom>
            <a:solidFill>
              <a:srgbClr val="27557D"/>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4" name="Google Shape;7335;p193"/>
            <p:cNvSpPr/>
            <p:nvPr/>
          </p:nvSpPr>
          <p:spPr>
            <a:xfrm>
              <a:off x="3065337" y="2303083"/>
              <a:ext cx="233208" cy="606816"/>
            </a:xfrm>
            <a:custGeom>
              <a:avLst/>
              <a:gdLst/>
              <a:ahLst/>
              <a:cxnLst/>
              <a:rect l="l" t="t" r="r" b="b"/>
              <a:pathLst>
                <a:path w="90" h="254" extrusionOk="0">
                  <a:moveTo>
                    <a:pt x="61" y="0"/>
                  </a:moveTo>
                  <a:lnTo>
                    <a:pt x="0" y="254"/>
                  </a:lnTo>
                  <a:lnTo>
                    <a:pt x="78" y="102"/>
                  </a:lnTo>
                  <a:lnTo>
                    <a:pt x="64" y="83"/>
                  </a:lnTo>
                  <a:lnTo>
                    <a:pt x="90" y="64"/>
                  </a:lnTo>
                  <a:lnTo>
                    <a:pt x="73" y="7"/>
                  </a:lnTo>
                  <a:lnTo>
                    <a:pt x="61" y="0"/>
                  </a:lnTo>
                  <a:close/>
                </a:path>
              </a:pathLst>
            </a:custGeom>
            <a:solidFill>
              <a:srgbClr val="3F73A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5" name="Google Shape;7336;p193"/>
            <p:cNvSpPr/>
            <p:nvPr/>
          </p:nvSpPr>
          <p:spPr>
            <a:xfrm>
              <a:off x="3039425" y="2857340"/>
              <a:ext cx="49233" cy="664153"/>
            </a:xfrm>
            <a:custGeom>
              <a:avLst/>
              <a:gdLst/>
              <a:ahLst/>
              <a:cxnLst/>
              <a:rect l="l" t="t" r="r" b="b"/>
              <a:pathLst>
                <a:path w="8" h="117" extrusionOk="0">
                  <a:moveTo>
                    <a:pt x="4" y="117"/>
                  </a:moveTo>
                  <a:cubicBezTo>
                    <a:pt x="1" y="84"/>
                    <a:pt x="0" y="39"/>
                    <a:pt x="4" y="0"/>
                  </a:cubicBezTo>
                  <a:cubicBezTo>
                    <a:pt x="7" y="39"/>
                    <a:pt x="8" y="84"/>
                    <a:pt x="4" y="117"/>
                  </a:cubicBezTo>
                  <a:close/>
                </a:path>
              </a:pathLst>
            </a:custGeom>
            <a:solidFill>
              <a:srgbClr val="27557D"/>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7" name="Google Shape;7338;p193"/>
            <p:cNvSpPr/>
            <p:nvPr/>
          </p:nvSpPr>
          <p:spPr>
            <a:xfrm>
              <a:off x="4417944" y="2066568"/>
              <a:ext cx="269485" cy="107507"/>
            </a:xfrm>
            <a:custGeom>
              <a:avLst/>
              <a:gdLst/>
              <a:ahLst/>
              <a:cxnLst/>
              <a:rect l="l" t="t" r="r" b="b"/>
              <a:pathLst>
                <a:path w="44" h="19" extrusionOk="0">
                  <a:moveTo>
                    <a:pt x="43" y="4"/>
                  </a:moveTo>
                  <a:cubicBezTo>
                    <a:pt x="43" y="4"/>
                    <a:pt x="43" y="4"/>
                    <a:pt x="43" y="4"/>
                  </a:cubicBezTo>
                  <a:cubicBezTo>
                    <a:pt x="44" y="6"/>
                    <a:pt x="43" y="9"/>
                    <a:pt x="40" y="9"/>
                  </a:cubicBezTo>
                  <a:cubicBezTo>
                    <a:pt x="7" y="18"/>
                    <a:pt x="7" y="18"/>
                    <a:pt x="7" y="18"/>
                  </a:cubicBezTo>
                  <a:cubicBezTo>
                    <a:pt x="4" y="19"/>
                    <a:pt x="2" y="17"/>
                    <a:pt x="1" y="15"/>
                  </a:cubicBezTo>
                  <a:cubicBezTo>
                    <a:pt x="1" y="15"/>
                    <a:pt x="1" y="15"/>
                    <a:pt x="1" y="15"/>
                  </a:cubicBezTo>
                  <a:cubicBezTo>
                    <a:pt x="0" y="12"/>
                    <a:pt x="1" y="10"/>
                    <a:pt x="3" y="10"/>
                  </a:cubicBezTo>
                  <a:cubicBezTo>
                    <a:pt x="37" y="1"/>
                    <a:pt x="37" y="1"/>
                    <a:pt x="37" y="1"/>
                  </a:cubicBezTo>
                  <a:cubicBezTo>
                    <a:pt x="39" y="0"/>
                    <a:pt x="42" y="2"/>
                    <a:pt x="43" y="4"/>
                  </a:cubicBezTo>
                  <a:close/>
                </a:path>
              </a:pathLst>
            </a:custGeom>
            <a:solidFill>
              <a:srgbClr val="FFD7B7"/>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8" name="Google Shape;7339;p193"/>
            <p:cNvSpPr/>
            <p:nvPr/>
          </p:nvSpPr>
          <p:spPr>
            <a:xfrm>
              <a:off x="4195101" y="2100015"/>
              <a:ext cx="375724" cy="191123"/>
            </a:xfrm>
            <a:custGeom>
              <a:avLst/>
              <a:gdLst/>
              <a:ahLst/>
              <a:cxnLst/>
              <a:rect l="l" t="t" r="r" b="b"/>
              <a:pathLst>
                <a:path w="61" h="34" extrusionOk="0">
                  <a:moveTo>
                    <a:pt x="0" y="15"/>
                  </a:moveTo>
                  <a:cubicBezTo>
                    <a:pt x="6" y="34"/>
                    <a:pt x="6" y="34"/>
                    <a:pt x="6" y="34"/>
                  </a:cubicBezTo>
                  <a:cubicBezTo>
                    <a:pt x="24" y="34"/>
                    <a:pt x="24" y="34"/>
                    <a:pt x="24" y="34"/>
                  </a:cubicBezTo>
                  <a:cubicBezTo>
                    <a:pt x="34" y="34"/>
                    <a:pt x="53" y="20"/>
                    <a:pt x="61" y="14"/>
                  </a:cubicBezTo>
                  <a:cubicBezTo>
                    <a:pt x="53" y="2"/>
                    <a:pt x="53" y="2"/>
                    <a:pt x="53" y="2"/>
                  </a:cubicBezTo>
                  <a:cubicBezTo>
                    <a:pt x="20" y="0"/>
                    <a:pt x="20" y="0"/>
                    <a:pt x="20" y="0"/>
                  </a:cubicBezTo>
                  <a:lnTo>
                    <a:pt x="0" y="15"/>
                  </a:lnTo>
                  <a:close/>
                </a:path>
              </a:pathLst>
            </a:custGeom>
            <a:solidFill>
              <a:srgbClr val="D1A88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59" name="Google Shape;7340;p193"/>
            <p:cNvSpPr/>
            <p:nvPr/>
          </p:nvSpPr>
          <p:spPr>
            <a:xfrm>
              <a:off x="4122547" y="1691489"/>
              <a:ext cx="1101260" cy="668931"/>
            </a:xfrm>
            <a:custGeom>
              <a:avLst/>
              <a:gdLst/>
              <a:ahLst/>
              <a:cxnLst/>
              <a:rect l="l" t="t" r="r" b="b"/>
              <a:pathLst>
                <a:path w="425" h="280" extrusionOk="0">
                  <a:moveTo>
                    <a:pt x="420" y="0"/>
                  </a:moveTo>
                  <a:lnTo>
                    <a:pt x="425" y="5"/>
                  </a:lnTo>
                  <a:lnTo>
                    <a:pt x="12" y="280"/>
                  </a:lnTo>
                  <a:lnTo>
                    <a:pt x="0" y="261"/>
                  </a:lnTo>
                  <a:lnTo>
                    <a:pt x="420" y="0"/>
                  </a:lnTo>
                  <a:close/>
                </a:path>
              </a:pathLst>
            </a:custGeom>
            <a:solidFill>
              <a:srgbClr val="57291E"/>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60" name="Google Shape;7341;p193"/>
            <p:cNvSpPr/>
            <p:nvPr/>
          </p:nvSpPr>
          <p:spPr>
            <a:xfrm>
              <a:off x="4293567" y="2054623"/>
              <a:ext cx="240982" cy="95562"/>
            </a:xfrm>
            <a:custGeom>
              <a:avLst/>
              <a:gdLst/>
              <a:ahLst/>
              <a:cxnLst/>
              <a:rect l="l" t="t" r="r" b="b"/>
              <a:pathLst>
                <a:path w="39" h="17" extrusionOk="0">
                  <a:moveTo>
                    <a:pt x="1" y="13"/>
                  </a:moveTo>
                  <a:cubicBezTo>
                    <a:pt x="1" y="17"/>
                    <a:pt x="1" y="17"/>
                    <a:pt x="1" y="17"/>
                  </a:cubicBezTo>
                  <a:cubicBezTo>
                    <a:pt x="5" y="16"/>
                    <a:pt x="5" y="16"/>
                    <a:pt x="5" y="16"/>
                  </a:cubicBezTo>
                  <a:cubicBezTo>
                    <a:pt x="33" y="10"/>
                    <a:pt x="33" y="10"/>
                    <a:pt x="33" y="10"/>
                  </a:cubicBezTo>
                  <a:cubicBezTo>
                    <a:pt x="36" y="9"/>
                    <a:pt x="38" y="8"/>
                    <a:pt x="38" y="6"/>
                  </a:cubicBezTo>
                  <a:cubicBezTo>
                    <a:pt x="39" y="4"/>
                    <a:pt x="39" y="0"/>
                    <a:pt x="37" y="0"/>
                  </a:cubicBezTo>
                  <a:cubicBezTo>
                    <a:pt x="5" y="7"/>
                    <a:pt x="5" y="7"/>
                    <a:pt x="5" y="7"/>
                  </a:cubicBezTo>
                  <a:cubicBezTo>
                    <a:pt x="2" y="7"/>
                    <a:pt x="0" y="10"/>
                    <a:pt x="1" y="13"/>
                  </a:cubicBezTo>
                  <a:close/>
                </a:path>
              </a:pathLst>
            </a:custGeom>
            <a:solidFill>
              <a:srgbClr val="FFD7B7"/>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61" name="Google Shape;7342;p193"/>
            <p:cNvSpPr/>
            <p:nvPr/>
          </p:nvSpPr>
          <p:spPr>
            <a:xfrm>
              <a:off x="4485316" y="2054623"/>
              <a:ext cx="41459" cy="21501"/>
            </a:xfrm>
            <a:custGeom>
              <a:avLst/>
              <a:gdLst/>
              <a:ahLst/>
              <a:cxnLst/>
              <a:rect l="l" t="t" r="r" b="b"/>
              <a:pathLst>
                <a:path w="7" h="4" extrusionOk="0">
                  <a:moveTo>
                    <a:pt x="7" y="0"/>
                  </a:moveTo>
                  <a:cubicBezTo>
                    <a:pt x="7" y="0"/>
                    <a:pt x="7" y="0"/>
                    <a:pt x="7" y="0"/>
                  </a:cubicBezTo>
                  <a:cubicBezTo>
                    <a:pt x="0" y="1"/>
                    <a:pt x="0" y="1"/>
                    <a:pt x="0" y="1"/>
                  </a:cubicBezTo>
                  <a:cubicBezTo>
                    <a:pt x="1" y="4"/>
                    <a:pt x="4" y="4"/>
                    <a:pt x="7" y="2"/>
                  </a:cubicBezTo>
                  <a:cubicBezTo>
                    <a:pt x="7" y="2"/>
                    <a:pt x="7" y="1"/>
                    <a:pt x="7" y="0"/>
                  </a:cubicBezTo>
                  <a:close/>
                </a:path>
              </a:pathLst>
            </a:custGeom>
            <a:solidFill>
              <a:srgbClr val="FFE7D4"/>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62" name="Google Shape;7343;p193"/>
            <p:cNvSpPr/>
            <p:nvPr/>
          </p:nvSpPr>
          <p:spPr>
            <a:xfrm>
              <a:off x="4355756" y="2219467"/>
              <a:ext cx="85510" cy="50170"/>
            </a:xfrm>
            <a:custGeom>
              <a:avLst/>
              <a:gdLst/>
              <a:ahLst/>
              <a:cxnLst/>
              <a:rect l="l" t="t" r="r" b="b"/>
              <a:pathLst>
                <a:path w="14" h="9" extrusionOk="0">
                  <a:moveTo>
                    <a:pt x="14" y="5"/>
                  </a:moveTo>
                  <a:cubicBezTo>
                    <a:pt x="14" y="5"/>
                    <a:pt x="14" y="5"/>
                    <a:pt x="14" y="5"/>
                  </a:cubicBezTo>
                  <a:cubicBezTo>
                    <a:pt x="14" y="7"/>
                    <a:pt x="12" y="9"/>
                    <a:pt x="10" y="9"/>
                  </a:cubicBezTo>
                  <a:cubicBezTo>
                    <a:pt x="4" y="8"/>
                    <a:pt x="4" y="8"/>
                    <a:pt x="4" y="8"/>
                  </a:cubicBezTo>
                  <a:cubicBezTo>
                    <a:pt x="2" y="7"/>
                    <a:pt x="0" y="5"/>
                    <a:pt x="0" y="3"/>
                  </a:cubicBezTo>
                  <a:cubicBezTo>
                    <a:pt x="0" y="3"/>
                    <a:pt x="0" y="3"/>
                    <a:pt x="0" y="3"/>
                  </a:cubicBezTo>
                  <a:cubicBezTo>
                    <a:pt x="0" y="1"/>
                    <a:pt x="1" y="0"/>
                    <a:pt x="3" y="0"/>
                  </a:cubicBezTo>
                  <a:cubicBezTo>
                    <a:pt x="10" y="1"/>
                    <a:pt x="10" y="1"/>
                    <a:pt x="10" y="1"/>
                  </a:cubicBezTo>
                  <a:cubicBezTo>
                    <a:pt x="12" y="1"/>
                    <a:pt x="14" y="3"/>
                    <a:pt x="14" y="5"/>
                  </a:cubicBezTo>
                  <a:close/>
                </a:path>
              </a:pathLst>
            </a:custGeom>
            <a:solidFill>
              <a:srgbClr val="FFD7B7"/>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63" name="Google Shape;7344;p193"/>
            <p:cNvSpPr/>
            <p:nvPr/>
          </p:nvSpPr>
          <p:spPr>
            <a:xfrm>
              <a:off x="4417944" y="2174075"/>
              <a:ext cx="90692" cy="54948"/>
            </a:xfrm>
            <a:custGeom>
              <a:avLst/>
              <a:gdLst/>
              <a:ahLst/>
              <a:cxnLst/>
              <a:rect l="l" t="t" r="r" b="b"/>
              <a:pathLst>
                <a:path w="15" h="10" extrusionOk="0">
                  <a:moveTo>
                    <a:pt x="15" y="6"/>
                  </a:moveTo>
                  <a:cubicBezTo>
                    <a:pt x="15" y="6"/>
                    <a:pt x="15" y="6"/>
                    <a:pt x="15" y="6"/>
                  </a:cubicBezTo>
                  <a:cubicBezTo>
                    <a:pt x="15" y="9"/>
                    <a:pt x="13" y="10"/>
                    <a:pt x="11" y="10"/>
                  </a:cubicBezTo>
                  <a:cubicBezTo>
                    <a:pt x="4" y="9"/>
                    <a:pt x="4" y="9"/>
                    <a:pt x="4" y="9"/>
                  </a:cubicBezTo>
                  <a:cubicBezTo>
                    <a:pt x="2" y="9"/>
                    <a:pt x="0" y="7"/>
                    <a:pt x="0" y="4"/>
                  </a:cubicBezTo>
                  <a:cubicBezTo>
                    <a:pt x="0" y="4"/>
                    <a:pt x="0" y="4"/>
                    <a:pt x="0" y="4"/>
                  </a:cubicBezTo>
                  <a:cubicBezTo>
                    <a:pt x="0" y="2"/>
                    <a:pt x="2" y="0"/>
                    <a:pt x="4" y="0"/>
                  </a:cubicBezTo>
                  <a:cubicBezTo>
                    <a:pt x="11" y="1"/>
                    <a:pt x="11" y="1"/>
                    <a:pt x="11" y="1"/>
                  </a:cubicBezTo>
                  <a:cubicBezTo>
                    <a:pt x="13" y="1"/>
                    <a:pt x="15" y="4"/>
                    <a:pt x="15" y="6"/>
                  </a:cubicBezTo>
                  <a:close/>
                </a:path>
              </a:pathLst>
            </a:custGeom>
            <a:solidFill>
              <a:srgbClr val="FFD7B7"/>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64" name="Google Shape;7345;p193"/>
            <p:cNvSpPr/>
            <p:nvPr/>
          </p:nvSpPr>
          <p:spPr>
            <a:xfrm>
              <a:off x="4423127" y="2178853"/>
              <a:ext cx="44050" cy="40614"/>
            </a:xfrm>
            <a:custGeom>
              <a:avLst/>
              <a:gdLst/>
              <a:ahLst/>
              <a:cxnLst/>
              <a:rect l="l" t="t" r="r" b="b"/>
              <a:pathLst>
                <a:path w="7" h="7" extrusionOk="0">
                  <a:moveTo>
                    <a:pt x="7" y="4"/>
                  </a:moveTo>
                  <a:cubicBezTo>
                    <a:pt x="7" y="4"/>
                    <a:pt x="7" y="4"/>
                    <a:pt x="7" y="4"/>
                  </a:cubicBezTo>
                  <a:cubicBezTo>
                    <a:pt x="7" y="6"/>
                    <a:pt x="6" y="7"/>
                    <a:pt x="4" y="7"/>
                  </a:cubicBezTo>
                  <a:cubicBezTo>
                    <a:pt x="3" y="7"/>
                    <a:pt x="3" y="7"/>
                    <a:pt x="3" y="7"/>
                  </a:cubicBezTo>
                  <a:cubicBezTo>
                    <a:pt x="1" y="7"/>
                    <a:pt x="0" y="5"/>
                    <a:pt x="0" y="3"/>
                  </a:cubicBezTo>
                  <a:cubicBezTo>
                    <a:pt x="0" y="3"/>
                    <a:pt x="0" y="3"/>
                    <a:pt x="0" y="3"/>
                  </a:cubicBezTo>
                  <a:cubicBezTo>
                    <a:pt x="0" y="1"/>
                    <a:pt x="1" y="0"/>
                    <a:pt x="3" y="0"/>
                  </a:cubicBezTo>
                  <a:cubicBezTo>
                    <a:pt x="4" y="0"/>
                    <a:pt x="4" y="0"/>
                    <a:pt x="4" y="0"/>
                  </a:cubicBezTo>
                  <a:cubicBezTo>
                    <a:pt x="6" y="0"/>
                    <a:pt x="7" y="2"/>
                    <a:pt x="7" y="4"/>
                  </a:cubicBezTo>
                  <a:close/>
                </a:path>
              </a:pathLst>
            </a:custGeom>
            <a:solidFill>
              <a:srgbClr val="FFE7D4"/>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65" name="Google Shape;7346;p193"/>
            <p:cNvSpPr/>
            <p:nvPr/>
          </p:nvSpPr>
          <p:spPr>
            <a:xfrm>
              <a:off x="4360938" y="2219467"/>
              <a:ext cx="44050" cy="38225"/>
            </a:xfrm>
            <a:custGeom>
              <a:avLst/>
              <a:gdLst/>
              <a:ahLst/>
              <a:cxnLst/>
              <a:rect l="l" t="t" r="r" b="b"/>
              <a:pathLst>
                <a:path w="7" h="7" extrusionOk="0">
                  <a:moveTo>
                    <a:pt x="7" y="4"/>
                  </a:moveTo>
                  <a:cubicBezTo>
                    <a:pt x="7" y="4"/>
                    <a:pt x="7" y="4"/>
                    <a:pt x="7" y="4"/>
                  </a:cubicBezTo>
                  <a:cubicBezTo>
                    <a:pt x="7" y="6"/>
                    <a:pt x="5" y="7"/>
                    <a:pt x="4" y="7"/>
                  </a:cubicBezTo>
                  <a:cubicBezTo>
                    <a:pt x="3" y="7"/>
                    <a:pt x="3" y="7"/>
                    <a:pt x="3" y="7"/>
                  </a:cubicBezTo>
                  <a:cubicBezTo>
                    <a:pt x="1" y="7"/>
                    <a:pt x="0" y="5"/>
                    <a:pt x="0" y="3"/>
                  </a:cubicBezTo>
                  <a:cubicBezTo>
                    <a:pt x="0" y="3"/>
                    <a:pt x="0" y="3"/>
                    <a:pt x="0" y="3"/>
                  </a:cubicBezTo>
                  <a:cubicBezTo>
                    <a:pt x="0" y="1"/>
                    <a:pt x="1" y="0"/>
                    <a:pt x="3" y="0"/>
                  </a:cubicBezTo>
                  <a:cubicBezTo>
                    <a:pt x="3" y="0"/>
                    <a:pt x="3" y="0"/>
                    <a:pt x="3" y="0"/>
                  </a:cubicBezTo>
                  <a:cubicBezTo>
                    <a:pt x="5" y="1"/>
                    <a:pt x="7" y="2"/>
                    <a:pt x="7" y="4"/>
                  </a:cubicBezTo>
                  <a:close/>
                </a:path>
              </a:pathLst>
            </a:custGeom>
            <a:solidFill>
              <a:srgbClr val="FFE7D4"/>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66" name="Google Shape;7347;p193"/>
            <p:cNvSpPr/>
            <p:nvPr/>
          </p:nvSpPr>
          <p:spPr>
            <a:xfrm>
              <a:off x="4485316" y="2128683"/>
              <a:ext cx="98466" cy="54948"/>
            </a:xfrm>
            <a:custGeom>
              <a:avLst/>
              <a:gdLst/>
              <a:ahLst/>
              <a:cxnLst/>
              <a:rect l="l" t="t" r="r" b="b"/>
              <a:pathLst>
                <a:path w="16" h="10" extrusionOk="0">
                  <a:moveTo>
                    <a:pt x="16" y="6"/>
                  </a:moveTo>
                  <a:cubicBezTo>
                    <a:pt x="16" y="6"/>
                    <a:pt x="16" y="6"/>
                    <a:pt x="16" y="6"/>
                  </a:cubicBezTo>
                  <a:cubicBezTo>
                    <a:pt x="16" y="9"/>
                    <a:pt x="14" y="10"/>
                    <a:pt x="12" y="10"/>
                  </a:cubicBezTo>
                  <a:cubicBezTo>
                    <a:pt x="5" y="9"/>
                    <a:pt x="5" y="9"/>
                    <a:pt x="5" y="9"/>
                  </a:cubicBezTo>
                  <a:cubicBezTo>
                    <a:pt x="2" y="9"/>
                    <a:pt x="0" y="7"/>
                    <a:pt x="0" y="4"/>
                  </a:cubicBezTo>
                  <a:cubicBezTo>
                    <a:pt x="0" y="4"/>
                    <a:pt x="0" y="4"/>
                    <a:pt x="0" y="4"/>
                  </a:cubicBezTo>
                  <a:cubicBezTo>
                    <a:pt x="0" y="2"/>
                    <a:pt x="2" y="0"/>
                    <a:pt x="5" y="0"/>
                  </a:cubicBezTo>
                  <a:cubicBezTo>
                    <a:pt x="11" y="1"/>
                    <a:pt x="11" y="1"/>
                    <a:pt x="11" y="1"/>
                  </a:cubicBezTo>
                  <a:cubicBezTo>
                    <a:pt x="14" y="1"/>
                    <a:pt x="16" y="4"/>
                    <a:pt x="16" y="6"/>
                  </a:cubicBezTo>
                  <a:close/>
                </a:path>
              </a:pathLst>
            </a:custGeom>
            <a:solidFill>
              <a:srgbClr val="FFD7B7"/>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67" name="Google Shape;7348;p193"/>
            <p:cNvSpPr/>
            <p:nvPr/>
          </p:nvSpPr>
          <p:spPr>
            <a:xfrm>
              <a:off x="4490498" y="2133461"/>
              <a:ext cx="49233" cy="45392"/>
            </a:xfrm>
            <a:custGeom>
              <a:avLst/>
              <a:gdLst/>
              <a:ahLst/>
              <a:cxnLst/>
              <a:rect l="l" t="t" r="r" b="b"/>
              <a:pathLst>
                <a:path w="8" h="8" extrusionOk="0">
                  <a:moveTo>
                    <a:pt x="8" y="4"/>
                  </a:moveTo>
                  <a:cubicBezTo>
                    <a:pt x="8" y="4"/>
                    <a:pt x="8" y="4"/>
                    <a:pt x="8" y="4"/>
                  </a:cubicBezTo>
                  <a:cubicBezTo>
                    <a:pt x="8" y="6"/>
                    <a:pt x="6" y="8"/>
                    <a:pt x="4" y="7"/>
                  </a:cubicBezTo>
                  <a:cubicBezTo>
                    <a:pt x="4" y="7"/>
                    <a:pt x="4" y="7"/>
                    <a:pt x="4" y="7"/>
                  </a:cubicBezTo>
                  <a:cubicBezTo>
                    <a:pt x="2" y="7"/>
                    <a:pt x="0" y="5"/>
                    <a:pt x="0" y="3"/>
                  </a:cubicBezTo>
                  <a:cubicBezTo>
                    <a:pt x="0" y="3"/>
                    <a:pt x="0" y="3"/>
                    <a:pt x="0" y="3"/>
                  </a:cubicBezTo>
                  <a:cubicBezTo>
                    <a:pt x="0" y="1"/>
                    <a:pt x="2" y="0"/>
                    <a:pt x="3" y="0"/>
                  </a:cubicBezTo>
                  <a:cubicBezTo>
                    <a:pt x="4" y="0"/>
                    <a:pt x="4" y="0"/>
                    <a:pt x="4" y="0"/>
                  </a:cubicBezTo>
                  <a:cubicBezTo>
                    <a:pt x="6" y="0"/>
                    <a:pt x="8" y="2"/>
                    <a:pt x="8" y="4"/>
                  </a:cubicBezTo>
                  <a:close/>
                </a:path>
              </a:pathLst>
            </a:custGeom>
            <a:solidFill>
              <a:srgbClr val="FFE7D4"/>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68" name="Google Shape;7349;p193"/>
            <p:cNvSpPr/>
            <p:nvPr/>
          </p:nvSpPr>
          <p:spPr>
            <a:xfrm>
              <a:off x="4195101" y="2100015"/>
              <a:ext cx="196931" cy="157677"/>
            </a:xfrm>
            <a:custGeom>
              <a:avLst/>
              <a:gdLst/>
              <a:ahLst/>
              <a:cxnLst/>
              <a:rect l="l" t="t" r="r" b="b"/>
              <a:pathLst>
                <a:path w="32" h="28" extrusionOk="0">
                  <a:moveTo>
                    <a:pt x="0" y="15"/>
                  </a:moveTo>
                  <a:cubicBezTo>
                    <a:pt x="4" y="28"/>
                    <a:pt x="4" y="28"/>
                    <a:pt x="4" y="28"/>
                  </a:cubicBezTo>
                  <a:cubicBezTo>
                    <a:pt x="14" y="26"/>
                    <a:pt x="32" y="18"/>
                    <a:pt x="29" y="6"/>
                  </a:cubicBezTo>
                  <a:cubicBezTo>
                    <a:pt x="29" y="4"/>
                    <a:pt x="29" y="2"/>
                    <a:pt x="28" y="1"/>
                  </a:cubicBezTo>
                  <a:cubicBezTo>
                    <a:pt x="20" y="0"/>
                    <a:pt x="20" y="0"/>
                    <a:pt x="20" y="0"/>
                  </a:cubicBezTo>
                  <a:lnTo>
                    <a:pt x="0" y="15"/>
                  </a:lnTo>
                  <a:close/>
                </a:path>
              </a:pathLst>
            </a:custGeom>
            <a:solidFill>
              <a:srgbClr val="FFD7B7"/>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69" name="Google Shape;7350;p193"/>
            <p:cNvSpPr/>
            <p:nvPr/>
          </p:nvSpPr>
          <p:spPr>
            <a:xfrm>
              <a:off x="2953916" y="2207522"/>
              <a:ext cx="215070" cy="164844"/>
            </a:xfrm>
            <a:prstGeom prst="rect">
              <a:avLst/>
            </a:prstGeom>
            <a:solidFill>
              <a:srgbClr val="D1A88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0" name="Google Shape;7351;p193"/>
            <p:cNvSpPr/>
            <p:nvPr/>
          </p:nvSpPr>
          <p:spPr>
            <a:xfrm>
              <a:off x="3021287" y="2360420"/>
              <a:ext cx="80327" cy="112285"/>
            </a:xfrm>
            <a:custGeom>
              <a:avLst/>
              <a:gdLst/>
              <a:ahLst/>
              <a:cxnLst/>
              <a:rect l="l" t="t" r="r" b="b"/>
              <a:pathLst>
                <a:path w="13" h="20" extrusionOk="0">
                  <a:moveTo>
                    <a:pt x="11" y="20"/>
                  </a:moveTo>
                  <a:cubicBezTo>
                    <a:pt x="13" y="16"/>
                    <a:pt x="13" y="16"/>
                    <a:pt x="13" y="16"/>
                  </a:cubicBezTo>
                  <a:cubicBezTo>
                    <a:pt x="7" y="0"/>
                    <a:pt x="7" y="0"/>
                    <a:pt x="7" y="0"/>
                  </a:cubicBezTo>
                  <a:cubicBezTo>
                    <a:pt x="0" y="16"/>
                    <a:pt x="0" y="16"/>
                    <a:pt x="0" y="16"/>
                  </a:cubicBezTo>
                  <a:cubicBezTo>
                    <a:pt x="2" y="20"/>
                    <a:pt x="2" y="20"/>
                    <a:pt x="2" y="20"/>
                  </a:cubicBezTo>
                  <a:cubicBezTo>
                    <a:pt x="5" y="20"/>
                    <a:pt x="8" y="20"/>
                    <a:pt x="11" y="20"/>
                  </a:cubicBezTo>
                  <a:close/>
                </a:path>
              </a:pathLst>
            </a:custGeom>
            <a:solidFill>
              <a:srgbClr val="FC8D25"/>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1" name="Google Shape;7352;p193"/>
            <p:cNvSpPr/>
            <p:nvPr/>
          </p:nvSpPr>
          <p:spPr>
            <a:xfrm>
              <a:off x="2899501" y="2274415"/>
              <a:ext cx="165837" cy="238904"/>
            </a:xfrm>
            <a:custGeom>
              <a:avLst/>
              <a:gdLst/>
              <a:ahLst/>
              <a:cxnLst/>
              <a:rect l="l" t="t" r="r" b="b"/>
              <a:pathLst>
                <a:path w="64" h="100" extrusionOk="0">
                  <a:moveTo>
                    <a:pt x="21" y="0"/>
                  </a:moveTo>
                  <a:lnTo>
                    <a:pt x="64" y="36"/>
                  </a:lnTo>
                  <a:lnTo>
                    <a:pt x="40" y="100"/>
                  </a:lnTo>
                  <a:lnTo>
                    <a:pt x="0" y="12"/>
                  </a:lnTo>
                  <a:lnTo>
                    <a:pt x="21" y="0"/>
                  </a:lnTo>
                  <a:close/>
                </a:path>
              </a:pathLst>
            </a:custGeom>
            <a:solidFill>
              <a:srgbClr val="CCCCCC"/>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2" name="Google Shape;7353;p193"/>
            <p:cNvSpPr/>
            <p:nvPr/>
          </p:nvSpPr>
          <p:spPr>
            <a:xfrm>
              <a:off x="3065337" y="2274415"/>
              <a:ext cx="158063" cy="238904"/>
            </a:xfrm>
            <a:custGeom>
              <a:avLst/>
              <a:gdLst/>
              <a:ahLst/>
              <a:cxnLst/>
              <a:rect l="l" t="t" r="r" b="b"/>
              <a:pathLst>
                <a:path w="61" h="100" extrusionOk="0">
                  <a:moveTo>
                    <a:pt x="42" y="0"/>
                  </a:moveTo>
                  <a:lnTo>
                    <a:pt x="0" y="36"/>
                  </a:lnTo>
                  <a:lnTo>
                    <a:pt x="23" y="100"/>
                  </a:lnTo>
                  <a:lnTo>
                    <a:pt x="61" y="12"/>
                  </a:lnTo>
                  <a:lnTo>
                    <a:pt x="42" y="0"/>
                  </a:lnTo>
                  <a:close/>
                </a:path>
              </a:pathLst>
            </a:custGeom>
            <a:solidFill>
              <a:srgbClr val="CCCCCC"/>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3" name="Google Shape;7354;p193"/>
            <p:cNvSpPr/>
            <p:nvPr/>
          </p:nvSpPr>
          <p:spPr>
            <a:xfrm>
              <a:off x="2899501" y="2274415"/>
              <a:ext cx="165837" cy="198290"/>
            </a:xfrm>
            <a:custGeom>
              <a:avLst/>
              <a:gdLst/>
              <a:ahLst/>
              <a:cxnLst/>
              <a:rect l="l" t="t" r="r" b="b"/>
              <a:pathLst>
                <a:path w="64" h="83" extrusionOk="0">
                  <a:moveTo>
                    <a:pt x="21" y="0"/>
                  </a:moveTo>
                  <a:lnTo>
                    <a:pt x="64" y="36"/>
                  </a:lnTo>
                  <a:lnTo>
                    <a:pt x="38" y="83"/>
                  </a:lnTo>
                  <a:lnTo>
                    <a:pt x="0" y="12"/>
                  </a:lnTo>
                  <a:lnTo>
                    <a:pt x="21" y="0"/>
                  </a:lnTo>
                  <a:close/>
                </a:path>
              </a:pathLst>
            </a:cu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4" name="Google Shape;7355;p193"/>
            <p:cNvSpPr/>
            <p:nvPr/>
          </p:nvSpPr>
          <p:spPr>
            <a:xfrm>
              <a:off x="3065337" y="2274415"/>
              <a:ext cx="158063" cy="198290"/>
            </a:xfrm>
            <a:custGeom>
              <a:avLst/>
              <a:gdLst/>
              <a:ahLst/>
              <a:cxnLst/>
              <a:rect l="l" t="t" r="r" b="b"/>
              <a:pathLst>
                <a:path w="61" h="83" extrusionOk="0">
                  <a:moveTo>
                    <a:pt x="42" y="0"/>
                  </a:moveTo>
                  <a:lnTo>
                    <a:pt x="0" y="36"/>
                  </a:lnTo>
                  <a:lnTo>
                    <a:pt x="23" y="83"/>
                  </a:lnTo>
                  <a:lnTo>
                    <a:pt x="61" y="12"/>
                  </a:lnTo>
                  <a:lnTo>
                    <a:pt x="42" y="0"/>
                  </a:lnTo>
                  <a:close/>
                </a:path>
              </a:pathLst>
            </a:cu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5" name="Google Shape;7356;p193"/>
            <p:cNvSpPr/>
            <p:nvPr/>
          </p:nvSpPr>
          <p:spPr>
            <a:xfrm>
              <a:off x="3021287" y="2467927"/>
              <a:ext cx="80327" cy="66893"/>
            </a:xfrm>
            <a:custGeom>
              <a:avLst/>
              <a:gdLst/>
              <a:ahLst/>
              <a:cxnLst/>
              <a:rect l="l" t="t" r="r" b="b"/>
              <a:pathLst>
                <a:path w="13" h="12" extrusionOk="0">
                  <a:moveTo>
                    <a:pt x="2" y="0"/>
                  </a:moveTo>
                  <a:cubicBezTo>
                    <a:pt x="11" y="0"/>
                    <a:pt x="11" y="0"/>
                    <a:pt x="11" y="0"/>
                  </a:cubicBezTo>
                  <a:cubicBezTo>
                    <a:pt x="13" y="4"/>
                    <a:pt x="13" y="8"/>
                    <a:pt x="11" y="12"/>
                  </a:cubicBezTo>
                  <a:cubicBezTo>
                    <a:pt x="2" y="12"/>
                    <a:pt x="2" y="12"/>
                    <a:pt x="2" y="12"/>
                  </a:cubicBezTo>
                  <a:cubicBezTo>
                    <a:pt x="0" y="8"/>
                    <a:pt x="0" y="4"/>
                    <a:pt x="2" y="0"/>
                  </a:cubicBezTo>
                  <a:close/>
                </a:path>
              </a:pathLst>
            </a:custGeom>
            <a:solidFill>
              <a:srgbClr val="FC8D25"/>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6" name="Google Shape;7357;p193"/>
            <p:cNvSpPr/>
            <p:nvPr/>
          </p:nvSpPr>
          <p:spPr>
            <a:xfrm>
              <a:off x="2640380" y="1619818"/>
              <a:ext cx="743675" cy="723879"/>
            </a:xfrm>
            <a:custGeom>
              <a:avLst/>
              <a:gdLst/>
              <a:ahLst/>
              <a:cxnLst/>
              <a:rect l="l" t="t" r="r" b="b"/>
              <a:pathLst>
                <a:path w="121" h="128" extrusionOk="0">
                  <a:moveTo>
                    <a:pt x="84" y="118"/>
                  </a:moveTo>
                  <a:cubicBezTo>
                    <a:pt x="121" y="108"/>
                    <a:pt x="116" y="0"/>
                    <a:pt x="56" y="18"/>
                  </a:cubicBezTo>
                  <a:cubicBezTo>
                    <a:pt x="0" y="35"/>
                    <a:pt x="47" y="128"/>
                    <a:pt x="84" y="118"/>
                  </a:cubicBezTo>
                  <a:close/>
                </a:path>
              </a:pathLst>
            </a:custGeom>
            <a:solidFill>
              <a:srgbClr val="F2CAA9"/>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7" name="Google Shape;7358;p193"/>
            <p:cNvSpPr/>
            <p:nvPr/>
          </p:nvSpPr>
          <p:spPr>
            <a:xfrm>
              <a:off x="2904683" y="1715380"/>
              <a:ext cx="367951" cy="281907"/>
            </a:xfrm>
            <a:custGeom>
              <a:avLst/>
              <a:gdLst/>
              <a:ahLst/>
              <a:cxnLst/>
              <a:rect l="l" t="t" r="r" b="b"/>
              <a:pathLst>
                <a:path w="60" h="50" extrusionOk="0">
                  <a:moveTo>
                    <a:pt x="60" y="27"/>
                  </a:moveTo>
                  <a:cubicBezTo>
                    <a:pt x="56" y="34"/>
                    <a:pt x="26" y="48"/>
                    <a:pt x="13" y="49"/>
                  </a:cubicBezTo>
                  <a:cubicBezTo>
                    <a:pt x="0" y="50"/>
                    <a:pt x="12" y="0"/>
                    <a:pt x="60" y="27"/>
                  </a:cubicBezTo>
                  <a:close/>
                </a:path>
              </a:pathLst>
            </a:custGeom>
            <a:solidFill>
              <a:srgbClr val="57291E"/>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8" name="Google Shape;7359;p193"/>
            <p:cNvSpPr/>
            <p:nvPr/>
          </p:nvSpPr>
          <p:spPr>
            <a:xfrm>
              <a:off x="2769941" y="1669988"/>
              <a:ext cx="502693" cy="537534"/>
            </a:xfrm>
            <a:custGeom>
              <a:avLst/>
              <a:gdLst/>
              <a:ahLst/>
              <a:cxnLst/>
              <a:rect l="l" t="t" r="r" b="b"/>
              <a:pathLst>
                <a:path w="82" h="95" extrusionOk="0">
                  <a:moveTo>
                    <a:pt x="27" y="11"/>
                  </a:moveTo>
                  <a:cubicBezTo>
                    <a:pt x="2" y="25"/>
                    <a:pt x="0" y="74"/>
                    <a:pt x="30" y="95"/>
                  </a:cubicBezTo>
                  <a:cubicBezTo>
                    <a:pt x="25" y="89"/>
                    <a:pt x="24" y="81"/>
                    <a:pt x="28" y="67"/>
                  </a:cubicBezTo>
                  <a:cubicBezTo>
                    <a:pt x="30" y="68"/>
                    <a:pt x="37" y="78"/>
                    <a:pt x="35" y="62"/>
                  </a:cubicBezTo>
                  <a:cubicBezTo>
                    <a:pt x="34" y="31"/>
                    <a:pt x="56" y="29"/>
                    <a:pt x="82" y="36"/>
                  </a:cubicBezTo>
                  <a:cubicBezTo>
                    <a:pt x="81" y="10"/>
                    <a:pt x="46" y="0"/>
                    <a:pt x="27" y="11"/>
                  </a:cubicBezTo>
                  <a:close/>
                </a:path>
              </a:pathLst>
            </a:custGeom>
            <a:solidFill>
              <a:srgbClr val="57291E"/>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79" name="Google Shape;7360;p193"/>
            <p:cNvSpPr/>
            <p:nvPr/>
          </p:nvSpPr>
          <p:spPr>
            <a:xfrm>
              <a:off x="2860633" y="1947116"/>
              <a:ext cx="98466" cy="148120"/>
            </a:xfrm>
            <a:custGeom>
              <a:avLst/>
              <a:gdLst/>
              <a:ahLst/>
              <a:cxnLst/>
              <a:rect l="l" t="t" r="r" b="b"/>
              <a:pathLst>
                <a:path w="16" h="26" extrusionOk="0">
                  <a:moveTo>
                    <a:pt x="7" y="0"/>
                  </a:moveTo>
                  <a:cubicBezTo>
                    <a:pt x="11" y="0"/>
                    <a:pt x="14" y="5"/>
                    <a:pt x="15" y="12"/>
                  </a:cubicBezTo>
                  <a:cubicBezTo>
                    <a:pt x="16" y="19"/>
                    <a:pt x="13" y="25"/>
                    <a:pt x="9" y="26"/>
                  </a:cubicBezTo>
                  <a:cubicBezTo>
                    <a:pt x="5" y="26"/>
                    <a:pt x="2" y="21"/>
                    <a:pt x="1" y="14"/>
                  </a:cubicBezTo>
                  <a:cubicBezTo>
                    <a:pt x="0" y="7"/>
                    <a:pt x="3" y="1"/>
                    <a:pt x="7" y="0"/>
                  </a:cubicBezTo>
                  <a:close/>
                </a:path>
              </a:pathLst>
            </a:custGeom>
            <a:solidFill>
              <a:srgbClr val="F2CAA9"/>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88" name="Google Shape;7369;p193"/>
            <p:cNvSpPr/>
            <p:nvPr/>
          </p:nvSpPr>
          <p:spPr>
            <a:xfrm>
              <a:off x="2254292" y="5162762"/>
              <a:ext cx="269485" cy="83616"/>
            </a:xfrm>
            <a:custGeom>
              <a:avLst/>
              <a:gdLst/>
              <a:ahLst/>
              <a:cxnLst/>
              <a:rect l="l" t="t" r="r" b="b"/>
              <a:pathLst>
                <a:path w="44" h="15" extrusionOk="0">
                  <a:moveTo>
                    <a:pt x="3" y="0"/>
                  </a:moveTo>
                  <a:cubicBezTo>
                    <a:pt x="9" y="7"/>
                    <a:pt x="36" y="7"/>
                    <a:pt x="41" y="1"/>
                  </a:cubicBezTo>
                  <a:cubicBezTo>
                    <a:pt x="41" y="1"/>
                    <a:pt x="43" y="2"/>
                    <a:pt x="44" y="3"/>
                  </a:cubicBezTo>
                  <a:cubicBezTo>
                    <a:pt x="27" y="15"/>
                    <a:pt x="8" y="9"/>
                    <a:pt x="0" y="3"/>
                  </a:cubicBezTo>
                  <a:lnTo>
                    <a:pt x="3" y="0"/>
                  </a:lnTo>
                  <a:close/>
                </a:path>
              </a:pathLst>
            </a:cu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89" name="Google Shape;7370;p193"/>
            <p:cNvSpPr/>
            <p:nvPr/>
          </p:nvSpPr>
          <p:spPr>
            <a:xfrm>
              <a:off x="2295751" y="5562554"/>
              <a:ext cx="373133" cy="747769"/>
            </a:xfrm>
            <a:custGeom>
              <a:avLst/>
              <a:gdLst/>
              <a:ahLst/>
              <a:cxnLst/>
              <a:rect l="l" t="t" r="r" b="b"/>
              <a:pathLst>
                <a:path w="61" h="132" extrusionOk="0">
                  <a:moveTo>
                    <a:pt x="0" y="14"/>
                  </a:moveTo>
                  <a:cubicBezTo>
                    <a:pt x="18" y="10"/>
                    <a:pt x="43" y="0"/>
                    <a:pt x="46" y="15"/>
                  </a:cubicBezTo>
                  <a:cubicBezTo>
                    <a:pt x="50" y="32"/>
                    <a:pt x="55" y="72"/>
                    <a:pt x="60" y="112"/>
                  </a:cubicBezTo>
                  <a:cubicBezTo>
                    <a:pt x="61" y="120"/>
                    <a:pt x="50" y="124"/>
                    <a:pt x="47" y="125"/>
                  </a:cubicBezTo>
                  <a:cubicBezTo>
                    <a:pt x="35" y="129"/>
                    <a:pt x="25" y="130"/>
                    <a:pt x="11" y="132"/>
                  </a:cubicBezTo>
                  <a:cubicBezTo>
                    <a:pt x="0" y="15"/>
                    <a:pt x="0" y="15"/>
                    <a:pt x="0" y="15"/>
                  </a:cubicBezTo>
                  <a:cubicBezTo>
                    <a:pt x="0" y="15"/>
                    <a:pt x="0" y="14"/>
                    <a:pt x="0" y="14"/>
                  </a:cubicBezTo>
                  <a:close/>
                </a:path>
              </a:pathLst>
            </a:custGeom>
            <a:solidFill>
              <a:srgbClr val="6F7478"/>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90" name="Google Shape;7371;p193"/>
            <p:cNvSpPr/>
            <p:nvPr/>
          </p:nvSpPr>
          <p:spPr>
            <a:xfrm>
              <a:off x="1598718" y="5545830"/>
              <a:ext cx="362768" cy="764492"/>
            </a:xfrm>
            <a:custGeom>
              <a:avLst/>
              <a:gdLst/>
              <a:ahLst/>
              <a:cxnLst/>
              <a:rect l="l" t="t" r="r" b="b"/>
              <a:pathLst>
                <a:path w="59" h="135" extrusionOk="0">
                  <a:moveTo>
                    <a:pt x="59" y="17"/>
                  </a:moveTo>
                  <a:cubicBezTo>
                    <a:pt x="37" y="12"/>
                    <a:pt x="19" y="0"/>
                    <a:pt x="15" y="17"/>
                  </a:cubicBezTo>
                  <a:cubicBezTo>
                    <a:pt x="11" y="36"/>
                    <a:pt x="6" y="76"/>
                    <a:pt x="2" y="114"/>
                  </a:cubicBezTo>
                  <a:cubicBezTo>
                    <a:pt x="0" y="124"/>
                    <a:pt x="11" y="128"/>
                    <a:pt x="14" y="129"/>
                  </a:cubicBezTo>
                  <a:cubicBezTo>
                    <a:pt x="25" y="132"/>
                    <a:pt x="35" y="133"/>
                    <a:pt x="48" y="135"/>
                  </a:cubicBezTo>
                  <a:cubicBezTo>
                    <a:pt x="59" y="18"/>
                    <a:pt x="59" y="18"/>
                    <a:pt x="59" y="18"/>
                  </a:cubicBezTo>
                  <a:cubicBezTo>
                    <a:pt x="59" y="18"/>
                    <a:pt x="59" y="17"/>
                    <a:pt x="59" y="17"/>
                  </a:cubicBezTo>
                  <a:close/>
                </a:path>
              </a:pathLst>
            </a:custGeom>
            <a:solidFill>
              <a:srgbClr val="6F7478"/>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91" name="Google Shape;7372;p193"/>
            <p:cNvSpPr/>
            <p:nvPr/>
          </p:nvSpPr>
          <p:spPr>
            <a:xfrm>
              <a:off x="1852656" y="6298378"/>
              <a:ext cx="551926" cy="28668"/>
            </a:xfrm>
            <a:custGeom>
              <a:avLst/>
              <a:gdLst/>
              <a:ahLst/>
              <a:cxnLst/>
              <a:rect l="l" t="t" r="r" b="b"/>
              <a:pathLst>
                <a:path w="90" h="5" extrusionOk="0">
                  <a:moveTo>
                    <a:pt x="1" y="0"/>
                  </a:moveTo>
                  <a:cubicBezTo>
                    <a:pt x="0" y="1"/>
                    <a:pt x="0" y="1"/>
                    <a:pt x="0" y="1"/>
                  </a:cubicBezTo>
                  <a:cubicBezTo>
                    <a:pt x="28" y="4"/>
                    <a:pt x="62" y="5"/>
                    <a:pt x="90" y="1"/>
                  </a:cubicBezTo>
                  <a:cubicBezTo>
                    <a:pt x="89" y="1"/>
                    <a:pt x="89" y="0"/>
                    <a:pt x="89" y="0"/>
                  </a:cubicBezTo>
                  <a:lnTo>
                    <a:pt x="1" y="0"/>
                  </a:lnTo>
                  <a:close/>
                </a:path>
              </a:pathLst>
            </a:custGeom>
            <a:solidFill>
              <a:srgbClr val="27557D"/>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92" name="Google Shape;7373;p193"/>
            <p:cNvSpPr/>
            <p:nvPr/>
          </p:nvSpPr>
          <p:spPr>
            <a:xfrm>
              <a:off x="2036631" y="5412044"/>
              <a:ext cx="178793" cy="174400"/>
            </a:xfrm>
            <a:prstGeom prst="rect">
              <a:avLst/>
            </a:prstGeom>
            <a:solidFill>
              <a:srgbClr val="D1A88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93" name="Google Shape;7374;p193"/>
            <p:cNvSpPr/>
            <p:nvPr/>
          </p:nvSpPr>
          <p:spPr>
            <a:xfrm>
              <a:off x="1692001" y="5507606"/>
              <a:ext cx="886191" cy="819440"/>
            </a:xfrm>
            <a:custGeom>
              <a:avLst/>
              <a:gdLst/>
              <a:ahLst/>
              <a:cxnLst/>
              <a:rect l="l" t="t" r="r" b="b"/>
              <a:pathLst>
                <a:path w="144" h="145" extrusionOk="0">
                  <a:moveTo>
                    <a:pt x="16" y="139"/>
                  </a:moveTo>
                  <a:cubicBezTo>
                    <a:pt x="22" y="122"/>
                    <a:pt x="8" y="39"/>
                    <a:pt x="0" y="24"/>
                  </a:cubicBezTo>
                  <a:cubicBezTo>
                    <a:pt x="4" y="8"/>
                    <a:pt x="45" y="9"/>
                    <a:pt x="55" y="1"/>
                  </a:cubicBezTo>
                  <a:cubicBezTo>
                    <a:pt x="58" y="3"/>
                    <a:pt x="83" y="3"/>
                    <a:pt x="85" y="0"/>
                  </a:cubicBezTo>
                  <a:cubicBezTo>
                    <a:pt x="93" y="7"/>
                    <a:pt x="136" y="7"/>
                    <a:pt x="144" y="23"/>
                  </a:cubicBezTo>
                  <a:cubicBezTo>
                    <a:pt x="135" y="40"/>
                    <a:pt x="120" y="123"/>
                    <a:pt x="127" y="139"/>
                  </a:cubicBezTo>
                  <a:cubicBezTo>
                    <a:pt x="99" y="145"/>
                    <a:pt x="44" y="145"/>
                    <a:pt x="16" y="139"/>
                  </a:cubicBezTo>
                  <a:close/>
                </a:path>
              </a:pathLst>
            </a:custGeom>
            <a:solidFill>
              <a:srgbClr val="969DA3"/>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94" name="Google Shape;7375;p193"/>
            <p:cNvSpPr/>
            <p:nvPr/>
          </p:nvSpPr>
          <p:spPr>
            <a:xfrm>
              <a:off x="2018493" y="5412044"/>
              <a:ext cx="228026" cy="133786"/>
            </a:xfrm>
            <a:custGeom>
              <a:avLst/>
              <a:gdLst/>
              <a:ahLst/>
              <a:cxnLst/>
              <a:rect l="l" t="t" r="r" b="b"/>
              <a:pathLst>
                <a:path w="37" h="24" extrusionOk="0">
                  <a:moveTo>
                    <a:pt x="0" y="0"/>
                  </a:moveTo>
                  <a:cubicBezTo>
                    <a:pt x="37" y="0"/>
                    <a:pt x="37" y="0"/>
                    <a:pt x="37" y="0"/>
                  </a:cubicBezTo>
                  <a:cubicBezTo>
                    <a:pt x="37" y="19"/>
                    <a:pt x="37" y="19"/>
                    <a:pt x="37" y="19"/>
                  </a:cubicBezTo>
                  <a:cubicBezTo>
                    <a:pt x="25" y="24"/>
                    <a:pt x="6" y="22"/>
                    <a:pt x="0" y="19"/>
                  </a:cubicBezTo>
                  <a:lnTo>
                    <a:pt x="0" y="0"/>
                  </a:lnTo>
                  <a:close/>
                </a:path>
              </a:pathLst>
            </a:custGeom>
            <a:solidFill>
              <a:srgbClr val="D1A88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95" name="Google Shape;7376;p193"/>
            <p:cNvSpPr/>
            <p:nvPr/>
          </p:nvSpPr>
          <p:spPr>
            <a:xfrm>
              <a:off x="1759373" y="4867343"/>
              <a:ext cx="720354" cy="645040"/>
            </a:xfrm>
            <a:custGeom>
              <a:avLst/>
              <a:gdLst/>
              <a:ahLst/>
              <a:cxnLst/>
              <a:rect l="l" t="t" r="r" b="b"/>
              <a:pathLst>
                <a:path w="117" h="114" extrusionOk="0">
                  <a:moveTo>
                    <a:pt x="60" y="114"/>
                  </a:moveTo>
                  <a:cubicBezTo>
                    <a:pt x="96" y="114"/>
                    <a:pt x="117" y="49"/>
                    <a:pt x="92" y="19"/>
                  </a:cubicBezTo>
                  <a:cubicBezTo>
                    <a:pt x="80" y="4"/>
                    <a:pt x="51" y="0"/>
                    <a:pt x="42" y="11"/>
                  </a:cubicBezTo>
                  <a:cubicBezTo>
                    <a:pt x="0" y="25"/>
                    <a:pt x="20" y="114"/>
                    <a:pt x="60" y="114"/>
                  </a:cubicBezTo>
                  <a:close/>
                </a:path>
              </a:pathLst>
            </a:custGeom>
            <a:solidFill>
              <a:srgbClr val="B55C4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96" name="Google Shape;7377;p193"/>
            <p:cNvSpPr/>
            <p:nvPr/>
          </p:nvSpPr>
          <p:spPr>
            <a:xfrm>
              <a:off x="1938166" y="5507606"/>
              <a:ext cx="380907" cy="119452"/>
            </a:xfrm>
            <a:custGeom>
              <a:avLst/>
              <a:gdLst/>
              <a:ahLst/>
              <a:cxnLst/>
              <a:rect l="l" t="t" r="r" b="b"/>
              <a:pathLst>
                <a:path w="62" h="21" extrusionOk="0">
                  <a:moveTo>
                    <a:pt x="54" y="0"/>
                  </a:moveTo>
                  <a:cubicBezTo>
                    <a:pt x="57" y="3"/>
                    <a:pt x="62" y="6"/>
                    <a:pt x="62" y="6"/>
                  </a:cubicBezTo>
                  <a:cubicBezTo>
                    <a:pt x="47" y="21"/>
                    <a:pt x="11" y="16"/>
                    <a:pt x="0" y="7"/>
                  </a:cubicBezTo>
                  <a:cubicBezTo>
                    <a:pt x="9" y="0"/>
                    <a:pt x="9" y="0"/>
                    <a:pt x="9" y="0"/>
                  </a:cubicBezTo>
                  <a:cubicBezTo>
                    <a:pt x="17" y="6"/>
                    <a:pt x="37" y="12"/>
                    <a:pt x="54" y="0"/>
                  </a:cubicBezTo>
                  <a:close/>
                </a:path>
              </a:pathLst>
            </a:custGeom>
            <a:solidFill>
              <a:srgbClr val="6F7478"/>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97" name="Google Shape;7378;p193"/>
            <p:cNvSpPr/>
            <p:nvPr/>
          </p:nvSpPr>
          <p:spPr>
            <a:xfrm>
              <a:off x="1992581" y="5490882"/>
              <a:ext cx="277259" cy="83616"/>
            </a:xfrm>
            <a:custGeom>
              <a:avLst/>
              <a:gdLst/>
              <a:ahLst/>
              <a:cxnLst/>
              <a:rect l="l" t="t" r="r" b="b"/>
              <a:pathLst>
                <a:path w="45" h="15" extrusionOk="0">
                  <a:moveTo>
                    <a:pt x="4" y="0"/>
                  </a:moveTo>
                  <a:cubicBezTo>
                    <a:pt x="9" y="7"/>
                    <a:pt x="37" y="7"/>
                    <a:pt x="41" y="1"/>
                  </a:cubicBezTo>
                  <a:cubicBezTo>
                    <a:pt x="41" y="1"/>
                    <a:pt x="43" y="2"/>
                    <a:pt x="45" y="3"/>
                  </a:cubicBezTo>
                  <a:cubicBezTo>
                    <a:pt x="28" y="15"/>
                    <a:pt x="8" y="9"/>
                    <a:pt x="0" y="3"/>
                  </a:cubicBezTo>
                  <a:lnTo>
                    <a:pt x="4" y="0"/>
                  </a:lnTo>
                  <a:close/>
                </a:path>
              </a:pathLst>
            </a:cu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98" name="Google Shape;7379;p193"/>
            <p:cNvSpPr/>
            <p:nvPr/>
          </p:nvSpPr>
          <p:spPr>
            <a:xfrm>
              <a:off x="3394420" y="5562554"/>
              <a:ext cx="375724" cy="747769"/>
            </a:xfrm>
            <a:custGeom>
              <a:avLst/>
              <a:gdLst/>
              <a:ahLst/>
              <a:cxnLst/>
              <a:rect l="l" t="t" r="r" b="b"/>
              <a:pathLst>
                <a:path w="61" h="132" extrusionOk="0">
                  <a:moveTo>
                    <a:pt x="0" y="14"/>
                  </a:moveTo>
                  <a:cubicBezTo>
                    <a:pt x="18" y="10"/>
                    <a:pt x="43" y="0"/>
                    <a:pt x="46" y="15"/>
                  </a:cubicBezTo>
                  <a:cubicBezTo>
                    <a:pt x="50" y="32"/>
                    <a:pt x="55" y="72"/>
                    <a:pt x="60" y="112"/>
                  </a:cubicBezTo>
                  <a:cubicBezTo>
                    <a:pt x="61" y="120"/>
                    <a:pt x="50" y="124"/>
                    <a:pt x="47" y="125"/>
                  </a:cubicBezTo>
                  <a:cubicBezTo>
                    <a:pt x="35" y="129"/>
                    <a:pt x="25" y="130"/>
                    <a:pt x="11" y="132"/>
                  </a:cubicBezTo>
                  <a:cubicBezTo>
                    <a:pt x="0" y="15"/>
                    <a:pt x="0" y="15"/>
                    <a:pt x="0" y="15"/>
                  </a:cubicBezTo>
                  <a:cubicBezTo>
                    <a:pt x="0" y="15"/>
                    <a:pt x="0" y="14"/>
                    <a:pt x="0" y="14"/>
                  </a:cubicBezTo>
                  <a:close/>
                </a:path>
              </a:pathLst>
            </a:custGeom>
            <a:solidFill>
              <a:srgbClr val="27557D"/>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99" name="Google Shape;7380;p193"/>
            <p:cNvSpPr/>
            <p:nvPr/>
          </p:nvSpPr>
          <p:spPr>
            <a:xfrm>
              <a:off x="2707752" y="5545830"/>
              <a:ext cx="354995" cy="764492"/>
            </a:xfrm>
            <a:custGeom>
              <a:avLst/>
              <a:gdLst/>
              <a:ahLst/>
              <a:cxnLst/>
              <a:rect l="l" t="t" r="r" b="b"/>
              <a:pathLst>
                <a:path w="58" h="135" extrusionOk="0">
                  <a:moveTo>
                    <a:pt x="58" y="17"/>
                  </a:moveTo>
                  <a:cubicBezTo>
                    <a:pt x="36" y="12"/>
                    <a:pt x="18" y="0"/>
                    <a:pt x="14" y="17"/>
                  </a:cubicBezTo>
                  <a:cubicBezTo>
                    <a:pt x="10" y="36"/>
                    <a:pt x="6" y="76"/>
                    <a:pt x="1" y="114"/>
                  </a:cubicBezTo>
                  <a:cubicBezTo>
                    <a:pt x="0" y="124"/>
                    <a:pt x="10" y="128"/>
                    <a:pt x="13" y="129"/>
                  </a:cubicBezTo>
                  <a:cubicBezTo>
                    <a:pt x="25" y="132"/>
                    <a:pt x="35" y="133"/>
                    <a:pt x="47" y="135"/>
                  </a:cubicBezTo>
                  <a:cubicBezTo>
                    <a:pt x="58" y="18"/>
                    <a:pt x="58" y="18"/>
                    <a:pt x="58" y="18"/>
                  </a:cubicBezTo>
                  <a:cubicBezTo>
                    <a:pt x="58" y="18"/>
                    <a:pt x="58" y="17"/>
                    <a:pt x="58" y="17"/>
                  </a:cubicBezTo>
                  <a:close/>
                </a:path>
              </a:pathLst>
            </a:custGeom>
            <a:solidFill>
              <a:srgbClr val="27557D"/>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00" name="Google Shape;7381;p193"/>
            <p:cNvSpPr/>
            <p:nvPr/>
          </p:nvSpPr>
          <p:spPr>
            <a:xfrm>
              <a:off x="2951325" y="6298378"/>
              <a:ext cx="554517" cy="28668"/>
            </a:xfrm>
            <a:custGeom>
              <a:avLst/>
              <a:gdLst/>
              <a:ahLst/>
              <a:cxnLst/>
              <a:rect l="l" t="t" r="r" b="b"/>
              <a:pathLst>
                <a:path w="90" h="5" extrusionOk="0">
                  <a:moveTo>
                    <a:pt x="1" y="0"/>
                  </a:moveTo>
                  <a:cubicBezTo>
                    <a:pt x="0" y="1"/>
                    <a:pt x="0" y="1"/>
                    <a:pt x="0" y="1"/>
                  </a:cubicBezTo>
                  <a:cubicBezTo>
                    <a:pt x="28" y="4"/>
                    <a:pt x="62" y="5"/>
                    <a:pt x="90" y="1"/>
                  </a:cubicBezTo>
                  <a:cubicBezTo>
                    <a:pt x="89" y="1"/>
                    <a:pt x="89" y="0"/>
                    <a:pt x="89" y="0"/>
                  </a:cubicBezTo>
                  <a:lnTo>
                    <a:pt x="1" y="0"/>
                  </a:lnTo>
                  <a:close/>
                </a:path>
              </a:pathLst>
            </a:custGeom>
            <a:solidFill>
              <a:srgbClr val="27557D"/>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01" name="Google Shape;7382;p193"/>
            <p:cNvSpPr/>
            <p:nvPr/>
          </p:nvSpPr>
          <p:spPr>
            <a:xfrm>
              <a:off x="3137892" y="5412044"/>
              <a:ext cx="183975" cy="174400"/>
            </a:xfrm>
            <a:prstGeom prst="rect">
              <a:avLst/>
            </a:prstGeom>
            <a:solidFill>
              <a:srgbClr val="D1A88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02" name="Google Shape;7383;p193"/>
            <p:cNvSpPr/>
            <p:nvPr/>
          </p:nvSpPr>
          <p:spPr>
            <a:xfrm>
              <a:off x="2793262" y="5507606"/>
              <a:ext cx="883600" cy="819440"/>
            </a:xfrm>
            <a:custGeom>
              <a:avLst/>
              <a:gdLst/>
              <a:ahLst/>
              <a:cxnLst/>
              <a:rect l="l" t="t" r="r" b="b"/>
              <a:pathLst>
                <a:path w="144" h="145" extrusionOk="0">
                  <a:moveTo>
                    <a:pt x="16" y="139"/>
                  </a:moveTo>
                  <a:cubicBezTo>
                    <a:pt x="22" y="122"/>
                    <a:pt x="8" y="39"/>
                    <a:pt x="0" y="24"/>
                  </a:cubicBezTo>
                  <a:cubicBezTo>
                    <a:pt x="5" y="8"/>
                    <a:pt x="45" y="9"/>
                    <a:pt x="56" y="1"/>
                  </a:cubicBezTo>
                  <a:cubicBezTo>
                    <a:pt x="58" y="3"/>
                    <a:pt x="83" y="3"/>
                    <a:pt x="85" y="0"/>
                  </a:cubicBezTo>
                  <a:cubicBezTo>
                    <a:pt x="93" y="7"/>
                    <a:pt x="136" y="7"/>
                    <a:pt x="144" y="23"/>
                  </a:cubicBezTo>
                  <a:cubicBezTo>
                    <a:pt x="135" y="40"/>
                    <a:pt x="120" y="123"/>
                    <a:pt x="127" y="139"/>
                  </a:cubicBezTo>
                  <a:cubicBezTo>
                    <a:pt x="99" y="145"/>
                    <a:pt x="44" y="145"/>
                    <a:pt x="16" y="139"/>
                  </a:cubicBezTo>
                  <a:close/>
                </a:path>
              </a:pathLst>
            </a:custGeom>
            <a:solidFill>
              <a:srgbClr val="3F73A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03" name="Google Shape;7384;p193"/>
            <p:cNvSpPr/>
            <p:nvPr/>
          </p:nvSpPr>
          <p:spPr>
            <a:xfrm>
              <a:off x="3117162" y="5412044"/>
              <a:ext cx="228026" cy="133786"/>
            </a:xfrm>
            <a:custGeom>
              <a:avLst/>
              <a:gdLst/>
              <a:ahLst/>
              <a:cxnLst/>
              <a:rect l="l" t="t" r="r" b="b"/>
              <a:pathLst>
                <a:path w="37" h="24" extrusionOk="0">
                  <a:moveTo>
                    <a:pt x="0" y="0"/>
                  </a:moveTo>
                  <a:cubicBezTo>
                    <a:pt x="37" y="0"/>
                    <a:pt x="37" y="0"/>
                    <a:pt x="37" y="0"/>
                  </a:cubicBezTo>
                  <a:cubicBezTo>
                    <a:pt x="37" y="19"/>
                    <a:pt x="37" y="19"/>
                    <a:pt x="37" y="19"/>
                  </a:cubicBezTo>
                  <a:cubicBezTo>
                    <a:pt x="25" y="24"/>
                    <a:pt x="6" y="22"/>
                    <a:pt x="0" y="19"/>
                  </a:cubicBezTo>
                  <a:lnTo>
                    <a:pt x="0" y="0"/>
                  </a:lnTo>
                  <a:close/>
                </a:path>
              </a:pathLst>
            </a:custGeom>
            <a:solidFill>
              <a:srgbClr val="D1A88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04" name="Google Shape;7385;p193"/>
            <p:cNvSpPr/>
            <p:nvPr/>
          </p:nvSpPr>
          <p:spPr>
            <a:xfrm>
              <a:off x="2860633" y="4867343"/>
              <a:ext cx="717763" cy="645040"/>
            </a:xfrm>
            <a:custGeom>
              <a:avLst/>
              <a:gdLst/>
              <a:ahLst/>
              <a:cxnLst/>
              <a:rect l="l" t="t" r="r" b="b"/>
              <a:pathLst>
                <a:path w="117" h="114" extrusionOk="0">
                  <a:moveTo>
                    <a:pt x="61" y="114"/>
                  </a:moveTo>
                  <a:cubicBezTo>
                    <a:pt x="96" y="114"/>
                    <a:pt x="117" y="49"/>
                    <a:pt x="92" y="19"/>
                  </a:cubicBezTo>
                  <a:cubicBezTo>
                    <a:pt x="81" y="4"/>
                    <a:pt x="51" y="0"/>
                    <a:pt x="42" y="11"/>
                  </a:cubicBezTo>
                  <a:cubicBezTo>
                    <a:pt x="0" y="25"/>
                    <a:pt x="20" y="114"/>
                    <a:pt x="61" y="114"/>
                  </a:cubicBezTo>
                  <a:close/>
                </a:path>
              </a:pathLst>
            </a:custGeom>
            <a:solidFill>
              <a:srgbClr val="3B191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05" name="Google Shape;7386;p193"/>
            <p:cNvSpPr/>
            <p:nvPr/>
          </p:nvSpPr>
          <p:spPr>
            <a:xfrm>
              <a:off x="3039426" y="5507606"/>
              <a:ext cx="380907" cy="119452"/>
            </a:xfrm>
            <a:custGeom>
              <a:avLst/>
              <a:gdLst/>
              <a:ahLst/>
              <a:cxnLst/>
              <a:rect l="l" t="t" r="r" b="b"/>
              <a:pathLst>
                <a:path w="62" h="21" extrusionOk="0">
                  <a:moveTo>
                    <a:pt x="54" y="0"/>
                  </a:moveTo>
                  <a:cubicBezTo>
                    <a:pt x="57" y="3"/>
                    <a:pt x="62" y="6"/>
                    <a:pt x="62" y="6"/>
                  </a:cubicBezTo>
                  <a:cubicBezTo>
                    <a:pt x="48" y="21"/>
                    <a:pt x="11" y="16"/>
                    <a:pt x="0" y="7"/>
                  </a:cubicBezTo>
                  <a:cubicBezTo>
                    <a:pt x="9" y="0"/>
                    <a:pt x="9" y="0"/>
                    <a:pt x="9" y="0"/>
                  </a:cubicBezTo>
                  <a:cubicBezTo>
                    <a:pt x="18" y="6"/>
                    <a:pt x="37" y="12"/>
                    <a:pt x="54" y="0"/>
                  </a:cubicBezTo>
                  <a:close/>
                </a:path>
              </a:pathLst>
            </a:custGeom>
            <a:solidFill>
              <a:srgbClr val="27557D"/>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06" name="Google Shape;7387;p193"/>
            <p:cNvSpPr/>
            <p:nvPr/>
          </p:nvSpPr>
          <p:spPr>
            <a:xfrm>
              <a:off x="3093841" y="5490882"/>
              <a:ext cx="277259" cy="83616"/>
            </a:xfrm>
            <a:custGeom>
              <a:avLst/>
              <a:gdLst/>
              <a:ahLst/>
              <a:cxnLst/>
              <a:rect l="l" t="t" r="r" b="b"/>
              <a:pathLst>
                <a:path w="45" h="15" extrusionOk="0">
                  <a:moveTo>
                    <a:pt x="4" y="0"/>
                  </a:moveTo>
                  <a:cubicBezTo>
                    <a:pt x="9" y="7"/>
                    <a:pt x="37" y="7"/>
                    <a:pt x="41" y="1"/>
                  </a:cubicBezTo>
                  <a:cubicBezTo>
                    <a:pt x="42" y="1"/>
                    <a:pt x="43" y="2"/>
                    <a:pt x="45" y="3"/>
                  </a:cubicBezTo>
                  <a:cubicBezTo>
                    <a:pt x="28" y="15"/>
                    <a:pt x="9" y="9"/>
                    <a:pt x="0" y="3"/>
                  </a:cubicBezTo>
                  <a:lnTo>
                    <a:pt x="4" y="0"/>
                  </a:lnTo>
                  <a:close/>
                </a:path>
              </a:pathLst>
            </a:cu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07" name="Google Shape;7388;p193"/>
            <p:cNvSpPr/>
            <p:nvPr/>
          </p:nvSpPr>
          <p:spPr>
            <a:xfrm>
              <a:off x="4530663" y="5574498"/>
              <a:ext cx="375724" cy="747769"/>
            </a:xfrm>
            <a:custGeom>
              <a:avLst/>
              <a:gdLst/>
              <a:ahLst/>
              <a:cxnLst/>
              <a:rect l="l" t="t" r="r" b="b"/>
              <a:pathLst>
                <a:path w="61" h="132" extrusionOk="0">
                  <a:moveTo>
                    <a:pt x="0" y="14"/>
                  </a:moveTo>
                  <a:cubicBezTo>
                    <a:pt x="18" y="10"/>
                    <a:pt x="43" y="0"/>
                    <a:pt x="46" y="15"/>
                  </a:cubicBezTo>
                  <a:cubicBezTo>
                    <a:pt x="50" y="32"/>
                    <a:pt x="55" y="72"/>
                    <a:pt x="60" y="112"/>
                  </a:cubicBezTo>
                  <a:cubicBezTo>
                    <a:pt x="61" y="120"/>
                    <a:pt x="50" y="124"/>
                    <a:pt x="47" y="125"/>
                  </a:cubicBezTo>
                  <a:cubicBezTo>
                    <a:pt x="35" y="129"/>
                    <a:pt x="25" y="130"/>
                    <a:pt x="11" y="132"/>
                  </a:cubicBezTo>
                  <a:cubicBezTo>
                    <a:pt x="0" y="15"/>
                    <a:pt x="0" y="15"/>
                    <a:pt x="0" y="15"/>
                  </a:cubicBezTo>
                  <a:cubicBezTo>
                    <a:pt x="0" y="15"/>
                    <a:pt x="0" y="14"/>
                    <a:pt x="0" y="14"/>
                  </a:cubicBezTo>
                  <a:close/>
                </a:path>
              </a:pathLst>
            </a:custGeom>
            <a:solidFill>
              <a:srgbClr val="27557D"/>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08" name="Google Shape;7389;p193"/>
            <p:cNvSpPr/>
            <p:nvPr/>
          </p:nvSpPr>
          <p:spPr>
            <a:xfrm>
              <a:off x="3806421" y="5545830"/>
              <a:ext cx="362768" cy="764492"/>
            </a:xfrm>
            <a:custGeom>
              <a:avLst/>
              <a:gdLst/>
              <a:ahLst/>
              <a:cxnLst/>
              <a:rect l="l" t="t" r="r" b="b"/>
              <a:pathLst>
                <a:path w="59" h="135" extrusionOk="0">
                  <a:moveTo>
                    <a:pt x="58" y="17"/>
                  </a:moveTo>
                  <a:cubicBezTo>
                    <a:pt x="36" y="12"/>
                    <a:pt x="18" y="0"/>
                    <a:pt x="14" y="17"/>
                  </a:cubicBezTo>
                  <a:cubicBezTo>
                    <a:pt x="10" y="36"/>
                    <a:pt x="6" y="76"/>
                    <a:pt x="1" y="114"/>
                  </a:cubicBezTo>
                  <a:cubicBezTo>
                    <a:pt x="0" y="124"/>
                    <a:pt x="10" y="128"/>
                    <a:pt x="13" y="129"/>
                  </a:cubicBezTo>
                  <a:cubicBezTo>
                    <a:pt x="25" y="132"/>
                    <a:pt x="35" y="133"/>
                    <a:pt x="48" y="135"/>
                  </a:cubicBezTo>
                  <a:cubicBezTo>
                    <a:pt x="59" y="18"/>
                    <a:pt x="59" y="18"/>
                    <a:pt x="59" y="18"/>
                  </a:cubicBezTo>
                  <a:cubicBezTo>
                    <a:pt x="59" y="18"/>
                    <a:pt x="59" y="17"/>
                    <a:pt x="58" y="17"/>
                  </a:cubicBezTo>
                  <a:close/>
                </a:path>
              </a:pathLst>
            </a:custGeom>
            <a:solidFill>
              <a:srgbClr val="27557D"/>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09" name="Google Shape;7390;p193"/>
            <p:cNvSpPr/>
            <p:nvPr/>
          </p:nvSpPr>
          <p:spPr>
            <a:xfrm>
              <a:off x="4052586" y="6298378"/>
              <a:ext cx="554517" cy="28668"/>
            </a:xfrm>
            <a:custGeom>
              <a:avLst/>
              <a:gdLst/>
              <a:ahLst/>
              <a:cxnLst/>
              <a:rect l="l" t="t" r="r" b="b"/>
              <a:pathLst>
                <a:path w="90" h="5" extrusionOk="0">
                  <a:moveTo>
                    <a:pt x="1" y="0"/>
                  </a:moveTo>
                  <a:cubicBezTo>
                    <a:pt x="0" y="1"/>
                    <a:pt x="0" y="1"/>
                    <a:pt x="0" y="1"/>
                  </a:cubicBezTo>
                  <a:cubicBezTo>
                    <a:pt x="28" y="4"/>
                    <a:pt x="62" y="5"/>
                    <a:pt x="90" y="1"/>
                  </a:cubicBezTo>
                  <a:cubicBezTo>
                    <a:pt x="90" y="1"/>
                    <a:pt x="89" y="0"/>
                    <a:pt x="89" y="0"/>
                  </a:cubicBezTo>
                  <a:lnTo>
                    <a:pt x="1" y="0"/>
                  </a:lnTo>
                  <a:close/>
                </a:path>
              </a:pathLst>
            </a:custGeom>
            <a:solidFill>
              <a:srgbClr val="27557D"/>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10" name="Google Shape;7391;p193"/>
            <p:cNvSpPr/>
            <p:nvPr/>
          </p:nvSpPr>
          <p:spPr>
            <a:xfrm>
              <a:off x="4244334" y="5412044"/>
              <a:ext cx="178793" cy="174400"/>
            </a:xfrm>
            <a:prstGeom prst="rect">
              <a:avLst/>
            </a:prstGeom>
            <a:solidFill>
              <a:srgbClr val="D1A88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11" name="Google Shape;7392;p193"/>
            <p:cNvSpPr/>
            <p:nvPr/>
          </p:nvSpPr>
          <p:spPr>
            <a:xfrm>
              <a:off x="3891931" y="5507606"/>
              <a:ext cx="886191" cy="819440"/>
            </a:xfrm>
            <a:custGeom>
              <a:avLst/>
              <a:gdLst/>
              <a:ahLst/>
              <a:cxnLst/>
              <a:rect l="l" t="t" r="r" b="b"/>
              <a:pathLst>
                <a:path w="144" h="145" extrusionOk="0">
                  <a:moveTo>
                    <a:pt x="16" y="139"/>
                  </a:moveTo>
                  <a:cubicBezTo>
                    <a:pt x="22" y="122"/>
                    <a:pt x="8" y="39"/>
                    <a:pt x="0" y="24"/>
                  </a:cubicBezTo>
                  <a:cubicBezTo>
                    <a:pt x="5" y="8"/>
                    <a:pt x="45" y="9"/>
                    <a:pt x="56" y="1"/>
                  </a:cubicBezTo>
                  <a:cubicBezTo>
                    <a:pt x="58" y="3"/>
                    <a:pt x="83" y="3"/>
                    <a:pt x="85" y="0"/>
                  </a:cubicBezTo>
                  <a:cubicBezTo>
                    <a:pt x="93" y="7"/>
                    <a:pt x="137" y="7"/>
                    <a:pt x="144" y="23"/>
                  </a:cubicBezTo>
                  <a:cubicBezTo>
                    <a:pt x="136" y="40"/>
                    <a:pt x="120" y="123"/>
                    <a:pt x="127" y="139"/>
                  </a:cubicBezTo>
                  <a:cubicBezTo>
                    <a:pt x="99" y="145"/>
                    <a:pt x="44" y="145"/>
                    <a:pt x="16" y="139"/>
                  </a:cubicBezTo>
                  <a:close/>
                </a:path>
              </a:pathLst>
            </a:custGeom>
            <a:solidFill>
              <a:srgbClr val="3F73A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12" name="Google Shape;7393;p193"/>
            <p:cNvSpPr/>
            <p:nvPr/>
          </p:nvSpPr>
          <p:spPr>
            <a:xfrm>
              <a:off x="4218422" y="5412044"/>
              <a:ext cx="228026" cy="133786"/>
            </a:xfrm>
            <a:custGeom>
              <a:avLst/>
              <a:gdLst/>
              <a:ahLst/>
              <a:cxnLst/>
              <a:rect l="l" t="t" r="r" b="b"/>
              <a:pathLst>
                <a:path w="37" h="24" extrusionOk="0">
                  <a:moveTo>
                    <a:pt x="0" y="0"/>
                  </a:moveTo>
                  <a:cubicBezTo>
                    <a:pt x="37" y="0"/>
                    <a:pt x="37" y="0"/>
                    <a:pt x="37" y="0"/>
                  </a:cubicBezTo>
                  <a:cubicBezTo>
                    <a:pt x="37" y="19"/>
                    <a:pt x="37" y="19"/>
                    <a:pt x="37" y="19"/>
                  </a:cubicBezTo>
                  <a:cubicBezTo>
                    <a:pt x="25" y="24"/>
                    <a:pt x="6" y="22"/>
                    <a:pt x="0" y="19"/>
                  </a:cubicBezTo>
                  <a:lnTo>
                    <a:pt x="0" y="0"/>
                  </a:lnTo>
                  <a:close/>
                </a:path>
              </a:pathLst>
            </a:custGeom>
            <a:solidFill>
              <a:srgbClr val="D1A886"/>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13" name="Google Shape;7394;p193"/>
            <p:cNvSpPr/>
            <p:nvPr/>
          </p:nvSpPr>
          <p:spPr>
            <a:xfrm>
              <a:off x="3961893" y="4867343"/>
              <a:ext cx="717763" cy="645040"/>
            </a:xfrm>
            <a:custGeom>
              <a:avLst/>
              <a:gdLst/>
              <a:ahLst/>
              <a:cxnLst/>
              <a:rect l="l" t="t" r="r" b="b"/>
              <a:pathLst>
                <a:path w="117" h="114" extrusionOk="0">
                  <a:moveTo>
                    <a:pt x="61" y="114"/>
                  </a:moveTo>
                  <a:cubicBezTo>
                    <a:pt x="96" y="114"/>
                    <a:pt x="117" y="49"/>
                    <a:pt x="93" y="19"/>
                  </a:cubicBezTo>
                  <a:cubicBezTo>
                    <a:pt x="81" y="4"/>
                    <a:pt x="51" y="0"/>
                    <a:pt x="42" y="11"/>
                  </a:cubicBezTo>
                  <a:cubicBezTo>
                    <a:pt x="0" y="25"/>
                    <a:pt x="20" y="114"/>
                    <a:pt x="61" y="114"/>
                  </a:cubicBezTo>
                  <a:close/>
                </a:path>
              </a:pathLst>
            </a:custGeom>
            <a:solidFill>
              <a:srgbClr val="99780B"/>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14" name="Google Shape;7395;p193"/>
            <p:cNvSpPr/>
            <p:nvPr/>
          </p:nvSpPr>
          <p:spPr>
            <a:xfrm>
              <a:off x="4138095" y="5507606"/>
              <a:ext cx="383498" cy="119452"/>
            </a:xfrm>
            <a:custGeom>
              <a:avLst/>
              <a:gdLst/>
              <a:ahLst/>
              <a:cxnLst/>
              <a:rect l="l" t="t" r="r" b="b"/>
              <a:pathLst>
                <a:path w="62" h="21" extrusionOk="0">
                  <a:moveTo>
                    <a:pt x="54" y="0"/>
                  </a:moveTo>
                  <a:cubicBezTo>
                    <a:pt x="57" y="3"/>
                    <a:pt x="62" y="6"/>
                    <a:pt x="62" y="6"/>
                  </a:cubicBezTo>
                  <a:cubicBezTo>
                    <a:pt x="48" y="21"/>
                    <a:pt x="11" y="16"/>
                    <a:pt x="0" y="7"/>
                  </a:cubicBezTo>
                  <a:cubicBezTo>
                    <a:pt x="9" y="0"/>
                    <a:pt x="9" y="0"/>
                    <a:pt x="9" y="0"/>
                  </a:cubicBezTo>
                  <a:cubicBezTo>
                    <a:pt x="18" y="6"/>
                    <a:pt x="37" y="12"/>
                    <a:pt x="54" y="0"/>
                  </a:cubicBezTo>
                  <a:close/>
                </a:path>
              </a:pathLst>
            </a:custGeom>
            <a:solidFill>
              <a:srgbClr val="27557D"/>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sp>
          <p:nvSpPr>
            <p:cNvPr id="115" name="Google Shape;7396;p193"/>
            <p:cNvSpPr/>
            <p:nvPr/>
          </p:nvSpPr>
          <p:spPr>
            <a:xfrm>
              <a:off x="4195102" y="5490882"/>
              <a:ext cx="277259" cy="83616"/>
            </a:xfrm>
            <a:custGeom>
              <a:avLst/>
              <a:gdLst/>
              <a:ahLst/>
              <a:cxnLst/>
              <a:rect l="l" t="t" r="r" b="b"/>
              <a:pathLst>
                <a:path w="45" h="15" extrusionOk="0">
                  <a:moveTo>
                    <a:pt x="4" y="0"/>
                  </a:moveTo>
                  <a:cubicBezTo>
                    <a:pt x="9" y="7"/>
                    <a:pt x="37" y="7"/>
                    <a:pt x="41" y="1"/>
                  </a:cubicBezTo>
                  <a:cubicBezTo>
                    <a:pt x="42" y="1"/>
                    <a:pt x="43" y="2"/>
                    <a:pt x="45" y="3"/>
                  </a:cubicBezTo>
                  <a:cubicBezTo>
                    <a:pt x="28" y="15"/>
                    <a:pt x="9" y="9"/>
                    <a:pt x="0" y="3"/>
                  </a:cubicBezTo>
                  <a:lnTo>
                    <a:pt x="4" y="0"/>
                  </a:lnTo>
                  <a:close/>
                </a:path>
              </a:pathLst>
            </a:cu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None/>
              </a:pPr>
              <a:endParaRPr sz="1800">
                <a:solidFill>
                  <a:schemeClr val="dk1"/>
                </a:solidFill>
                <a:latin typeface="Lato Light"/>
                <a:ea typeface="Lato Light"/>
                <a:cs typeface="Lato Light"/>
                <a:sym typeface="Lato Light"/>
              </a:endParaRPr>
            </a:p>
          </p:txBody>
        </p:sp>
      </p:grpSp>
      <p:grpSp>
        <p:nvGrpSpPr>
          <p:cNvPr id="120" name="Group 119"/>
          <p:cNvGrpSpPr/>
          <p:nvPr/>
        </p:nvGrpSpPr>
        <p:grpSpPr>
          <a:xfrm>
            <a:off x="4975054" y="1101774"/>
            <a:ext cx="5943600" cy="3749040"/>
            <a:chOff x="6680062" y="542340"/>
            <a:chExt cx="5258962" cy="3645243"/>
          </a:xfrm>
        </p:grpSpPr>
        <p:sp>
          <p:nvSpPr>
            <p:cNvPr id="116" name="Rectangle 115"/>
            <p:cNvSpPr/>
            <p:nvPr/>
          </p:nvSpPr>
          <p:spPr>
            <a:xfrm>
              <a:off x="6680062" y="542340"/>
              <a:ext cx="5258962" cy="3645243"/>
            </a:xfrm>
            <a:prstGeom prst="rect">
              <a:avLst/>
            </a:prstGeom>
            <a:solidFill>
              <a:srgbClr val="FF9900"/>
            </a:solidFill>
            <a:ln w="76200" cap="flat">
              <a:solidFill>
                <a:schemeClr val="tx1"/>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18" name="Rectangle 117"/>
            <p:cNvSpPr/>
            <p:nvPr/>
          </p:nvSpPr>
          <p:spPr>
            <a:xfrm>
              <a:off x="6993598" y="869209"/>
              <a:ext cx="4584086" cy="2991980"/>
            </a:xfrm>
            <a:prstGeom prst="rect">
              <a:avLst/>
            </a:prstGeom>
            <a:solidFill>
              <a:schemeClr val="tx1"/>
            </a:solidFill>
            <a:ln w="12700" cap="flat">
              <a:solidFill>
                <a:srgbClr val="5E5E5E"/>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en-US" sz="3200" b="0" i="0" u="none" strike="noStrike" cap="none" spc="0" normalizeH="0" baseline="0" dirty="0">
                <a:ln>
                  <a:noFill/>
                </a:ln>
                <a:solidFill>
                  <a:srgbClr val="FFFFFF"/>
                </a:solidFill>
                <a:effectLst/>
                <a:uFillTx/>
                <a:latin typeface="+mn-lt"/>
                <a:ea typeface="+mn-ea"/>
                <a:cs typeface="+mn-cs"/>
                <a:sym typeface="Helvetica Neue Medium"/>
              </a:endParaRPr>
            </a:p>
          </p:txBody>
        </p:sp>
      </p:grpSp>
      <p:sp>
        <p:nvSpPr>
          <p:cNvPr id="119" name="Scrum THEORY"/>
          <p:cNvSpPr txBox="1"/>
          <p:nvPr/>
        </p:nvSpPr>
        <p:spPr>
          <a:xfrm>
            <a:off x="1449976" y="425160"/>
            <a:ext cx="6422849" cy="512961"/>
          </a:xfrm>
          <a:prstGeom prst="rect">
            <a:avLst/>
          </a:prstGeom>
          <a:ln w="12700">
            <a:miter lim="400000"/>
          </a:ln>
        </p:spPr>
        <p:txBody>
          <a:bodyPr wrap="none" lIns="25400" tIns="25400" rIns="25400" bIns="25400" anchor="ctr">
            <a:spAutoFit/>
          </a:bodyPr>
          <a:lstStyle>
            <a:lvl1pPr algn="l">
              <a:defRPr sz="8000" cap="all">
                <a:latin typeface="Arial" panose="020B0604020202020204"/>
                <a:ea typeface="Arial" panose="020B0604020202020204"/>
                <a:cs typeface="Arial" panose="020B0604020202020204"/>
                <a:sym typeface="Arial" panose="020B0604020202020204"/>
              </a:defRPr>
            </a:lvl1pPr>
          </a:lstStyle>
          <a:p>
            <a:pPr defTabSz="412750" eaLnBrk="0" fontAlgn="base" hangingPunct="0">
              <a:spcBef>
                <a:spcPct val="0"/>
              </a:spcBef>
              <a:spcAft>
                <a:spcPct val="0"/>
              </a:spcAft>
            </a:pPr>
            <a:r>
              <a:rPr lang="en-US" sz="3000" b="1" dirty="0" smtClean="0">
                <a:solidFill>
                  <a:srgbClr val="173A79">
                    <a:lumMod val="60000"/>
                    <a:lumOff val="40000"/>
                  </a:srgbClr>
                </a:solidFill>
              </a:rPr>
              <a:t>Lean software </a:t>
            </a:r>
            <a:r>
              <a:rPr lang="en-US" sz="3000" b="1" dirty="0" smtClean="0">
                <a:solidFill>
                  <a:schemeClr val="accent6"/>
                </a:solidFill>
              </a:rPr>
              <a:t>Development</a:t>
            </a:r>
            <a:endParaRPr sz="3000" b="1" dirty="0">
              <a:solidFill>
                <a:schemeClr val="accent6"/>
              </a:solidFill>
            </a:endParaRPr>
          </a:p>
        </p:txBody>
      </p:sp>
      <p:sp>
        <p:nvSpPr>
          <p:cNvPr id="124" name="TextBox 123"/>
          <p:cNvSpPr txBox="1"/>
          <p:nvPr/>
        </p:nvSpPr>
        <p:spPr>
          <a:xfrm>
            <a:off x="5938024" y="1630407"/>
            <a:ext cx="3379130"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285750" indent="-285750" defTabSz="825500" hangingPunct="0">
              <a:buFont typeface="Wingdings" panose="05000000000000000000" pitchFamily="2" charset="2"/>
              <a:buChar char="q"/>
            </a:pPr>
            <a:r>
              <a:rPr lang="en-US" sz="1600" dirty="0">
                <a:solidFill>
                  <a:schemeClr val="bg1"/>
                </a:solidFill>
              </a:rPr>
              <a:t>B</a:t>
            </a:r>
            <a:r>
              <a:rPr lang="en-US" sz="1600" dirty="0" smtClean="0">
                <a:solidFill>
                  <a:schemeClr val="bg1"/>
                </a:solidFill>
              </a:rPr>
              <a:t>ased on the  principles of Lean </a:t>
            </a:r>
            <a:endParaRPr lang="en-US" sz="1600" dirty="0" smtClean="0">
              <a:solidFill>
                <a:schemeClr val="bg1"/>
              </a:solidFill>
            </a:endParaRPr>
          </a:p>
          <a:p>
            <a:pPr defTabSz="825500" hangingPunct="0"/>
            <a:r>
              <a:rPr lang="en-US" sz="1600" dirty="0">
                <a:solidFill>
                  <a:schemeClr val="bg1"/>
                </a:solidFill>
              </a:rPr>
              <a:t> </a:t>
            </a:r>
            <a:r>
              <a:rPr lang="en-US" sz="1600" dirty="0" smtClean="0">
                <a:solidFill>
                  <a:schemeClr val="bg1"/>
                </a:solidFill>
              </a:rPr>
              <a:t>    Manufacturing.</a:t>
            </a:r>
            <a:endParaRPr kumimoji="0" lang="en-US" sz="1600" b="1" i="0" u="none" strike="noStrike" cap="none" spc="0" normalizeH="0" baseline="0" dirty="0">
              <a:ln>
                <a:noFill/>
              </a:ln>
              <a:solidFill>
                <a:schemeClr val="bg1"/>
              </a:solidFill>
              <a:effectLst/>
              <a:uFillTx/>
              <a:latin typeface="Helvetica Neue"/>
              <a:ea typeface="Helvetica Neue"/>
              <a:cs typeface="Helvetica Neue"/>
              <a:sym typeface="Helvetica Neue"/>
            </a:endParaRPr>
          </a:p>
        </p:txBody>
      </p:sp>
      <p:sp>
        <p:nvSpPr>
          <p:cNvPr id="125" name="TextBox 124"/>
          <p:cNvSpPr txBox="1"/>
          <p:nvPr/>
        </p:nvSpPr>
        <p:spPr>
          <a:xfrm>
            <a:off x="5938024" y="2360878"/>
            <a:ext cx="4134145"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285750" indent="-285750" defTabSz="825500" hangingPunct="0">
              <a:buFont typeface="Wingdings" panose="05000000000000000000" pitchFamily="2" charset="2"/>
              <a:buChar char="q"/>
            </a:pPr>
            <a:r>
              <a:rPr lang="en-US" sz="1600" dirty="0" smtClean="0">
                <a:solidFill>
                  <a:schemeClr val="bg1"/>
                </a:solidFill>
              </a:rPr>
              <a:t>Aim </a:t>
            </a:r>
            <a:r>
              <a:rPr lang="en-US" sz="1600" dirty="0">
                <a:solidFill>
                  <a:schemeClr val="bg1"/>
                </a:solidFill>
              </a:rPr>
              <a:t>is </a:t>
            </a:r>
            <a:r>
              <a:rPr lang="en-US" sz="1600" dirty="0" smtClean="0">
                <a:solidFill>
                  <a:schemeClr val="bg1"/>
                </a:solidFill>
              </a:rPr>
              <a:t>to create software that is delivered</a:t>
            </a:r>
            <a:endParaRPr lang="en-US" sz="1600" dirty="0" smtClean="0">
              <a:solidFill>
                <a:schemeClr val="bg1"/>
              </a:solidFill>
            </a:endParaRPr>
          </a:p>
          <a:p>
            <a:pPr defTabSz="825500" hangingPunct="0"/>
            <a:r>
              <a:rPr kumimoji="0" lang="en-US" sz="1600" i="0" u="none" strike="noStrike" cap="none" spc="0" normalizeH="0" baseline="0" dirty="0" smtClean="0">
                <a:ln>
                  <a:noFill/>
                </a:ln>
                <a:solidFill>
                  <a:schemeClr val="bg1"/>
                </a:solidFill>
                <a:effectLst/>
                <a:uFillTx/>
                <a:latin typeface="Helvetica Neue"/>
                <a:ea typeface="Helvetica Neue"/>
                <a:cs typeface="Helvetica Neue"/>
                <a:sym typeface="Helvetica Neue"/>
              </a:rPr>
              <a:t>     Quickly, with a minimum of waste</a:t>
            </a:r>
            <a:r>
              <a:rPr kumimoji="0" lang="en-US" sz="1600" i="0" u="none" strike="noStrike" cap="none" spc="0" normalizeH="0" dirty="0" smtClean="0">
                <a:ln>
                  <a:noFill/>
                </a:ln>
                <a:solidFill>
                  <a:schemeClr val="bg1"/>
                </a:solidFill>
                <a:effectLst/>
                <a:uFillTx/>
                <a:latin typeface="Helvetica Neue"/>
                <a:ea typeface="Helvetica Neue"/>
                <a:cs typeface="Helvetica Neue"/>
                <a:sym typeface="Helvetica Neue"/>
              </a:rPr>
              <a:t> and </a:t>
            </a:r>
            <a:endParaRPr kumimoji="0" lang="en-US" sz="1600" i="0" u="none" strike="noStrike" cap="none" spc="0" normalizeH="0" dirty="0" smtClean="0">
              <a:ln>
                <a:noFill/>
              </a:ln>
              <a:solidFill>
                <a:schemeClr val="bg1"/>
              </a:solidFill>
              <a:effectLst/>
              <a:uFillTx/>
              <a:latin typeface="Helvetica Neue"/>
              <a:ea typeface="Helvetica Neue"/>
              <a:cs typeface="Helvetica Neue"/>
              <a:sym typeface="Helvetica Neue"/>
            </a:endParaRPr>
          </a:p>
          <a:p>
            <a:pPr defTabSz="825500" hangingPunct="0"/>
            <a:r>
              <a:rPr kumimoji="0" lang="en-US" sz="1600" i="0" u="none" strike="noStrike" cap="none" spc="0" normalizeH="0" dirty="0" smtClean="0">
                <a:ln>
                  <a:noFill/>
                </a:ln>
                <a:solidFill>
                  <a:schemeClr val="bg1"/>
                </a:solidFill>
                <a:effectLst/>
                <a:uFillTx/>
                <a:latin typeface="Helvetica Neue"/>
                <a:ea typeface="Helvetica Neue"/>
                <a:cs typeface="Helvetica Neue"/>
                <a:sym typeface="Helvetica Neue"/>
              </a:rPr>
              <a:t>     rework</a:t>
            </a:r>
            <a:endParaRPr kumimoji="0" lang="en-US" sz="1600" i="0" u="none" strike="noStrike" cap="none" spc="0" normalizeH="0" baseline="0" dirty="0">
              <a:ln>
                <a:noFill/>
              </a:ln>
              <a:solidFill>
                <a:schemeClr val="bg1"/>
              </a:solidFill>
              <a:effectLst/>
              <a:uFillTx/>
              <a:latin typeface="Helvetica Neue"/>
              <a:ea typeface="Helvetica Neue"/>
              <a:cs typeface="Helvetica Neue"/>
              <a:sym typeface="Helvetica Neue"/>
            </a:endParaRPr>
          </a:p>
        </p:txBody>
      </p:sp>
      <p:sp>
        <p:nvSpPr>
          <p:cNvPr id="126" name="TextBox 125"/>
          <p:cNvSpPr txBox="1"/>
          <p:nvPr/>
        </p:nvSpPr>
        <p:spPr>
          <a:xfrm>
            <a:off x="5938024" y="3240119"/>
            <a:ext cx="4371389"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285750" indent="-285750" defTabSz="825500" hangingPunct="0">
              <a:buFont typeface="Wingdings" panose="05000000000000000000" pitchFamily="2" charset="2"/>
              <a:buChar char="q"/>
            </a:pPr>
            <a:r>
              <a:rPr lang="en-US" sz="1600" dirty="0" smtClean="0">
                <a:solidFill>
                  <a:schemeClr val="bg1"/>
                </a:solidFill>
              </a:rPr>
              <a:t>Continuous improvement, rapid prototyping,</a:t>
            </a:r>
            <a:endParaRPr lang="en-US" sz="1600" dirty="0" smtClean="0">
              <a:solidFill>
                <a:schemeClr val="bg1"/>
              </a:solidFill>
            </a:endParaRPr>
          </a:p>
          <a:p>
            <a:pPr defTabSz="825500" hangingPunct="0"/>
            <a:r>
              <a:rPr lang="en-US" sz="1600" dirty="0" smtClean="0">
                <a:solidFill>
                  <a:schemeClr val="bg1"/>
                </a:solidFill>
              </a:rPr>
              <a:t>     And frequent feedback from end users.</a:t>
            </a:r>
            <a:endParaRPr kumimoji="0" lang="en-US" sz="1600" b="1" i="0" u="none" strike="noStrike" cap="none" spc="0" normalizeH="0" baseline="0" dirty="0">
              <a:ln>
                <a:noFill/>
              </a:ln>
              <a:solidFill>
                <a:schemeClr val="bg1"/>
              </a:solidFill>
              <a:effectLst/>
              <a:uFillTx/>
              <a:latin typeface="Helvetica Neue"/>
              <a:ea typeface="Helvetica Neue"/>
              <a:cs typeface="Helvetica Neue"/>
              <a:sym typeface="Helvetica Neue"/>
            </a:endParaRPr>
          </a:p>
        </p:txBody>
      </p:sp>
      <p:sp>
        <p:nvSpPr>
          <p:cNvPr id="127" name="Rectangle 126"/>
          <p:cNvSpPr/>
          <p:nvPr/>
        </p:nvSpPr>
        <p:spPr>
          <a:xfrm>
            <a:off x="5938024" y="3875538"/>
            <a:ext cx="2739020" cy="338554"/>
          </a:xfrm>
          <a:prstGeom prst="rect">
            <a:avLst/>
          </a:prstGeom>
        </p:spPr>
        <p:txBody>
          <a:bodyPr wrap="none">
            <a:spAutoFit/>
          </a:bodyPr>
          <a:lstStyle/>
          <a:p>
            <a:pPr marL="285750" indent="-285750">
              <a:buFont typeface="Wingdings" panose="05000000000000000000" pitchFamily="2" charset="2"/>
              <a:buChar char="q"/>
            </a:pPr>
            <a:r>
              <a:rPr lang="en-US" sz="1600" dirty="0">
                <a:solidFill>
                  <a:schemeClr val="bg1"/>
                </a:solidFill>
                <a:latin typeface="Roboto"/>
              </a:rPr>
              <a:t>first developed by Toyota</a:t>
            </a:r>
            <a:endParaRPr lang="en-US" sz="16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animEffect transition="in" filter="circle(in)">
                                      <p:cBhvr>
                                        <p:cTn id="7" dur="2000"/>
                                        <p:tgtEl>
                                          <p:spTgt spid="1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8"/>
                                        </p:tgtEl>
                                        <p:attrNameLst>
                                          <p:attrName>style.visibility</p:attrName>
                                        </p:attrNameLst>
                                      </p:cBhvr>
                                      <p:to>
                                        <p:strVal val="visible"/>
                                      </p:to>
                                    </p:set>
                                    <p:animEffect transition="in" filter="fade">
                                      <p:cBhvr>
                                        <p:cTn id="12" dur="500"/>
                                        <p:tgtEl>
                                          <p:spTgt spid="1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10000"/>
                                  </p:iterate>
                                  <p:childTnLst>
                                    <p:set>
                                      <p:cBhvr>
                                        <p:cTn id="16" dur="1" fill="hold">
                                          <p:stCondLst>
                                            <p:cond delay="0"/>
                                          </p:stCondLst>
                                        </p:cTn>
                                        <p:tgtEl>
                                          <p:spTgt spid="124"/>
                                        </p:tgtEl>
                                        <p:attrNameLst>
                                          <p:attrName>style.visibility</p:attrName>
                                        </p:attrNameLst>
                                      </p:cBhvr>
                                      <p:to>
                                        <p:strVal val="visible"/>
                                      </p:to>
                                    </p:set>
                                    <p:animEffect transition="in" filter="fade">
                                      <p:cBhvr>
                                        <p:cTn id="17" dur="500"/>
                                        <p:tgtEl>
                                          <p:spTgt spid="1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iterate type="lt">
                                    <p:tmPct val="10000"/>
                                  </p:iterate>
                                  <p:childTnLst>
                                    <p:set>
                                      <p:cBhvr>
                                        <p:cTn id="21" dur="1" fill="hold">
                                          <p:stCondLst>
                                            <p:cond delay="0"/>
                                          </p:stCondLst>
                                        </p:cTn>
                                        <p:tgtEl>
                                          <p:spTgt spid="125"/>
                                        </p:tgtEl>
                                        <p:attrNameLst>
                                          <p:attrName>style.visibility</p:attrName>
                                        </p:attrNameLst>
                                      </p:cBhvr>
                                      <p:to>
                                        <p:strVal val="visible"/>
                                      </p:to>
                                    </p:set>
                                    <p:animEffect transition="in" filter="fade">
                                      <p:cBhvr>
                                        <p:cTn id="22" dur="500"/>
                                        <p:tgtEl>
                                          <p:spTgt spid="1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iterate type="lt">
                                    <p:tmPct val="10000"/>
                                  </p:iterate>
                                  <p:childTnLst>
                                    <p:set>
                                      <p:cBhvr>
                                        <p:cTn id="26" dur="1" fill="hold">
                                          <p:stCondLst>
                                            <p:cond delay="0"/>
                                          </p:stCondLst>
                                        </p:cTn>
                                        <p:tgtEl>
                                          <p:spTgt spid="126"/>
                                        </p:tgtEl>
                                        <p:attrNameLst>
                                          <p:attrName>style.visibility</p:attrName>
                                        </p:attrNameLst>
                                      </p:cBhvr>
                                      <p:to>
                                        <p:strVal val="visible"/>
                                      </p:to>
                                    </p:set>
                                    <p:animEffect transition="in" filter="fade">
                                      <p:cBhvr>
                                        <p:cTn id="27" dur="500"/>
                                        <p:tgtEl>
                                          <p:spTgt spid="1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iterate type="lt">
                                    <p:tmPct val="10000"/>
                                  </p:iterate>
                                  <p:childTnLst>
                                    <p:set>
                                      <p:cBhvr>
                                        <p:cTn id="31" dur="1" fill="hold">
                                          <p:stCondLst>
                                            <p:cond delay="0"/>
                                          </p:stCondLst>
                                        </p:cTn>
                                        <p:tgtEl>
                                          <p:spTgt spid="127"/>
                                        </p:tgtEl>
                                        <p:attrNameLst>
                                          <p:attrName>style.visibility</p:attrName>
                                        </p:attrNameLst>
                                      </p:cBhvr>
                                      <p:to>
                                        <p:strVal val="visible"/>
                                      </p:to>
                                    </p:set>
                                    <p:animEffect transition="in" filter="fade">
                                      <p:cBhvr>
                                        <p:cTn id="32"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0"/>
      <p:bldP spid="125" grpId="0"/>
      <p:bldP spid="126" grpId="0"/>
      <p:bldP spid="127" grpId="0"/>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 name="Freeform: Shape 88"/>
          <p:cNvSpPr/>
          <p:nvPr/>
        </p:nvSpPr>
        <p:spPr>
          <a:xfrm rot="16200000">
            <a:off x="3415541" y="980774"/>
            <a:ext cx="2990648" cy="5155025"/>
          </a:xfrm>
          <a:custGeom>
            <a:avLst/>
            <a:gdLst>
              <a:gd name="connsiteX0" fmla="*/ 5902780 w 5902780"/>
              <a:gd name="connsiteY0" fmla="*/ 1 h 9855568"/>
              <a:gd name="connsiteX1" fmla="*/ 5902780 w 5902780"/>
              <a:gd name="connsiteY1" fmla="*/ 1933565 h 9855568"/>
              <a:gd name="connsiteX2" fmla="*/ 5902780 w 5902780"/>
              <a:gd name="connsiteY2" fmla="*/ 4041644 h 9855568"/>
              <a:gd name="connsiteX3" fmla="*/ 5902780 w 5902780"/>
              <a:gd name="connsiteY3" fmla="*/ 6932328 h 9855568"/>
              <a:gd name="connsiteX4" fmla="*/ 5895033 w 5902780"/>
              <a:gd name="connsiteY4" fmla="*/ 6932328 h 9855568"/>
              <a:gd name="connsiteX5" fmla="*/ 5886211 w 5902780"/>
              <a:gd name="connsiteY5" fmla="*/ 6977664 h 9855568"/>
              <a:gd name="connsiteX6" fmla="*/ 5844125 w 5902780"/>
              <a:gd name="connsiteY6" fmla="*/ 7041042 h 9855568"/>
              <a:gd name="connsiteX7" fmla="*/ 3085714 w 5902780"/>
              <a:gd name="connsiteY7" fmla="*/ 9799453 h 9855568"/>
              <a:gd name="connsiteX8" fmla="*/ 2814768 w 5902780"/>
              <a:gd name="connsiteY8" fmla="*/ 9799453 h 9855568"/>
              <a:gd name="connsiteX9" fmla="*/ 56357 w 5902780"/>
              <a:gd name="connsiteY9" fmla="*/ 7041042 h 9855568"/>
              <a:gd name="connsiteX10" fmla="*/ 14271 w 5902780"/>
              <a:gd name="connsiteY10" fmla="*/ 6977664 h 9855568"/>
              <a:gd name="connsiteX11" fmla="*/ 5449 w 5902780"/>
              <a:gd name="connsiteY11" fmla="*/ 6932328 h 9855568"/>
              <a:gd name="connsiteX12" fmla="*/ 0 w 5902780"/>
              <a:gd name="connsiteY12" fmla="*/ 6932328 h 9855568"/>
              <a:gd name="connsiteX13" fmla="*/ 0 w 5902780"/>
              <a:gd name="connsiteY13" fmla="*/ 4041644 h 9855568"/>
              <a:gd name="connsiteX14" fmla="*/ 0 w 5902780"/>
              <a:gd name="connsiteY14" fmla="*/ 1933564 h 9855568"/>
              <a:gd name="connsiteX15" fmla="*/ 0 w 5902780"/>
              <a:gd name="connsiteY15" fmla="*/ 0 h 9855568"/>
              <a:gd name="connsiteX16" fmla="*/ 1879218 w 5902780"/>
              <a:gd name="connsiteY16" fmla="*/ 0 h 9855568"/>
              <a:gd name="connsiteX17" fmla="*/ 3987297 w 5902780"/>
              <a:gd name="connsiteY17" fmla="*/ 1 h 9855568"/>
              <a:gd name="connsiteX18" fmla="*/ 5902780 w 5902780"/>
              <a:gd name="connsiteY18" fmla="*/ 1 h 9855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902780" h="9855568">
                <a:moveTo>
                  <a:pt x="5902780" y="1"/>
                </a:moveTo>
                <a:lnTo>
                  <a:pt x="5902780" y="1933565"/>
                </a:lnTo>
                <a:lnTo>
                  <a:pt x="5902780" y="4041644"/>
                </a:lnTo>
                <a:lnTo>
                  <a:pt x="5902780" y="6932328"/>
                </a:lnTo>
                <a:lnTo>
                  <a:pt x="5895033" y="6932328"/>
                </a:lnTo>
                <a:lnTo>
                  <a:pt x="5886211" y="6977664"/>
                </a:lnTo>
                <a:cubicBezTo>
                  <a:pt x="5876858" y="7000727"/>
                  <a:pt x="5862830" y="7022337"/>
                  <a:pt x="5844125" y="7041042"/>
                </a:cubicBezTo>
                <a:lnTo>
                  <a:pt x="3085714" y="9799453"/>
                </a:lnTo>
                <a:cubicBezTo>
                  <a:pt x="3010894" y="9874273"/>
                  <a:pt x="2889587" y="9874273"/>
                  <a:pt x="2814768" y="9799453"/>
                </a:cubicBezTo>
                <a:lnTo>
                  <a:pt x="56357" y="7041042"/>
                </a:lnTo>
                <a:cubicBezTo>
                  <a:pt x="37652" y="7022337"/>
                  <a:pt x="23623" y="7000727"/>
                  <a:pt x="14271" y="6977664"/>
                </a:cubicBezTo>
                <a:lnTo>
                  <a:pt x="5449" y="6932328"/>
                </a:lnTo>
                <a:lnTo>
                  <a:pt x="0" y="6932328"/>
                </a:lnTo>
                <a:lnTo>
                  <a:pt x="0" y="4041644"/>
                </a:lnTo>
                <a:lnTo>
                  <a:pt x="0" y="1933564"/>
                </a:lnTo>
                <a:lnTo>
                  <a:pt x="0" y="0"/>
                </a:lnTo>
                <a:lnTo>
                  <a:pt x="1879218" y="0"/>
                </a:lnTo>
                <a:lnTo>
                  <a:pt x="3987297" y="1"/>
                </a:lnTo>
                <a:lnTo>
                  <a:pt x="5902780" y="1"/>
                </a:lnTo>
                <a:close/>
              </a:path>
            </a:pathLst>
          </a:custGeom>
          <a:solidFill>
            <a:schemeClr val="bg1"/>
          </a:solidFill>
          <a:ln w="76200">
            <a:solidFill>
              <a:schemeClr val="accent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smtClean="0"/>
              <a:t>Ex</a:t>
            </a:r>
            <a:endParaRPr lang="ru-RU" dirty="0"/>
          </a:p>
        </p:txBody>
      </p:sp>
      <p:grpSp>
        <p:nvGrpSpPr>
          <p:cNvPr id="20" name="Group 19"/>
          <p:cNvGrpSpPr/>
          <p:nvPr/>
        </p:nvGrpSpPr>
        <p:grpSpPr>
          <a:xfrm rot="5400000">
            <a:off x="6505126" y="878767"/>
            <a:ext cx="2103120" cy="2103120"/>
            <a:chOff x="10588625" y="4247821"/>
            <a:chExt cx="3124200" cy="3124200"/>
          </a:xfrm>
          <a:solidFill>
            <a:schemeClr val="accent1"/>
          </a:solidFill>
          <a:scene3d>
            <a:camera prst="orthographicFront">
              <a:rot lat="0" lon="0" rev="0"/>
            </a:camera>
            <a:lightRig rig="balanced" dir="t">
              <a:rot lat="0" lon="0" rev="8700000"/>
            </a:lightRig>
          </a:scene3d>
        </p:grpSpPr>
        <p:sp>
          <p:nvSpPr>
            <p:cNvPr id="28" name="Rectangle: Rounded Corners 21"/>
            <p:cNvSpPr/>
            <p:nvPr/>
          </p:nvSpPr>
          <p:spPr>
            <a:xfrm rot="2700000">
              <a:off x="10588625" y="4247821"/>
              <a:ext cx="3124200" cy="3124200"/>
            </a:xfrm>
            <a:prstGeom prst="roundRect">
              <a:avLst>
                <a:gd name="adj" fmla="val 4472"/>
              </a:avLst>
            </a:prstGeom>
            <a:grpFill/>
            <a:ln w="76200">
              <a:solidFill>
                <a:schemeClr val="bg1"/>
              </a:solid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9" name="Rectangle: Rounded Corners 22"/>
            <p:cNvSpPr/>
            <p:nvPr/>
          </p:nvSpPr>
          <p:spPr>
            <a:xfrm rot="2700000">
              <a:off x="10733425" y="4392621"/>
              <a:ext cx="2834602" cy="2834602"/>
            </a:xfrm>
            <a:prstGeom prst="roundRect">
              <a:avLst>
                <a:gd name="adj" fmla="val 4472"/>
              </a:avLst>
            </a:prstGeom>
            <a:grpFill/>
            <a:ln w="76200">
              <a:solidFill>
                <a:schemeClr val="bg1"/>
              </a:solid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grpSp>
        <p:nvGrpSpPr>
          <p:cNvPr id="21" name="Group 20"/>
          <p:cNvGrpSpPr/>
          <p:nvPr/>
        </p:nvGrpSpPr>
        <p:grpSpPr>
          <a:xfrm>
            <a:off x="6598408" y="4017814"/>
            <a:ext cx="2103120" cy="2103120"/>
            <a:chOff x="10588625" y="4247821"/>
            <a:chExt cx="3124200" cy="3124200"/>
          </a:xfrm>
          <a:solidFill>
            <a:schemeClr val="accent1"/>
          </a:solidFill>
          <a:scene3d>
            <a:camera prst="orthographicFront">
              <a:rot lat="0" lon="0" rev="0"/>
            </a:camera>
            <a:lightRig rig="balanced" dir="t">
              <a:rot lat="0" lon="0" rev="8700000"/>
            </a:lightRig>
          </a:scene3d>
        </p:grpSpPr>
        <p:sp>
          <p:nvSpPr>
            <p:cNvPr id="26" name="Rectangle: Rounded Corners 25"/>
            <p:cNvSpPr/>
            <p:nvPr/>
          </p:nvSpPr>
          <p:spPr>
            <a:xfrm rot="2700000">
              <a:off x="10588625" y="4247821"/>
              <a:ext cx="3124200" cy="3124200"/>
            </a:xfrm>
            <a:prstGeom prst="roundRect">
              <a:avLst>
                <a:gd name="adj" fmla="val 4472"/>
              </a:avLst>
            </a:prstGeom>
            <a:grpFill/>
            <a:ln w="76200">
              <a:solidFill>
                <a:schemeClr val="bg1"/>
              </a:solid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Rectangle: Rounded Corners 26"/>
            <p:cNvSpPr/>
            <p:nvPr/>
          </p:nvSpPr>
          <p:spPr>
            <a:xfrm rot="2700000">
              <a:off x="10733425" y="4392621"/>
              <a:ext cx="2834602" cy="2834602"/>
            </a:xfrm>
            <a:prstGeom prst="roundRect">
              <a:avLst>
                <a:gd name="adj" fmla="val 4472"/>
              </a:avLst>
            </a:prstGeom>
            <a:grpFill/>
            <a:ln w="76200">
              <a:solidFill>
                <a:schemeClr val="bg1"/>
              </a:solid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grpSp>
        <p:nvGrpSpPr>
          <p:cNvPr id="33" name="Group 32"/>
          <p:cNvGrpSpPr/>
          <p:nvPr/>
        </p:nvGrpSpPr>
        <p:grpSpPr>
          <a:xfrm rot="16200000">
            <a:off x="8128648" y="2488965"/>
            <a:ext cx="2103120" cy="2011680"/>
            <a:chOff x="10588625" y="4247821"/>
            <a:chExt cx="3124200" cy="3124200"/>
          </a:xfrm>
          <a:solidFill>
            <a:schemeClr val="accent6"/>
          </a:solidFill>
          <a:scene3d>
            <a:camera prst="orthographicFront">
              <a:rot lat="0" lon="0" rev="0"/>
            </a:camera>
            <a:lightRig rig="balanced" dir="t">
              <a:rot lat="0" lon="0" rev="8700000"/>
            </a:lightRig>
          </a:scene3d>
        </p:grpSpPr>
        <p:sp>
          <p:nvSpPr>
            <p:cNvPr id="34" name="Rectangle: Rounded Corners 21"/>
            <p:cNvSpPr/>
            <p:nvPr/>
          </p:nvSpPr>
          <p:spPr>
            <a:xfrm rot="2700000">
              <a:off x="10588625" y="4247821"/>
              <a:ext cx="3124200" cy="3124200"/>
            </a:xfrm>
            <a:prstGeom prst="roundRect">
              <a:avLst>
                <a:gd name="adj" fmla="val 4472"/>
              </a:avLst>
            </a:prstGeom>
            <a:grpFill/>
            <a:ln w="76200">
              <a:solidFill>
                <a:schemeClr val="bg1"/>
              </a:solid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5" name="Rectangle: Rounded Corners 22"/>
            <p:cNvSpPr/>
            <p:nvPr/>
          </p:nvSpPr>
          <p:spPr>
            <a:xfrm rot="2700000">
              <a:off x="10733425" y="4392621"/>
              <a:ext cx="2834602" cy="2834602"/>
            </a:xfrm>
            <a:prstGeom prst="roundRect">
              <a:avLst>
                <a:gd name="adj" fmla="val 4472"/>
              </a:avLst>
            </a:prstGeom>
            <a:grpFill/>
            <a:ln w="76200">
              <a:solidFill>
                <a:schemeClr val="bg1"/>
              </a:solid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36" name="Scrum THEORY"/>
          <p:cNvSpPr txBox="1"/>
          <p:nvPr/>
        </p:nvSpPr>
        <p:spPr>
          <a:xfrm>
            <a:off x="805545" y="470066"/>
            <a:ext cx="5031827" cy="512961"/>
          </a:xfrm>
          <a:prstGeom prst="rect">
            <a:avLst/>
          </a:prstGeom>
          <a:ln w="12700">
            <a:miter lim="400000"/>
          </a:ln>
        </p:spPr>
        <p:txBody>
          <a:bodyPr wrap="none" lIns="25400" tIns="25400" rIns="25400" bIns="25400" anchor="ctr">
            <a:spAutoFit/>
          </a:bodyPr>
          <a:lstStyle>
            <a:lvl1pPr algn="l">
              <a:defRPr sz="8000" cap="all">
                <a:latin typeface="Arial" panose="020B0604020202020204"/>
                <a:ea typeface="Arial" panose="020B0604020202020204"/>
                <a:cs typeface="Arial" panose="020B0604020202020204"/>
                <a:sym typeface="Arial" panose="020B0604020202020204"/>
              </a:defRPr>
            </a:lvl1pPr>
          </a:lstStyle>
          <a:p>
            <a:pPr defTabSz="412750" eaLnBrk="0" fontAlgn="base" hangingPunct="0">
              <a:spcBef>
                <a:spcPct val="0"/>
              </a:spcBef>
              <a:spcAft>
                <a:spcPct val="0"/>
              </a:spcAft>
            </a:pPr>
            <a:r>
              <a:rPr lang="en-US" sz="3000" b="1" dirty="0" smtClean="0">
                <a:solidFill>
                  <a:srgbClr val="173A79">
                    <a:lumMod val="60000"/>
                    <a:lumOff val="40000"/>
                  </a:srgbClr>
                </a:solidFill>
              </a:rPr>
              <a:t>Extreme </a:t>
            </a:r>
            <a:r>
              <a:rPr lang="en-US" sz="3000" b="1" dirty="0" smtClean="0">
                <a:solidFill>
                  <a:schemeClr val="accent6"/>
                </a:solidFill>
              </a:rPr>
              <a:t>programming</a:t>
            </a:r>
            <a:endParaRPr sz="3000" b="1" dirty="0">
              <a:solidFill>
                <a:schemeClr val="accent6"/>
              </a:solidFill>
            </a:endParaRPr>
          </a:p>
        </p:txBody>
      </p:sp>
      <p:pic>
        <p:nvPicPr>
          <p:cNvPr id="3" name="Picture 2"/>
          <p:cNvPicPr>
            <a:picLocks noChangeAspect="1"/>
          </p:cNvPicPr>
          <p:nvPr/>
        </p:nvPicPr>
        <p:blipFill>
          <a:blip r:embed="rId1" cstate="print">
            <a:extLst>
              <a:ext uri="{BEBA8EAE-BF5A-486C-A8C5-ECC9F3942E4B}">
                <a14:imgProps xmlns:a14="http://schemas.microsoft.com/office/drawing/2010/main">
                  <a14:imgLayer r:embed="rId2">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8411306" y="2647271"/>
            <a:ext cx="1463377" cy="1463377"/>
          </a:xfrm>
          <a:prstGeom prst="rect">
            <a:avLst/>
          </a:prstGeom>
        </p:spPr>
      </p:pic>
      <p:sp>
        <p:nvSpPr>
          <p:cNvPr id="14" name="TextBox 13"/>
          <p:cNvSpPr txBox="1"/>
          <p:nvPr/>
        </p:nvSpPr>
        <p:spPr>
          <a:xfrm>
            <a:off x="2528682" y="3107042"/>
            <a:ext cx="2773680" cy="9643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285750" marR="0" indent="-285750" defTabSz="825500" rtl="0" fontAlgn="auto" latinLnBrk="0" hangingPunct="0">
              <a:lnSpc>
                <a:spcPct val="100000"/>
              </a:lnSpc>
              <a:spcBef>
                <a:spcPts val="0"/>
              </a:spcBef>
              <a:spcAft>
                <a:spcPts val="0"/>
              </a:spcAft>
              <a:buClrTx/>
              <a:buSzTx/>
              <a:buFont typeface="Wingdings" panose="05000000000000000000" pitchFamily="2" charset="2"/>
              <a:buChar char="q"/>
            </a:pPr>
            <a:r>
              <a:rPr lang="en-US" sz="1400" dirty="0">
                <a:solidFill>
                  <a:schemeClr val="accent1"/>
                </a:solidFill>
                <a:latin typeface="Helvetica Neue"/>
                <a:ea typeface="Helvetica Neue"/>
                <a:cs typeface="Helvetica Neue"/>
                <a:sym typeface="Helvetica Neue"/>
              </a:rPr>
              <a:t>D</a:t>
            </a:r>
            <a:r>
              <a:rPr kumimoji="0" lang="en-US" sz="1400" i="0" u="none" strike="noStrike" cap="none" spc="0" normalizeH="0" dirty="0" smtClean="0">
                <a:ln>
                  <a:noFill/>
                </a:ln>
                <a:solidFill>
                  <a:schemeClr val="accent1"/>
                </a:solidFill>
                <a:effectLst/>
                <a:uFillTx/>
                <a:latin typeface="Helvetica Neue"/>
                <a:ea typeface="Helvetica Neue"/>
                <a:cs typeface="Helvetica Neue"/>
                <a:sym typeface="Helvetica Neue"/>
              </a:rPr>
              <a:t>esigned to improve </a:t>
            </a:r>
            <a:r>
              <a:rPr kumimoji="0" lang="en-US" sz="1400" b="1" i="0" u="none" strike="noStrike" cap="none" spc="0" normalizeH="0" dirty="0" smtClean="0">
                <a:ln>
                  <a:noFill/>
                </a:ln>
                <a:solidFill>
                  <a:schemeClr val="accent1"/>
                </a:solidFill>
                <a:effectLst/>
                <a:uFillTx/>
                <a:latin typeface="Helvetica Neue"/>
                <a:ea typeface="Helvetica Neue"/>
                <a:cs typeface="Helvetica Neue"/>
                <a:sym typeface="Helvetica Neue"/>
              </a:rPr>
              <a:t>software quality </a:t>
            </a:r>
            <a:r>
              <a:rPr kumimoji="0" lang="en-US" sz="1400" i="0" u="none" strike="noStrike" cap="none" spc="0" normalizeH="0" dirty="0" smtClean="0">
                <a:ln>
                  <a:noFill/>
                </a:ln>
                <a:solidFill>
                  <a:schemeClr val="accent1"/>
                </a:solidFill>
                <a:effectLst/>
                <a:uFillTx/>
                <a:latin typeface="Helvetica Neue"/>
                <a:ea typeface="Helvetica Neue"/>
                <a:cs typeface="Helvetica Neue"/>
                <a:sym typeface="Helvetica Neue"/>
              </a:rPr>
              <a:t>and responsiveness to changing customer requirements. </a:t>
            </a:r>
            <a:endParaRPr kumimoji="0" lang="en-US" sz="1400" i="0" u="none" strike="noStrike" cap="none" spc="0" normalizeH="0" baseline="0" dirty="0">
              <a:ln>
                <a:noFill/>
              </a:ln>
              <a:solidFill>
                <a:schemeClr val="accent1"/>
              </a:solidFill>
              <a:effectLst/>
              <a:uFillTx/>
              <a:latin typeface="Helvetica Neue"/>
              <a:ea typeface="Helvetica Neue"/>
              <a:cs typeface="Helvetica Neue"/>
              <a:sym typeface="Helvetica Neue"/>
            </a:endParaRPr>
          </a:p>
        </p:txBody>
      </p:sp>
      <p:sp>
        <p:nvSpPr>
          <p:cNvPr id="2" name="TextBox 1"/>
          <p:cNvSpPr txBox="1"/>
          <p:nvPr/>
        </p:nvSpPr>
        <p:spPr>
          <a:xfrm>
            <a:off x="2528682" y="2371664"/>
            <a:ext cx="277368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285750" marR="0" indent="-285750" defTabSz="825500" rtl="0" fontAlgn="auto" latinLnBrk="0" hangingPunct="0">
              <a:lnSpc>
                <a:spcPct val="100000"/>
              </a:lnSpc>
              <a:spcBef>
                <a:spcPts val="0"/>
              </a:spcBef>
              <a:spcAft>
                <a:spcPts val="0"/>
              </a:spcAft>
              <a:buClrTx/>
              <a:buSzTx/>
              <a:buFont typeface="Wingdings" panose="05000000000000000000" pitchFamily="2" charset="2"/>
              <a:buChar char="q"/>
            </a:pPr>
            <a:r>
              <a:rPr kumimoji="0" lang="en-US" sz="1400" i="0" u="none" strike="noStrike" cap="none" spc="0" normalizeH="0" dirty="0" smtClean="0">
                <a:ln>
                  <a:noFill/>
                </a:ln>
                <a:solidFill>
                  <a:schemeClr val="accent1"/>
                </a:solidFill>
                <a:effectLst/>
                <a:uFillTx/>
                <a:latin typeface="Helvetica Neue"/>
                <a:ea typeface="Helvetica Neue"/>
                <a:cs typeface="Helvetica Neue"/>
                <a:sym typeface="Helvetica Neue"/>
              </a:rPr>
              <a:t>Type of </a:t>
            </a:r>
            <a:r>
              <a:rPr kumimoji="0" lang="en-US" sz="1400" b="1" i="0" u="none" strike="noStrike" cap="none" spc="0" normalizeH="0" dirty="0" smtClean="0">
                <a:ln>
                  <a:noFill/>
                </a:ln>
                <a:solidFill>
                  <a:schemeClr val="accent1"/>
                </a:solidFill>
                <a:effectLst/>
                <a:uFillTx/>
                <a:latin typeface="Helvetica Neue"/>
                <a:ea typeface="Helvetica Neue"/>
                <a:cs typeface="Helvetica Neue"/>
                <a:sym typeface="Helvetica Neue"/>
              </a:rPr>
              <a:t>agile</a:t>
            </a:r>
            <a:r>
              <a:rPr kumimoji="0" lang="en-US" sz="1400" i="0" u="none" strike="noStrike" cap="none" spc="0" normalizeH="0" dirty="0" smtClean="0">
                <a:ln>
                  <a:noFill/>
                </a:ln>
                <a:solidFill>
                  <a:schemeClr val="accent1"/>
                </a:solidFill>
                <a:effectLst/>
                <a:uFillTx/>
                <a:latin typeface="Helvetica Neue"/>
                <a:ea typeface="Helvetica Neue"/>
                <a:cs typeface="Helvetica Neue"/>
                <a:sym typeface="Helvetica Neue"/>
              </a:rPr>
              <a:t> software development methodology. </a:t>
            </a:r>
            <a:endParaRPr kumimoji="0" lang="en-US" sz="1400" i="0" u="none" strike="noStrike" cap="none" spc="0" normalizeH="0" baseline="0" dirty="0">
              <a:ln>
                <a:noFill/>
              </a:ln>
              <a:solidFill>
                <a:schemeClr val="accent1"/>
              </a:solidFill>
              <a:effectLst/>
              <a:uFillTx/>
              <a:latin typeface="Helvetica Neue"/>
              <a:ea typeface="Helvetica Neue"/>
              <a:cs typeface="Helvetica Neue"/>
              <a:sym typeface="Helvetica Neue"/>
            </a:endParaRPr>
          </a:p>
        </p:txBody>
      </p:sp>
      <p:sp>
        <p:nvSpPr>
          <p:cNvPr id="15" name="TextBox 14"/>
          <p:cNvSpPr txBox="1"/>
          <p:nvPr/>
        </p:nvSpPr>
        <p:spPr>
          <a:xfrm>
            <a:off x="2528682" y="4247739"/>
            <a:ext cx="277368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285750" marR="0" indent="-285750" defTabSz="825500" rtl="0" fontAlgn="auto" latinLnBrk="0" hangingPunct="0">
              <a:lnSpc>
                <a:spcPct val="100000"/>
              </a:lnSpc>
              <a:spcBef>
                <a:spcPts val="0"/>
              </a:spcBef>
              <a:spcAft>
                <a:spcPts val="0"/>
              </a:spcAft>
              <a:buClrTx/>
              <a:buSzTx/>
              <a:buFont typeface="Wingdings" panose="05000000000000000000" pitchFamily="2" charset="2"/>
              <a:buChar char="q"/>
            </a:pPr>
            <a:r>
              <a:rPr lang="en-US" sz="1400" dirty="0">
                <a:solidFill>
                  <a:schemeClr val="accent1"/>
                </a:solidFill>
                <a:latin typeface="Helvetica Neue"/>
                <a:ea typeface="Helvetica Neue"/>
                <a:cs typeface="Helvetica Neue"/>
                <a:sym typeface="Helvetica Neue"/>
              </a:rPr>
              <a:t>B</a:t>
            </a:r>
            <a:r>
              <a:rPr kumimoji="0" lang="en-US" sz="1400" i="0" u="none" strike="noStrike" cap="none" spc="0" normalizeH="0" dirty="0" smtClean="0">
                <a:ln>
                  <a:noFill/>
                </a:ln>
                <a:solidFill>
                  <a:schemeClr val="accent1"/>
                </a:solidFill>
                <a:effectLst/>
                <a:uFillTx/>
                <a:latin typeface="Helvetica Neue"/>
                <a:ea typeface="Helvetica Neue"/>
                <a:cs typeface="Helvetica Neue"/>
                <a:sym typeface="Helvetica Neue"/>
              </a:rPr>
              <a:t>ased on </a:t>
            </a:r>
            <a:r>
              <a:rPr kumimoji="0" lang="en-US" sz="1400" b="1" i="0" u="none" strike="noStrike" cap="none" spc="0" normalizeH="0" dirty="0" smtClean="0">
                <a:ln>
                  <a:noFill/>
                </a:ln>
                <a:solidFill>
                  <a:schemeClr val="accent1"/>
                </a:solidFill>
                <a:effectLst/>
                <a:uFillTx/>
                <a:latin typeface="Helvetica Neue"/>
                <a:ea typeface="Helvetica Neue"/>
                <a:cs typeface="Helvetica Neue"/>
                <a:sym typeface="Helvetica Neue"/>
              </a:rPr>
              <a:t>a set of values and principles. </a:t>
            </a:r>
            <a:endParaRPr kumimoji="0" lang="en-US" sz="1400" b="1" i="0" u="none" strike="noStrike" cap="none" spc="0" normalizeH="0" baseline="0" dirty="0">
              <a:ln>
                <a:noFill/>
              </a:ln>
              <a:solidFill>
                <a:schemeClr val="accent1"/>
              </a:solidFill>
              <a:effectLst/>
              <a:uFillTx/>
              <a:latin typeface="Helvetica Neue"/>
              <a:ea typeface="Helvetica Neue"/>
              <a:cs typeface="Helvetica Neue"/>
              <a:sym typeface="Helvetica Neue"/>
            </a:endParaRPr>
          </a:p>
        </p:txBody>
      </p:sp>
      <p:sp>
        <p:nvSpPr>
          <p:cNvPr id="4" name="TextBox 3"/>
          <p:cNvSpPr txBox="1"/>
          <p:nvPr/>
        </p:nvSpPr>
        <p:spPr>
          <a:xfrm flipH="1">
            <a:off x="6641517" y="1435312"/>
            <a:ext cx="2413293" cy="2718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285750" marR="0" indent="-285750" defTabSz="825500" rtl="0" fontAlgn="auto" latinLnBrk="0" hangingPunct="0">
              <a:lnSpc>
                <a:spcPct val="100000"/>
              </a:lnSpc>
              <a:spcBef>
                <a:spcPts val="0"/>
              </a:spcBef>
              <a:spcAft>
                <a:spcPts val="0"/>
              </a:spcAft>
              <a:buClrTx/>
              <a:buSzTx/>
              <a:buFont typeface="Wingdings" panose="05000000000000000000" pitchFamily="2" charset="2"/>
              <a:buChar char="q"/>
            </a:pPr>
            <a:r>
              <a:rPr kumimoji="0" lang="en-US" sz="1100" i="0" u="none" strike="noStrike" cap="none" spc="0" normalizeH="0" baseline="0" dirty="0" smtClean="0">
                <a:ln>
                  <a:noFill/>
                </a:ln>
                <a:solidFill>
                  <a:schemeClr val="bg1"/>
                </a:solidFill>
                <a:effectLst/>
                <a:uFillTx/>
                <a:latin typeface="Helvetica Neue"/>
                <a:ea typeface="Helvetica Neue"/>
                <a:cs typeface="Helvetica Neue"/>
                <a:sym typeface="Helvetica Neue"/>
              </a:rPr>
              <a:t>Rapid development </a:t>
            </a:r>
            <a:r>
              <a:rPr lang="en-US" sz="1100" dirty="0">
                <a:solidFill>
                  <a:schemeClr val="bg1"/>
                </a:solidFill>
                <a:latin typeface="Helvetica Neue"/>
                <a:ea typeface="Helvetica Neue"/>
                <a:cs typeface="Helvetica Neue"/>
                <a:sym typeface="Helvetica Neue"/>
              </a:rPr>
              <a:t>c</a:t>
            </a:r>
            <a:r>
              <a:rPr kumimoji="0" lang="en-US" sz="1100" i="0" u="none" strike="noStrike" cap="none" spc="0" normalizeH="0" baseline="0" dirty="0" smtClean="0">
                <a:ln>
                  <a:noFill/>
                </a:ln>
                <a:solidFill>
                  <a:schemeClr val="bg1"/>
                </a:solidFill>
                <a:effectLst/>
                <a:uFillTx/>
                <a:latin typeface="Helvetica Neue"/>
                <a:ea typeface="Helvetica Neue"/>
                <a:cs typeface="Helvetica Neue"/>
                <a:sym typeface="Helvetica Neue"/>
              </a:rPr>
              <a:t>ycle</a:t>
            </a:r>
            <a:endParaRPr kumimoji="0" lang="en-US" sz="1100" i="0" u="none" strike="noStrike" cap="none" spc="0" normalizeH="0" baseline="0" dirty="0">
              <a:ln>
                <a:noFill/>
              </a:ln>
              <a:solidFill>
                <a:schemeClr val="bg1"/>
              </a:solidFill>
              <a:effectLst/>
              <a:uFillTx/>
              <a:latin typeface="Helvetica Neue"/>
              <a:ea typeface="Helvetica Neue"/>
              <a:cs typeface="Helvetica Neue"/>
              <a:sym typeface="Helvetica Neue"/>
            </a:endParaRPr>
          </a:p>
        </p:txBody>
      </p:sp>
      <p:sp>
        <p:nvSpPr>
          <p:cNvPr id="18" name="TextBox 17"/>
          <p:cNvSpPr txBox="1"/>
          <p:nvPr/>
        </p:nvSpPr>
        <p:spPr>
          <a:xfrm flipH="1">
            <a:off x="6641517" y="1709754"/>
            <a:ext cx="2413293" cy="4411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285750" marR="0" indent="-285750" defTabSz="825500" rtl="0" fontAlgn="auto" latinLnBrk="0" hangingPunct="0">
              <a:lnSpc>
                <a:spcPct val="100000"/>
              </a:lnSpc>
              <a:spcBef>
                <a:spcPts val="0"/>
              </a:spcBef>
              <a:spcAft>
                <a:spcPts val="0"/>
              </a:spcAft>
              <a:buClrTx/>
              <a:buSzTx/>
              <a:buFont typeface="Wingdings" panose="05000000000000000000" pitchFamily="2" charset="2"/>
              <a:buChar char="q"/>
            </a:pPr>
            <a:r>
              <a:rPr kumimoji="0" lang="en-US" sz="1100" i="0" u="none" strike="noStrike" cap="none" spc="0" normalizeH="0" baseline="0" dirty="0" smtClean="0">
                <a:ln>
                  <a:noFill/>
                </a:ln>
                <a:solidFill>
                  <a:schemeClr val="bg1"/>
                </a:solidFill>
                <a:effectLst/>
                <a:uFillTx/>
                <a:latin typeface="Helvetica Neue"/>
                <a:ea typeface="Helvetica Neue"/>
                <a:cs typeface="Helvetica Neue"/>
                <a:sym typeface="Helvetica Neue"/>
              </a:rPr>
              <a:t>Frequent delivery of working software</a:t>
            </a:r>
            <a:endParaRPr kumimoji="0" lang="en-US" sz="1100" i="0" u="none" strike="noStrike" cap="none" spc="0" normalizeH="0" baseline="0" dirty="0">
              <a:ln>
                <a:noFill/>
              </a:ln>
              <a:solidFill>
                <a:schemeClr val="bg1"/>
              </a:solidFill>
              <a:effectLst/>
              <a:uFillTx/>
              <a:latin typeface="Helvetica Neue"/>
              <a:ea typeface="Helvetica Neue"/>
              <a:cs typeface="Helvetica Neue"/>
              <a:sym typeface="Helvetica Neue"/>
            </a:endParaRPr>
          </a:p>
        </p:txBody>
      </p:sp>
      <p:sp>
        <p:nvSpPr>
          <p:cNvPr id="23" name="TextBox 22"/>
          <p:cNvSpPr txBox="1"/>
          <p:nvPr/>
        </p:nvSpPr>
        <p:spPr>
          <a:xfrm flipH="1">
            <a:off x="6681459" y="2159770"/>
            <a:ext cx="2413293" cy="4411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285750" marR="0" indent="-285750" defTabSz="825500" rtl="0" fontAlgn="auto" latinLnBrk="0" hangingPunct="0">
              <a:lnSpc>
                <a:spcPct val="100000"/>
              </a:lnSpc>
              <a:spcBef>
                <a:spcPts val="0"/>
              </a:spcBef>
              <a:spcAft>
                <a:spcPts val="0"/>
              </a:spcAft>
              <a:buClrTx/>
              <a:buSzTx/>
              <a:buFont typeface="Wingdings" panose="05000000000000000000" pitchFamily="2" charset="2"/>
              <a:buChar char="q"/>
            </a:pPr>
            <a:r>
              <a:rPr lang="en-US" sz="1100" dirty="0" smtClean="0">
                <a:solidFill>
                  <a:schemeClr val="bg1"/>
                </a:solidFill>
                <a:latin typeface="Helvetica Neue"/>
                <a:ea typeface="Helvetica Neue"/>
                <a:cs typeface="Helvetica Neue"/>
                <a:sym typeface="Helvetica Neue"/>
              </a:rPr>
              <a:t>Continuous integration</a:t>
            </a:r>
            <a:endParaRPr lang="en-US" sz="1100" dirty="0" smtClean="0">
              <a:solidFill>
                <a:schemeClr val="bg1"/>
              </a:solidFill>
              <a:latin typeface="Helvetica Neue"/>
              <a:ea typeface="Helvetica Neue"/>
              <a:cs typeface="Helvetica Neue"/>
              <a:sym typeface="Helvetica Neue"/>
            </a:endParaRPr>
          </a:p>
          <a:p>
            <a:pPr marR="0" defTabSz="825500" rtl="0" fontAlgn="auto" latinLnBrk="0" hangingPunct="0">
              <a:lnSpc>
                <a:spcPct val="100000"/>
              </a:lnSpc>
              <a:spcBef>
                <a:spcPts val="0"/>
              </a:spcBef>
              <a:spcAft>
                <a:spcPts val="0"/>
              </a:spcAft>
              <a:buClrTx/>
              <a:buSzTx/>
            </a:pPr>
            <a:r>
              <a:rPr lang="en-US" sz="1100" dirty="0" smtClean="0">
                <a:solidFill>
                  <a:schemeClr val="bg1"/>
                </a:solidFill>
                <a:latin typeface="Helvetica Neue"/>
                <a:ea typeface="Helvetica Neue"/>
                <a:cs typeface="Helvetica Neue"/>
                <a:sym typeface="Helvetica Neue"/>
              </a:rPr>
              <a:t>       and testing</a:t>
            </a:r>
            <a:endParaRPr kumimoji="0" lang="en-US" sz="1100" i="0" u="none" strike="noStrike" cap="none" spc="0" normalizeH="0" baseline="0" dirty="0">
              <a:ln>
                <a:noFill/>
              </a:ln>
              <a:solidFill>
                <a:schemeClr val="bg1"/>
              </a:solidFill>
              <a:effectLst/>
              <a:uFillTx/>
              <a:latin typeface="Helvetica Neue"/>
              <a:ea typeface="Helvetica Neue"/>
              <a:cs typeface="Helvetica Neue"/>
              <a:sym typeface="Helvetica Neue"/>
            </a:endParaRPr>
          </a:p>
        </p:txBody>
      </p:sp>
      <p:sp>
        <p:nvSpPr>
          <p:cNvPr id="24" name="TextBox 23"/>
          <p:cNvSpPr txBox="1"/>
          <p:nvPr/>
        </p:nvSpPr>
        <p:spPr>
          <a:xfrm flipH="1">
            <a:off x="6733262" y="4623712"/>
            <a:ext cx="1743028" cy="2718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285750" marR="0" indent="-285750" defTabSz="825500" rtl="0" fontAlgn="auto" latinLnBrk="0" hangingPunct="0">
              <a:lnSpc>
                <a:spcPct val="100000"/>
              </a:lnSpc>
              <a:spcBef>
                <a:spcPts val="0"/>
              </a:spcBef>
              <a:spcAft>
                <a:spcPts val="0"/>
              </a:spcAft>
              <a:buClrTx/>
              <a:buSzTx/>
              <a:buFont typeface="Wingdings" panose="05000000000000000000" pitchFamily="2" charset="2"/>
              <a:buChar char="q"/>
            </a:pPr>
            <a:r>
              <a:rPr kumimoji="0" lang="en-US" sz="1100" i="0" u="none" strike="noStrike" cap="none" spc="0" normalizeH="0" baseline="0" dirty="0" smtClean="0">
                <a:ln>
                  <a:noFill/>
                </a:ln>
                <a:solidFill>
                  <a:schemeClr val="bg1"/>
                </a:solidFill>
                <a:effectLst/>
                <a:uFillTx/>
                <a:latin typeface="Helvetica Neue"/>
                <a:ea typeface="Helvetica Neue"/>
                <a:cs typeface="Helvetica Neue"/>
                <a:sym typeface="Helvetica Neue"/>
              </a:rPr>
              <a:t>Pair programming</a:t>
            </a:r>
            <a:endParaRPr kumimoji="0" lang="en-US" sz="1100" i="0" u="none" strike="noStrike" cap="none" spc="0" normalizeH="0" baseline="0" dirty="0">
              <a:ln>
                <a:noFill/>
              </a:ln>
              <a:solidFill>
                <a:schemeClr val="bg1"/>
              </a:solidFill>
              <a:effectLst/>
              <a:uFillTx/>
              <a:latin typeface="Helvetica Neue"/>
              <a:ea typeface="Helvetica Neue"/>
              <a:cs typeface="Helvetica Neue"/>
              <a:sym typeface="Helvetica Neue"/>
            </a:endParaRPr>
          </a:p>
        </p:txBody>
      </p:sp>
      <p:sp>
        <p:nvSpPr>
          <p:cNvPr id="25" name="TextBox 24"/>
          <p:cNvSpPr txBox="1"/>
          <p:nvPr/>
        </p:nvSpPr>
        <p:spPr>
          <a:xfrm flipH="1">
            <a:off x="6733261" y="4983851"/>
            <a:ext cx="2323287" cy="2718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285750" marR="0" indent="-285750" defTabSz="825500" rtl="0" fontAlgn="auto" latinLnBrk="0" hangingPunct="0">
              <a:lnSpc>
                <a:spcPct val="100000"/>
              </a:lnSpc>
              <a:spcBef>
                <a:spcPts val="0"/>
              </a:spcBef>
              <a:spcAft>
                <a:spcPts val="0"/>
              </a:spcAft>
              <a:buClrTx/>
              <a:buSzTx/>
              <a:buFont typeface="Wingdings" panose="05000000000000000000" pitchFamily="2" charset="2"/>
              <a:buChar char="q"/>
            </a:pPr>
            <a:r>
              <a:rPr kumimoji="0" lang="en-US" sz="1100" i="0" u="none" strike="noStrike" cap="none" spc="0" normalizeH="0" baseline="0" dirty="0" smtClean="0">
                <a:ln>
                  <a:noFill/>
                </a:ln>
                <a:solidFill>
                  <a:schemeClr val="bg1"/>
                </a:solidFill>
                <a:effectLst/>
                <a:uFillTx/>
                <a:latin typeface="Helvetica Neue"/>
                <a:ea typeface="Helvetica Neue"/>
                <a:cs typeface="Helvetica Neue"/>
                <a:sym typeface="Helvetica Neue"/>
              </a:rPr>
              <a:t>Test-Driven development </a:t>
            </a:r>
            <a:endParaRPr kumimoji="0" lang="en-US" sz="1100" i="0" u="none" strike="noStrike" cap="none" spc="0" normalizeH="0" baseline="0" dirty="0">
              <a:ln>
                <a:noFill/>
              </a:ln>
              <a:solidFill>
                <a:schemeClr val="bg1"/>
              </a:solidFill>
              <a:effectLst/>
              <a:uFillTx/>
              <a:latin typeface="Helvetica Neue"/>
              <a:ea typeface="Helvetica Neue"/>
              <a:cs typeface="Helvetica Neue"/>
              <a:sym typeface="Helvetica Neue"/>
            </a:endParaRPr>
          </a:p>
        </p:txBody>
      </p:sp>
      <p:sp>
        <p:nvSpPr>
          <p:cNvPr id="30" name="TextBox 29"/>
          <p:cNvSpPr txBox="1"/>
          <p:nvPr/>
        </p:nvSpPr>
        <p:spPr>
          <a:xfrm flipH="1">
            <a:off x="6733261" y="5388044"/>
            <a:ext cx="2152321" cy="2718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285750" marR="0" indent="-285750" defTabSz="825500" rtl="0" fontAlgn="auto" latinLnBrk="0" hangingPunct="0">
              <a:lnSpc>
                <a:spcPct val="100000"/>
              </a:lnSpc>
              <a:spcBef>
                <a:spcPts val="0"/>
              </a:spcBef>
              <a:spcAft>
                <a:spcPts val="0"/>
              </a:spcAft>
              <a:buClrTx/>
              <a:buSzTx/>
              <a:buFont typeface="Wingdings" panose="05000000000000000000" pitchFamily="2" charset="2"/>
              <a:buChar char="q"/>
            </a:pPr>
            <a:r>
              <a:rPr kumimoji="0" lang="en-US" sz="1100" i="0" u="none" strike="noStrike" cap="none" spc="0" normalizeH="0" baseline="0" dirty="0" smtClean="0">
                <a:ln>
                  <a:noFill/>
                </a:ln>
                <a:solidFill>
                  <a:schemeClr val="bg1"/>
                </a:solidFill>
                <a:effectLst/>
                <a:uFillTx/>
                <a:latin typeface="Helvetica Neue"/>
                <a:ea typeface="Helvetica Neue"/>
                <a:cs typeface="Helvetica Neue"/>
                <a:sym typeface="Helvetica Neue"/>
              </a:rPr>
              <a:t>Continuous integration</a:t>
            </a:r>
            <a:endParaRPr kumimoji="0" lang="en-US" sz="1100" i="0" u="none" strike="noStrike" cap="none" spc="0" normalizeH="0" baseline="0" dirty="0">
              <a:ln>
                <a:noFill/>
              </a:ln>
              <a:solidFill>
                <a:schemeClr val="bg1"/>
              </a:solidFill>
              <a:effectLst/>
              <a:uFillTx/>
              <a:latin typeface="Helvetica Neue"/>
              <a:ea typeface="Helvetica Neue"/>
              <a:cs typeface="Helvetica Neue"/>
              <a:sym typeface="Helvetica Neue"/>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00"/>
                                        <p:tgtEl>
                                          <p:spTgt spid="23"/>
                                        </p:tgtEl>
                                      </p:cBhvr>
                                    </p:animEffect>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grpId="0" nodeType="click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randombar(horizontal)">
                                      <p:cBhvr>
                                        <p:cTn id="40" dur="500"/>
                                        <p:tgtEl>
                                          <p:spTgt spid="24"/>
                                        </p:tgtEl>
                                      </p:cBhvr>
                                    </p:animEffect>
                                  </p:childTnLst>
                                </p:cTn>
                              </p:par>
                            </p:childTnLst>
                          </p:cTn>
                        </p:par>
                      </p:childTnLst>
                    </p:cTn>
                  </p:par>
                  <p:par>
                    <p:cTn id="41" fill="hold">
                      <p:stCondLst>
                        <p:cond delay="indefinite"/>
                      </p:stCondLst>
                      <p:childTnLst>
                        <p:par>
                          <p:cTn id="42" fill="hold">
                            <p:stCondLst>
                              <p:cond delay="0"/>
                            </p:stCondLst>
                            <p:childTnLst>
                              <p:par>
                                <p:cTn id="43" presetID="14" presetClass="entr" presetSubtype="1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randombar(horizontal)">
                                      <p:cBhvr>
                                        <p:cTn id="45" dur="500"/>
                                        <p:tgtEl>
                                          <p:spTgt spid="25"/>
                                        </p:tgtEl>
                                      </p:cBhvr>
                                    </p:animEffect>
                                  </p:childTnLst>
                                </p:cTn>
                              </p:par>
                            </p:childTnLst>
                          </p:cTn>
                        </p:par>
                      </p:childTnLst>
                    </p:cTn>
                  </p:par>
                  <p:par>
                    <p:cTn id="46" fill="hold">
                      <p:stCondLst>
                        <p:cond delay="indefinite"/>
                      </p:stCondLst>
                      <p:childTnLst>
                        <p:par>
                          <p:cTn id="47" fill="hold">
                            <p:stCondLst>
                              <p:cond delay="0"/>
                            </p:stCondLst>
                            <p:childTnLst>
                              <p:par>
                                <p:cTn id="48" presetID="14" presetClass="entr" presetSubtype="10" fill="hold" grpId="0" nodeType="click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randombar(horizontal)">
                                      <p:cBhvr>
                                        <p:cTn id="5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 grpId="0"/>
      <p:bldP spid="15" grpId="0"/>
      <p:bldP spid="4" grpId="0"/>
      <p:bldP spid="18" grpId="0"/>
      <p:bldP spid="23" grpId="0"/>
      <p:bldP spid="24" grpId="0"/>
      <p:bldP spid="25" grpId="0"/>
      <p:bldP spid="30"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3323</Words>
  <Application>WPS Presentation</Application>
  <PresentationFormat>Widescreen</PresentationFormat>
  <Paragraphs>233</Paragraphs>
  <Slides>14</Slides>
  <Notes>13</Notes>
  <HiddenSlides>3</HiddenSlides>
  <MMClips>8</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14</vt:i4>
      </vt:variant>
    </vt:vector>
  </HeadingPairs>
  <TitlesOfParts>
    <vt:vector size="34" baseType="lpstr">
      <vt:lpstr>Arial</vt:lpstr>
      <vt:lpstr>SimSun</vt:lpstr>
      <vt:lpstr>Wingdings</vt:lpstr>
      <vt:lpstr>Algerian</vt:lpstr>
      <vt:lpstr>Arial</vt:lpstr>
      <vt:lpstr>Lato Light</vt:lpstr>
      <vt:lpstr>Calibri</vt:lpstr>
      <vt:lpstr>Helvetica Neue</vt:lpstr>
      <vt:lpstr>Helvetica Neue</vt:lpstr>
      <vt:lpstr>Helvetica Neue Medium</vt:lpstr>
      <vt:lpstr>Segoe UI</vt:lpstr>
      <vt:lpstr>Times New Roman</vt:lpstr>
      <vt:lpstr>Roboto</vt:lpstr>
      <vt:lpstr>Microsoft YaHei</vt:lpstr>
      <vt:lpstr>Arial Unicode MS</vt:lpstr>
      <vt:lpstr>Calibri Light</vt:lpstr>
      <vt:lpstr>Segoe Print</vt:lpstr>
      <vt:lpstr>Mali</vt:lpstr>
      <vt:lpstr>Mali SemiBold</vt:lpstr>
      <vt:lpstr>Office Theme</vt:lpstr>
      <vt:lpstr>PowerPoint 演示文稿</vt:lpstr>
      <vt:lpstr>Waterfall Model (SDLC)</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Riyana</cp:lastModifiedBy>
  <cp:revision>30</cp:revision>
  <dcterms:created xsi:type="dcterms:W3CDTF">2023-06-14T04:38:00Z</dcterms:created>
  <dcterms:modified xsi:type="dcterms:W3CDTF">2026-03-11T05:06:21Z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E6249A6EE01544C685603DD95789D5B9_12</vt:lpwstr>
  </property>
  <property fmtid="{D5CDD505-2E9C-101B-9397-08002B2CF9AE}" pid="3" name="KSOProductBuildVer">
    <vt:lpwstr>1033-12.2.0.23196</vt:lpwstr>
  </property>
</Properties>
</file>